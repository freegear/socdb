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diagrams/colors22.xml" ContentType="application/vnd.openxmlformats-officedocument.drawingml.diagramColors+xml"/>
  <Override PartName="/ppt/slides/slide36.xml" ContentType="application/vnd.openxmlformats-officedocument.presentationml.slide+xml"/>
  <Override PartName="/ppt/diagrams/colors11.xml" ContentType="application/vnd.openxmlformats-officedocument.drawingml.diagramColors+xml"/>
  <Override PartName="/ppt/diagrams/data24.xml" ContentType="application/vnd.openxmlformats-officedocument.drawingml.diagramData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diagrams/quickStyle17.xml" ContentType="application/vnd.openxmlformats-officedocument.drawingml.diagramStyle+xml"/>
  <Override PartName="/ppt/diagrams/drawing18.xml" ContentType="application/vnd.ms-office.drawingml.diagramDrawing+xml"/>
  <Override PartName="/ppt/tableStyles.xml" ContentType="application/vnd.openxmlformats-officedocument.presentationml.tableStyles+xml"/>
  <Override PartName="/ppt/diagrams/layout17.xml" ContentType="application/vnd.openxmlformats-officedocument.drawingml.diagramLayout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diagrams/quickStyle20.xml" ContentType="application/vnd.openxmlformats-officedocument.drawingml.diagramStyle+xml"/>
  <Override PartName="/ppt/diagrams/drawing21.xml" ContentType="application/vnd.ms-office.drawingml.diagramDrawing+xml"/>
  <Override PartName="/ppt/diagrams/colors27.xml" ContentType="application/vnd.openxmlformats-officedocument.drawingml.diagramColors+xml"/>
  <Override PartName="/ppt/diagrams/colors4.xml" ContentType="application/vnd.openxmlformats-officedocument.drawingml.diagramColors+xml"/>
  <Override PartName="/ppt/diagrams/drawing10.xml" ContentType="application/vnd.ms-office.drawingml.diagramDrawing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drawing3.xml" ContentType="application/vnd.ms-office.drawingml.diagramDrawing+xml"/>
  <Override PartName="/ppt/diagrams/layout20.xml" ContentType="application/vnd.openxmlformats-officedocument.drawingml.diagram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diagrams/data21.xml" ContentType="application/vnd.openxmlformats-officedocument.drawingml.diagramData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diagrams/layout18.xml" ContentType="application/vnd.openxmlformats-officedocument.drawingml.diagramLayout+xml"/>
  <Override PartName="/ppt/diagrams/quickStyle25.xml" ContentType="application/vnd.openxmlformats-officedocument.drawingml.diagramStyle+xml"/>
  <Override PartName="/ppt/diagrams/drawing26.xml" ContentType="application/vnd.ms-office.drawingml.diagramDrawing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layout25.xml" ContentType="application/vnd.openxmlformats-officedocument.drawingml.diagramLayout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diagrams/quickStyle21.xml" ContentType="application/vnd.openxmlformats-officedocument.drawingml.diagramStyle+xml"/>
  <Override PartName="/ppt/diagrams/drawing22.xml" ContentType="application/vnd.ms-office.drawingml.diagramDrawing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rawing4.xml" ContentType="application/vnd.ms-office.drawingml.diagramDrawing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ppt/diagrams/colors24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diagrams/data26.xml" ContentType="application/vnd.openxmlformats-officedocument.drawingml.diagramData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diagrams/data15.xml" ContentType="application/vnd.openxmlformats-officedocument.drawingml.diagramData+xml"/>
  <Override PartName="/ppt/diagrams/colors20.xml" ContentType="application/vnd.openxmlformats-officedocument.drawingml.diagramColors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Override PartName="/ppt/diagrams/quickStyle19.xml" ContentType="application/vnd.openxmlformats-officedocument.drawingml.diagramStyle+xml"/>
  <Override PartName="/ppt/diagrams/data22.xml" ContentType="application/vnd.openxmlformats-officedocument.drawingml.diagramData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notesSlides/notesSlide25.xml" ContentType="application/vnd.openxmlformats-officedocument.presentationml.notesSlide+xml"/>
  <Override PartName="/ppt/diagrams/quickStyle26.xml" ContentType="application/vnd.openxmlformats-officedocument.drawingml.diagramStyle+xml"/>
  <Override PartName="/ppt/diagrams/drawing27.xml" ContentType="application/vnd.ms-office.drawingml.diagramDrawing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diagrams/quickStyle15.xml" ContentType="application/vnd.openxmlformats-officedocument.drawingml.diagramStyle+xml"/>
  <Override PartName="/ppt/diagrams/drawing16.xml" ContentType="application/vnd.ms-office.drawingml.diagramDrawing+xml"/>
  <Override PartName="/ppt/diagrams/layout19.xml" ContentType="application/vnd.openxmlformats-officedocument.drawingml.diagramLayout+xml"/>
  <Override PartName="/ppt/notesSlides/notesSlide32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9.xml" ContentType="application/vnd.openxmlformats-officedocument.presentationml.notesSlide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diagrams/layout15.xml" ContentType="application/vnd.openxmlformats-officedocument.drawingml.diagramLayout+xml"/>
  <Override PartName="/ppt/diagrams/quickStyle22.xml" ContentType="application/vnd.openxmlformats-officedocument.drawingml.diagramStyle+xml"/>
  <Override PartName="/ppt/diagrams/drawing23.xml" ContentType="application/vnd.ms-office.drawingml.diagramDrawing+xml"/>
  <Override PartName="/ppt/diagrams/layout26.xml" ContentType="application/vnd.openxmlformats-officedocument.drawingml.diagramLayout+xml"/>
  <Override PartName="/ppt/diagrams/colors6.xml" ContentType="application/vnd.openxmlformats-officedocument.drawingml.diagramColors+xml"/>
  <Override PartName="/ppt/notesSlides/notesSlide10.xml" ContentType="application/vnd.openxmlformats-officedocument.presentationml.notesSlide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charts/chart1.xml" ContentType="application/vnd.openxmlformats-officedocument.drawingml.chart+xml"/>
  <Override PartName="/ppt/diagrams/layout22.xml" ContentType="application/vnd.openxmlformats-officedocument.drawingml.diagramLayout+xml"/>
  <Override PartName="/ppt/diagrams/colors25.xml" ContentType="application/vnd.openxmlformats-officedocument.drawingml.diagramColors+xml"/>
  <Override PartName="/ppt/diagrams/data27.xml" ContentType="application/vnd.openxmlformats-officedocument.drawingml.diagramData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diagrams/colors10.xml" ContentType="application/vnd.openxmlformats-officedocument.drawingml.diagramColors+xml"/>
  <Override PartName="/ppt/notesSlides/notesSlide19.xml" ContentType="application/vnd.openxmlformats-officedocument.presentationml.notesSlide+xml"/>
  <Override PartName="/ppt/diagrams/colors21.xml" ContentType="application/vnd.openxmlformats-officedocument.drawingml.diagramColors+xml"/>
  <Override PartName="/ppt/diagrams/data23.xml" ContentType="application/vnd.openxmlformats-officedocument.drawingml.diagramData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diagrams/quickStyle16.xml" ContentType="application/vnd.openxmlformats-officedocument.drawingml.diagramStyle+xml"/>
  <Override PartName="/ppt/diagrams/drawing17.xml" ContentType="application/vnd.ms-office.drawingml.diagramDrawing+xml"/>
  <Override PartName="/ppt/notesSlides/notesSlide26.xml" ContentType="application/vnd.openxmlformats-officedocument.presentationml.notesSlide+xml"/>
  <Override PartName="/ppt/diagrams/quickStyle27.xml" ContentType="application/vnd.openxmlformats-officedocument.drawingml.diagramStyl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layout27.xml" ContentType="application/vnd.openxmlformats-officedocument.drawingml.diagramLayout+xml"/>
  <Override PartName="/ppt/diagrams/data5.xml" ContentType="application/vnd.openxmlformats-officedocument.drawingml.diagramData+xml"/>
  <Override PartName="/ppt/notesSlides/notesSlide11.xml" ContentType="application/vnd.openxmlformats-officedocument.presentationml.notesSlide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diagrams/layout16.xml" ContentType="application/vnd.openxmlformats-officedocument.drawingml.diagramLayout+xml"/>
  <Override PartName="/ppt/diagrams/colors19.xml" ContentType="application/vnd.openxmlformats-officedocument.drawingml.diagramColors+xml"/>
  <Override PartName="/ppt/diagrams/quickStyle23.xml" ContentType="application/vnd.openxmlformats-officedocument.drawingml.diagramStyle+xml"/>
  <Override PartName="/ppt/diagrams/drawing24.xml" ContentType="application/vnd.ms-office.drawingml.diagramDrawing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rawing6.xml" ContentType="application/vnd.ms-office.drawingml.diagramDrawing+xml"/>
  <Override PartName="/ppt/diagrams/drawing20.xml" ContentType="application/vnd.ms-office.drawingml.diagramDrawing+xml"/>
  <Override PartName="/ppt/diagrams/layout23.xml" ContentType="application/vnd.openxmlformats-officedocument.drawingml.diagramLayout+xml"/>
  <Override PartName="/ppt/diagrams/colors26.xml" ContentType="application/vnd.openxmlformats-officedocument.drawingml.diagramColors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charts/chart2.xml" ContentType="application/vnd.openxmlformats-officedocument.drawingml.chart+xml"/>
  <Override PartName="/ppt/slides/slide29.xml" ContentType="application/vnd.openxmlformats-officedocument.presentationml.slide+xml"/>
  <Override PartName="/ppt/diagrams/drawing2.xml" ContentType="application/vnd.ms-office.drawingml.diagramDrawing+xml"/>
  <Override PartName="/ppt/diagrams/data17.xml" ContentType="application/vnd.openxmlformats-officedocument.drawingml.diagramData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s/slide32.xml" ContentType="application/vnd.openxmlformats-officedocument.presentationml.slide+xml"/>
  <Override PartName="/ppt/diagrams/data20.xml" ContentType="application/vnd.openxmlformats-officedocument.drawingml.diagramData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23.xml" ContentType="application/vnd.openxmlformats-officedocument.presentationml.notesSlide+xml"/>
  <Override PartName="/ppt/diagrams/quickStyle24.xml" ContentType="application/vnd.openxmlformats-officedocument.drawingml.diagramStyle+xml"/>
  <Override PartName="/ppt/diagrams/drawing25.xml" ContentType="application/vnd.ms-office.drawingml.diagramDrawing+xml"/>
  <Override PartName="/ppt/notesSlides/notesSlide12.xml" ContentType="application/vnd.openxmlformats-officedocument.presentationml.notesSlide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diagrams/layout24.xml" ContentType="application/vnd.openxmlformats-officedocument.drawingml.diagramLayou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quickStyle7.xml" ContentType="application/vnd.openxmlformats-officedocument.drawingml.diagramStyle+xml"/>
  <Override PartName="/ppt/slides/slide48.xml" ContentType="application/vnd.openxmlformats-officedocument.presentationml.slide+xml"/>
  <Override PartName="/ppt/notesSlides/notesSlide3.xml" ContentType="application/vnd.openxmlformats-officedocument.presentationml.notesSlide+xml"/>
  <Override PartName="/ppt/diagrams/colors12.xml" ContentType="application/vnd.openxmlformats-officedocument.drawingml.diagramColors+xml"/>
  <Override PartName="/ppt/diagrams/colors23.xml" ContentType="application/vnd.openxmlformats-officedocument.drawingml.diagramColors+xml"/>
  <Override PartName="/ppt/diagrams/data25.xml" ContentType="application/vnd.openxmlformats-officedocument.drawingml.diagramData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diagrams/data14.xml" ContentType="application/vnd.openxmlformats-officedocument.drawingml.diagramData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diagrams/drawing19.xml" ContentType="application/vnd.ms-office.drawingml.diagramDrawing+xml"/>
  <Override PartName="/ppt/notesSlides/notesSlide28.xml" ContentType="application/vnd.openxmlformats-officedocument.presentationml.notes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diagrams/quickStyle18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6"/>
  </p:notesMasterIdLst>
  <p:handoutMasterIdLst>
    <p:handoutMasterId r:id="rId57"/>
  </p:handoutMasterIdLst>
  <p:sldIdLst>
    <p:sldId id="464" r:id="rId2"/>
    <p:sldId id="587" r:id="rId3"/>
    <p:sldId id="762" r:id="rId4"/>
    <p:sldId id="661" r:id="rId5"/>
    <p:sldId id="662" r:id="rId6"/>
    <p:sldId id="701" r:id="rId7"/>
    <p:sldId id="703" r:id="rId8"/>
    <p:sldId id="702" r:id="rId9"/>
    <p:sldId id="740" r:id="rId10"/>
    <p:sldId id="777" r:id="rId11"/>
    <p:sldId id="778" r:id="rId12"/>
    <p:sldId id="670" r:id="rId13"/>
    <p:sldId id="707" r:id="rId14"/>
    <p:sldId id="711" r:id="rId15"/>
    <p:sldId id="712" r:id="rId16"/>
    <p:sldId id="783" r:id="rId17"/>
    <p:sldId id="716" r:id="rId18"/>
    <p:sldId id="715" r:id="rId19"/>
    <p:sldId id="678" r:id="rId20"/>
    <p:sldId id="679" r:id="rId21"/>
    <p:sldId id="680" r:id="rId22"/>
    <p:sldId id="681" r:id="rId23"/>
    <p:sldId id="717" r:id="rId24"/>
    <p:sldId id="718" r:id="rId25"/>
    <p:sldId id="779" r:id="rId26"/>
    <p:sldId id="747" r:id="rId27"/>
    <p:sldId id="744" r:id="rId28"/>
    <p:sldId id="745" r:id="rId29"/>
    <p:sldId id="746" r:id="rId30"/>
    <p:sldId id="720" r:id="rId31"/>
    <p:sldId id="780" r:id="rId32"/>
    <p:sldId id="728" r:id="rId33"/>
    <p:sldId id="723" r:id="rId34"/>
    <p:sldId id="729" r:id="rId35"/>
    <p:sldId id="731" r:id="rId36"/>
    <p:sldId id="738" r:id="rId37"/>
    <p:sldId id="739" r:id="rId38"/>
    <p:sldId id="694" r:id="rId39"/>
    <p:sldId id="781" r:id="rId40"/>
    <p:sldId id="764" r:id="rId41"/>
    <p:sldId id="766" r:id="rId42"/>
    <p:sldId id="767" r:id="rId43"/>
    <p:sldId id="768" r:id="rId44"/>
    <p:sldId id="769" r:id="rId45"/>
    <p:sldId id="775" r:id="rId46"/>
    <p:sldId id="820" r:id="rId47"/>
    <p:sldId id="788" r:id="rId48"/>
    <p:sldId id="787" r:id="rId49"/>
    <p:sldId id="790" r:id="rId50"/>
    <p:sldId id="786" r:id="rId51"/>
    <p:sldId id="748" r:id="rId52"/>
    <p:sldId id="791" r:id="rId53"/>
    <p:sldId id="749" r:id="rId54"/>
    <p:sldId id="819" r:id="rId55"/>
  </p:sldIdLst>
  <p:sldSz cx="9144000" cy="6858000" type="screen4x3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rgbClr val="000066"/>
        </a:solidFill>
        <a:latin typeface="Arial" charset="0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rgbClr val="000066"/>
        </a:solidFill>
        <a:latin typeface="Arial" charset="0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rgbClr val="000066"/>
        </a:solidFill>
        <a:latin typeface="Arial" charset="0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rgbClr val="000066"/>
        </a:solidFill>
        <a:latin typeface="Arial" charset="0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rgbClr val="000066"/>
        </a:solidFill>
        <a:latin typeface="Arial" charset="0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rgbClr val="000066"/>
        </a:solidFill>
        <a:latin typeface="Arial" charset="0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rgbClr val="000066"/>
        </a:solidFill>
        <a:latin typeface="Arial" charset="0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rgbClr val="000066"/>
        </a:solidFill>
        <a:latin typeface="Arial" charset="0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rgbClr val="000066"/>
        </a:solidFill>
        <a:latin typeface="Arial" charset="0"/>
        <a:ea typeface="HY견고딕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006C"/>
    <a:srgbClr val="6E7F5F"/>
    <a:srgbClr val="C9DDDD"/>
    <a:srgbClr val="800000"/>
    <a:srgbClr val="140046"/>
    <a:srgbClr val="6600FF"/>
    <a:srgbClr val="FF6161"/>
    <a:srgbClr val="969696"/>
    <a:srgbClr val="008080"/>
    <a:srgbClr val="00C49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7CE84F3-28C3-443E-9E96-99CF82512B78}" styleName="어두운 스타일 1 - 강조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91" autoAdjust="0"/>
    <p:restoredTop sz="88937" autoAdjust="0"/>
  </p:normalViewPr>
  <p:slideViewPr>
    <p:cSldViewPr snapToGrid="0">
      <p:cViewPr varScale="1">
        <p:scale>
          <a:sx n="105" d="100"/>
          <a:sy n="105" d="100"/>
        </p:scale>
        <p:origin x="-7416" y="-90"/>
      </p:cViewPr>
      <p:guideLst>
        <p:guide orient="horz" pos="2886"/>
        <p:guide pos="4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1704" y="-90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title>
      <c:tx>
        <c:rich>
          <a:bodyPr/>
          <a:lstStyle/>
          <a:p>
            <a:pPr>
              <a:defRPr sz="1800"/>
            </a:pPr>
            <a:r>
              <a:rPr lang="ko-KR" altLang="en-US" sz="1800" dirty="0" smtClean="0"/>
              <a:t>표준 기술 대비 음질 우수성</a:t>
            </a:r>
            <a:endParaRPr lang="ko-KR" altLang="en-US" sz="1800" dirty="0"/>
          </a:p>
        </c:rich>
      </c:tx>
      <c:layout>
        <c:manualLayout>
          <c:xMode val="edge"/>
          <c:yMode val="edge"/>
          <c:x val="0.19258842374612262"/>
          <c:y val="9.4413458987983048E-2"/>
        </c:manualLayout>
      </c:layout>
    </c:title>
    <c:view3D>
      <c:perspective val="30"/>
    </c:view3D>
    <c:plotArea>
      <c:layout/>
      <c:area3D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MPEG SAOC</c:v>
                </c:pt>
              </c:strCache>
            </c:strRef>
          </c:tx>
          <c:cat>
            <c:strRef>
              <c:f>Sheet1!$A$2:$A$7</c:f>
              <c:strCache>
                <c:ptCount val="5"/>
                <c:pt idx="1">
                  <c:v>3kbps</c:v>
                </c:pt>
                <c:pt idx="2">
                  <c:v>10kbps</c:v>
                </c:pt>
                <c:pt idx="3">
                  <c:v>20kbps</c:v>
                </c:pt>
                <c:pt idx="4">
                  <c:v>30kbps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1">
                  <c:v>2.5</c:v>
                </c:pt>
                <c:pt idx="2">
                  <c:v>3.2</c:v>
                </c:pt>
                <c:pt idx="3">
                  <c:v>3.3</c:v>
                </c:pt>
                <c:pt idx="4">
                  <c:v>3.4</c:v>
                </c:pt>
                <c:pt idx="5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PAOC</c:v>
                </c:pt>
              </c:strCache>
            </c:strRef>
          </c:tx>
          <c:cat>
            <c:strRef>
              <c:f>Sheet1!$A$2:$A$7</c:f>
              <c:strCache>
                <c:ptCount val="5"/>
                <c:pt idx="1">
                  <c:v>3kbps</c:v>
                </c:pt>
                <c:pt idx="2">
                  <c:v>10kbps</c:v>
                </c:pt>
                <c:pt idx="3">
                  <c:v>20kbps</c:v>
                </c:pt>
                <c:pt idx="4">
                  <c:v>30kbps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1">
                  <c:v>2.8</c:v>
                </c:pt>
                <c:pt idx="2">
                  <c:v>3.6</c:v>
                </c:pt>
                <c:pt idx="3">
                  <c:v>3.9</c:v>
                </c:pt>
                <c:pt idx="4">
                  <c:v>4.2</c:v>
                </c:pt>
                <c:pt idx="5">
                  <c:v>4.5</c:v>
                </c:pt>
              </c:numCache>
            </c:numRef>
          </c:val>
        </c:ser>
        <c:dropLines/>
        <c:axId val="157657728"/>
        <c:axId val="157668096"/>
        <c:axId val="114571456"/>
      </c:area3DChart>
      <c:catAx>
        <c:axId val="157657728"/>
        <c:scaling>
          <c:orientation val="minMax"/>
        </c:scaling>
        <c:axPos val="b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ko-KR" altLang="en-US" sz="1200" dirty="0" smtClean="0"/>
                  <a:t>객체당 </a:t>
                </a:r>
                <a:r>
                  <a:rPr lang="ko-KR" altLang="en-US" sz="1200" dirty="0" err="1" smtClean="0"/>
                  <a:t>비트율</a:t>
                </a:r>
                <a:endParaRPr lang="ko-KR" altLang="en-US" sz="1200" dirty="0"/>
              </a:p>
            </c:rich>
          </c:tx>
          <c:layout>
            <c:manualLayout>
              <c:xMode val="edge"/>
              <c:yMode val="edge"/>
              <c:x val="0.25576918970140555"/>
              <c:y val="0.72552951825644063"/>
            </c:manualLayout>
          </c:layout>
        </c:title>
        <c:majorTickMark val="none"/>
        <c:tickLblPos val="nextTo"/>
        <c:txPr>
          <a:bodyPr/>
          <a:lstStyle/>
          <a:p>
            <a:pPr>
              <a:defRPr sz="1100"/>
            </a:pPr>
            <a:endParaRPr lang="ko-KR"/>
          </a:p>
        </c:txPr>
        <c:crossAx val="157668096"/>
        <c:crosses val="autoZero"/>
        <c:auto val="1"/>
        <c:lblAlgn val="ctr"/>
        <c:lblOffset val="100"/>
      </c:catAx>
      <c:valAx>
        <c:axId val="157668096"/>
        <c:scaling>
          <c:orientation val="minMax"/>
          <c:max val="5"/>
          <c:min val="0"/>
        </c:scaling>
        <c:axPos val="l"/>
        <c:majorGridlines/>
        <c:title>
          <c:tx>
            <c:rich>
              <a:bodyPr rot="0" vert="wordArtVertRtl"/>
              <a:lstStyle/>
              <a:p>
                <a:pPr>
                  <a:defRPr sz="1400"/>
                </a:pPr>
                <a:r>
                  <a:rPr lang="en-US" altLang="ko-KR" sz="1400" dirty="0" smtClean="0"/>
                  <a:t>MOS</a:t>
                </a:r>
                <a:endParaRPr lang="ko-KR" altLang="en-US" sz="1400" dirty="0"/>
              </a:p>
            </c:rich>
          </c:tx>
          <c:layout>
            <c:manualLayout>
              <c:xMode val="edge"/>
              <c:yMode val="edge"/>
              <c:x val="3.3965396176896853E-2"/>
              <c:y val="0.29156422434659934"/>
            </c:manualLayout>
          </c:layout>
        </c:title>
        <c:numFmt formatCode="General" sourceLinked="1"/>
        <c:majorTickMark val="none"/>
        <c:tickLblPos val="nextTo"/>
        <c:txPr>
          <a:bodyPr/>
          <a:lstStyle/>
          <a:p>
            <a:pPr>
              <a:defRPr sz="1200"/>
            </a:pPr>
            <a:endParaRPr lang="ko-KR"/>
          </a:p>
        </c:txPr>
        <c:crossAx val="157657728"/>
        <c:crosses val="autoZero"/>
        <c:crossBetween val="midCat"/>
        <c:majorUnit val="1"/>
      </c:valAx>
      <c:serAx>
        <c:axId val="114571456"/>
        <c:scaling>
          <c:orientation val="minMax"/>
        </c:scaling>
        <c:delete val="1"/>
        <c:axPos val="b"/>
        <c:majorGridlines/>
        <c:majorTickMark val="none"/>
        <c:tickLblPos val="none"/>
        <c:crossAx val="157668096"/>
        <c:crosses val="autoZero"/>
      </c:serAx>
    </c:plotArea>
    <c:legend>
      <c:legendPos val="r"/>
      <c:layout>
        <c:manualLayout>
          <c:xMode val="edge"/>
          <c:yMode val="edge"/>
          <c:x val="0.67175433434409693"/>
          <c:y val="0.54424735077320907"/>
          <c:w val="0.24788370556107417"/>
          <c:h val="0.16226744552566555"/>
        </c:manualLayout>
      </c:layout>
      <c:txPr>
        <a:bodyPr/>
        <a:lstStyle/>
        <a:p>
          <a:pPr>
            <a:defRPr sz="1400"/>
          </a:pPr>
          <a:endParaRPr lang="ko-KR"/>
        </a:p>
      </c:txPr>
    </c:legend>
    <c:plotVisOnly val="1"/>
  </c:chart>
  <c:txPr>
    <a:bodyPr/>
    <a:lstStyle/>
    <a:p>
      <a:pPr>
        <a:defRPr sz="1800"/>
      </a:pPr>
      <a:endParaRPr lang="ko-KR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chart>
    <c:title>
      <c:tx>
        <c:rich>
          <a:bodyPr/>
          <a:lstStyle/>
          <a:p>
            <a:pPr>
              <a:defRPr sz="1800"/>
            </a:pPr>
            <a:r>
              <a:rPr lang="ko-KR" altLang="en-US" sz="1800" smtClean="0"/>
              <a:t>표준 기술 대비 복잡도 우수성</a:t>
            </a:r>
            <a:endParaRPr lang="ko-KR" altLang="en-US" sz="1800" dirty="0"/>
          </a:p>
        </c:rich>
      </c:tx>
      <c:layout>
        <c:manualLayout>
          <c:xMode val="edge"/>
          <c:yMode val="edge"/>
          <c:x val="0.14463738387017552"/>
          <c:y val="0.12840230422365667"/>
        </c:manualLayout>
      </c:layout>
    </c:title>
    <c:view3D>
      <c:perspective val="30"/>
    </c:view3D>
    <c:plotArea>
      <c:layout/>
      <c:area3D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PAOC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Sheet1!$A$2:$A$7</c:f>
              <c:strCache>
                <c:ptCount val="5"/>
                <c:pt idx="1">
                  <c:v>3kbps</c:v>
                </c:pt>
                <c:pt idx="2">
                  <c:v>10kbps</c:v>
                </c:pt>
                <c:pt idx="3">
                  <c:v>20kbps</c:v>
                </c:pt>
                <c:pt idx="4">
                  <c:v>30kbps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45</c:v>
                </c:pt>
                <c:pt idx="2">
                  <c:v>55</c:v>
                </c:pt>
                <c:pt idx="3">
                  <c:v>65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MPEG SAOC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Sheet1!$A$2:$A$7</c:f>
              <c:strCache>
                <c:ptCount val="5"/>
                <c:pt idx="1">
                  <c:v>3kbps</c:v>
                </c:pt>
                <c:pt idx="2">
                  <c:v>10kbps</c:v>
                </c:pt>
                <c:pt idx="3">
                  <c:v>20kbps</c:v>
                </c:pt>
                <c:pt idx="4">
                  <c:v>30kbps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80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dropLines/>
        <c:axId val="158307072"/>
        <c:axId val="158308992"/>
        <c:axId val="157663680"/>
      </c:area3DChart>
      <c:catAx>
        <c:axId val="158307072"/>
        <c:scaling>
          <c:orientation val="minMax"/>
        </c:scaling>
        <c:axPos val="b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ko-KR" altLang="en-US" sz="1200" dirty="0" smtClean="0"/>
                  <a:t>객체당 </a:t>
                </a:r>
                <a:r>
                  <a:rPr lang="ko-KR" altLang="en-US" sz="1200" dirty="0" err="1" smtClean="0"/>
                  <a:t>비트율</a:t>
                </a:r>
                <a:endParaRPr lang="ko-KR" altLang="en-US" sz="1200" dirty="0"/>
              </a:p>
            </c:rich>
          </c:tx>
          <c:layout>
            <c:manualLayout>
              <c:xMode val="edge"/>
              <c:yMode val="edge"/>
              <c:x val="0.29422461089584295"/>
              <c:y val="0.72552951825644063"/>
            </c:manualLayout>
          </c:layout>
        </c:title>
        <c:majorTickMark val="none"/>
        <c:tickLblPos val="nextTo"/>
        <c:txPr>
          <a:bodyPr/>
          <a:lstStyle/>
          <a:p>
            <a:pPr>
              <a:defRPr sz="1100"/>
            </a:pPr>
            <a:endParaRPr lang="ko-KR"/>
          </a:p>
        </c:txPr>
        <c:crossAx val="158308992"/>
        <c:crosses val="autoZero"/>
        <c:auto val="1"/>
        <c:lblAlgn val="ctr"/>
        <c:lblOffset val="100"/>
      </c:catAx>
      <c:valAx>
        <c:axId val="158308992"/>
        <c:scaling>
          <c:orientation val="minMax"/>
        </c:scaling>
        <c:axPos val="l"/>
        <c:majorGridlines/>
        <c:title>
          <c:tx>
            <c:rich>
              <a:bodyPr rot="0" vert="wordArtVertRtl"/>
              <a:lstStyle/>
              <a:p>
                <a:pPr>
                  <a:defRPr sz="1400"/>
                </a:pPr>
                <a:r>
                  <a:rPr lang="ko-KR" altLang="en-US" sz="1400" dirty="0" smtClean="0"/>
                  <a:t>복잡도</a:t>
                </a:r>
                <a:r>
                  <a:rPr lang="en-US" altLang="ko-KR" sz="1400" dirty="0" smtClean="0"/>
                  <a:t>(%)</a:t>
                </a:r>
                <a:endParaRPr lang="ko-KR" altLang="en-US" sz="1400" dirty="0"/>
              </a:p>
            </c:rich>
          </c:tx>
          <c:layout>
            <c:manualLayout>
              <c:xMode val="edge"/>
              <c:yMode val="edge"/>
              <c:x val="3.22729114148377E-2"/>
              <c:y val="0.21709267208822944"/>
            </c:manualLayout>
          </c:layout>
        </c:title>
        <c:numFmt formatCode="General" sourceLinked="1"/>
        <c:majorTickMark val="none"/>
        <c:tickLblPos val="nextTo"/>
        <c:txPr>
          <a:bodyPr/>
          <a:lstStyle/>
          <a:p>
            <a:pPr>
              <a:defRPr sz="1200"/>
            </a:pPr>
            <a:endParaRPr lang="ko-KR"/>
          </a:p>
        </c:txPr>
        <c:crossAx val="158307072"/>
        <c:crosses val="autoZero"/>
        <c:crossBetween val="midCat"/>
      </c:valAx>
      <c:serAx>
        <c:axId val="157663680"/>
        <c:scaling>
          <c:orientation val="minMax"/>
        </c:scaling>
        <c:delete val="1"/>
        <c:axPos val="b"/>
        <c:majorGridlines/>
        <c:majorTickMark val="none"/>
        <c:tickLblPos val="none"/>
        <c:crossAx val="158308992"/>
        <c:crosses val="autoZero"/>
      </c:serAx>
    </c:plotArea>
    <c:legend>
      <c:legendPos val="r"/>
      <c:layout>
        <c:manualLayout>
          <c:xMode val="edge"/>
          <c:yMode val="edge"/>
          <c:x val="0.66939074728248205"/>
          <c:y val="0.45738696850426691"/>
          <c:w val="0.24788370556107417"/>
          <c:h val="0.16226744552566524"/>
        </c:manualLayout>
      </c:layout>
      <c:txPr>
        <a:bodyPr/>
        <a:lstStyle/>
        <a:p>
          <a:pPr>
            <a:defRPr sz="1400"/>
          </a:pPr>
          <a:endParaRPr lang="ko-KR"/>
        </a:p>
      </c:txPr>
    </c:legend>
    <c:plotVisOnly val="1"/>
  </c:chart>
  <c:txPr>
    <a:bodyPr/>
    <a:lstStyle/>
    <a:p>
      <a:pPr>
        <a:defRPr sz="1800"/>
      </a:pPr>
      <a:endParaRPr lang="ko-KR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5FA3B7-1D90-4A6D-B5BA-6A15D16542F8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9DA84CEF-17C9-44EB-A1A0-87C3828DE1AE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달성도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3F3C44C5-E60F-4019-A647-387889CD9DB3}" type="par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2D39EF3D-ABDA-45EC-8929-3CE3F141E390}" type="sib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BC4F6BC-65CB-41A8-8A53-30A8C37CFABD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방법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0EB743A-35BC-49BF-B0FD-065512C7E597}" type="parTrans" cxnId="{E65991AA-B0B6-4179-B8F5-2D7838161456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E6E927C6-51C6-45C3-8128-78889C91D851}" type="sibTrans" cxnId="{E65991AA-B0B6-4179-B8F5-2D7838161456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ABAE5073-6C52-4D7C-8854-D7EAD6618303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결과물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1C1019F-5DF3-4F7D-837C-114A295FB5EC}" type="par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7E4B4FA-E5C7-4D98-B476-FC0677FEFAF5}" type="sib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5659FB8-7814-4BD3-9C88-FAB34115CABF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192588F-AACB-42A7-8B43-1ABB21CD4716}" type="par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53DDC6DF-A270-463F-8AFC-1C70971455A7}" type="sib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0DF05F39-4114-450C-9AC4-D02314D26770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차년도</a:t>
          </a:r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연구계획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ADFA539-852E-40D6-A388-8AB2DB0EA9C8}" type="par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7B4A1EE0-ECBF-4920-AC9A-96E170448509}" type="sib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4AAA10DD-A0AC-48F7-8DF0-C917D47A2D5D}" type="pres">
      <dgm:prSet presAssocID="{E15FA3B7-1D90-4A6D-B5BA-6A15D16542F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BC7ACC3-08AA-4B0E-95D3-7DF9F5D0515B}" type="pres">
      <dgm:prSet presAssocID="{D5659FB8-7814-4BD3-9C88-FAB34115CABF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7ACE5BE-AA18-4645-BA0F-F167D1B27041}" type="pres">
      <dgm:prSet presAssocID="{D5659FB8-7814-4BD3-9C88-FAB34115CABF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73C06742-8345-45BE-BFCE-2C4CA19913EB}" type="pres">
      <dgm:prSet presAssocID="{D5659FB8-7814-4BD3-9C88-FAB34115CAB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CD9E2D2-7B5F-4712-BEF4-EB5B502DD8FD}" type="pres">
      <dgm:prSet presAssocID="{D5659FB8-7814-4BD3-9C88-FAB34115CABF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09AFCA01-1A9E-4B1C-85C6-2874DB800C01}" type="pres">
      <dgm:prSet presAssocID="{D5659FB8-7814-4BD3-9C88-FAB34115CABF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23D89A0-A2BE-409A-BC1E-DAA840BFF119}" type="pres">
      <dgm:prSet presAssocID="{53DDC6DF-A270-463F-8AFC-1C70971455A7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0951A7F2-1E71-43B4-90FF-1787BD4AF019}" type="pres">
      <dgm:prSet presAssocID="{9DA84CEF-17C9-44EB-A1A0-87C3828DE1AE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DF11EFBB-97E3-4D66-9D27-E334728C912F}" type="pres">
      <dgm:prSet presAssocID="{9DA84CEF-17C9-44EB-A1A0-87C3828DE1AE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1ADC506E-807D-4FBD-9F9F-DD547A767F0C}" type="pres">
      <dgm:prSet presAssocID="{9DA84CEF-17C9-44EB-A1A0-87C3828DE1A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320DCBB-A311-4DFC-8E94-D51D084C8E6A}" type="pres">
      <dgm:prSet presAssocID="{9DA84CEF-17C9-44EB-A1A0-87C3828DE1AE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830C68AF-44B6-42BB-A397-B137DD0A7698}" type="pres">
      <dgm:prSet presAssocID="{9DA84CEF-17C9-44EB-A1A0-87C3828DE1AE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51D61CF-BE89-4E59-A2BD-0E290B415B83}" type="pres">
      <dgm:prSet presAssocID="{2D39EF3D-ABDA-45EC-8929-3CE3F141E390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0E90BA75-15A5-4D4A-97F3-5E782A324E25}" type="pres">
      <dgm:prSet presAssocID="{0BC4F6BC-65CB-41A8-8A53-30A8C37CFABD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DDBA80AE-2B16-4C6C-B985-C38748F63D9D}" type="pres">
      <dgm:prSet presAssocID="{0BC4F6BC-65CB-41A8-8A53-30A8C37CFABD}" presName="parentLeftMargin" presStyleLbl="node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84DD1FBA-53A4-46AF-B168-F91B9D404B40}" type="pres">
      <dgm:prSet presAssocID="{0BC4F6BC-65CB-41A8-8A53-30A8C37CFAB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13F752A-EF5A-49EB-AE48-3BEAA6EA723A}" type="pres">
      <dgm:prSet presAssocID="{0BC4F6BC-65CB-41A8-8A53-30A8C37CFABD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9370984A-7FED-4DF4-AE4F-062A2BC0C0A6}" type="pres">
      <dgm:prSet presAssocID="{0BC4F6BC-65CB-41A8-8A53-30A8C37CFABD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598CEE8-79D1-4037-A762-31BAF9BE7491}" type="pres">
      <dgm:prSet presAssocID="{E6E927C6-51C6-45C3-8128-78889C91D851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80431896-12FD-4984-B69C-735F09853F40}" type="pres">
      <dgm:prSet presAssocID="{ABAE5073-6C52-4D7C-8854-D7EAD6618303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6879F7E-D1C5-4F16-93D3-8ADB8F4421FB}" type="pres">
      <dgm:prSet presAssocID="{ABAE5073-6C52-4D7C-8854-D7EAD6618303}" presName="parentLeftMargin" presStyleLbl="node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EB7CE389-B5B1-402F-B989-E968BB7B4CD5}" type="pres">
      <dgm:prSet presAssocID="{ABAE5073-6C52-4D7C-8854-D7EAD661830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1A846A-54F2-4C59-8DDF-B1FB488AEE99}" type="pres">
      <dgm:prSet presAssocID="{ABAE5073-6C52-4D7C-8854-D7EAD6618303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5839E5D4-29CA-4494-A11C-D2C19BBA1CF8}" type="pres">
      <dgm:prSet presAssocID="{ABAE5073-6C52-4D7C-8854-D7EAD6618303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4DEC9B6-B95E-4582-B50C-86C54F6CA8F0}" type="pres">
      <dgm:prSet presAssocID="{07E4B4FA-E5C7-4D98-B476-FC0677FEFAF5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43F9DB0A-6185-48FC-9A8A-2A35F34A2F71}" type="pres">
      <dgm:prSet presAssocID="{0DF05F39-4114-450C-9AC4-D02314D26770}" presName="parentLin" presStyleCnt="0"/>
      <dgm:spPr/>
    </dgm:pt>
    <dgm:pt modelId="{CCC049EB-A2E9-42D1-805A-90A54F449896}" type="pres">
      <dgm:prSet presAssocID="{0DF05F39-4114-450C-9AC4-D02314D26770}" presName="parentLeftMargin" presStyleLbl="node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4D7DFAA5-5575-4975-89A5-62338500865C}" type="pres">
      <dgm:prSet presAssocID="{0DF05F39-4114-450C-9AC4-D02314D2677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46F6C01-85F4-47AD-84CC-63228BE4ABDF}" type="pres">
      <dgm:prSet presAssocID="{0DF05F39-4114-450C-9AC4-D02314D26770}" presName="negativeSpace" presStyleCnt="0"/>
      <dgm:spPr/>
    </dgm:pt>
    <dgm:pt modelId="{16D7B8BE-04DE-4F4A-87A5-C5AF4F4A017F}" type="pres">
      <dgm:prSet presAssocID="{0DF05F39-4114-450C-9AC4-D02314D2677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3B7738AC-6AFF-4D83-8BA7-F1CDEC253DCA}" type="presOf" srcId="{0BC4F6BC-65CB-41A8-8A53-30A8C37CFABD}" destId="{DDBA80AE-2B16-4C6C-B985-C38748F63D9D}" srcOrd="0" destOrd="0" presId="urn:microsoft.com/office/officeart/2005/8/layout/list1"/>
    <dgm:cxn modelId="{947B7F17-CC40-4D11-8876-6C01AA24F722}" srcId="{E15FA3B7-1D90-4A6D-B5BA-6A15D16542F8}" destId="{D5659FB8-7814-4BD3-9C88-FAB34115CABF}" srcOrd="0" destOrd="0" parTransId="{4192588F-AACB-42A7-8B43-1ABB21CD4716}" sibTransId="{53DDC6DF-A270-463F-8AFC-1C70971455A7}"/>
    <dgm:cxn modelId="{8147445B-B8D0-4AD2-87D0-DDEB2D5B5CEA}" type="presOf" srcId="{E15FA3B7-1D90-4A6D-B5BA-6A15D16542F8}" destId="{4AAA10DD-A0AC-48F7-8DF0-C917D47A2D5D}" srcOrd="0" destOrd="0" presId="urn:microsoft.com/office/officeart/2005/8/layout/list1"/>
    <dgm:cxn modelId="{E65991AA-B0B6-4179-B8F5-2D7838161456}" srcId="{E15FA3B7-1D90-4A6D-B5BA-6A15D16542F8}" destId="{0BC4F6BC-65CB-41A8-8A53-30A8C37CFABD}" srcOrd="2" destOrd="0" parTransId="{00EB743A-35BC-49BF-B0FD-065512C7E597}" sibTransId="{E6E927C6-51C6-45C3-8128-78889C91D851}"/>
    <dgm:cxn modelId="{6CAA1BCE-F07D-4C09-9238-40F68F20F711}" type="presOf" srcId="{0DF05F39-4114-450C-9AC4-D02314D26770}" destId="{4D7DFAA5-5575-4975-89A5-62338500865C}" srcOrd="1" destOrd="0" presId="urn:microsoft.com/office/officeart/2005/8/layout/list1"/>
    <dgm:cxn modelId="{8116EDBE-C5F1-45D4-AF80-6BA361224C42}" type="presOf" srcId="{ABAE5073-6C52-4D7C-8854-D7EAD6618303}" destId="{F6879F7E-D1C5-4F16-93D3-8ADB8F4421FB}" srcOrd="0" destOrd="0" presId="urn:microsoft.com/office/officeart/2005/8/layout/list1"/>
    <dgm:cxn modelId="{CE588A26-208E-498C-873D-AE13E73F9E3E}" srcId="{E15FA3B7-1D90-4A6D-B5BA-6A15D16542F8}" destId="{9DA84CEF-17C9-44EB-A1A0-87C3828DE1AE}" srcOrd="1" destOrd="0" parTransId="{3F3C44C5-E60F-4019-A647-387889CD9DB3}" sibTransId="{2D39EF3D-ABDA-45EC-8929-3CE3F141E390}"/>
    <dgm:cxn modelId="{4B998309-EFC2-4BD4-B831-8E8E7A6A541B}" type="presOf" srcId="{0BC4F6BC-65CB-41A8-8A53-30A8C37CFABD}" destId="{84DD1FBA-53A4-46AF-B168-F91B9D404B40}" srcOrd="1" destOrd="0" presId="urn:microsoft.com/office/officeart/2005/8/layout/list1"/>
    <dgm:cxn modelId="{CF07E21A-6D5D-4DE1-A1E7-D5F03E2A0355}" type="presOf" srcId="{ABAE5073-6C52-4D7C-8854-D7EAD6618303}" destId="{EB7CE389-B5B1-402F-B989-E968BB7B4CD5}" srcOrd="1" destOrd="0" presId="urn:microsoft.com/office/officeart/2005/8/layout/list1"/>
    <dgm:cxn modelId="{7FAD6991-2467-41AB-A935-8623EEF6FD82}" type="presOf" srcId="{0DF05F39-4114-450C-9AC4-D02314D26770}" destId="{CCC049EB-A2E9-42D1-805A-90A54F449896}" srcOrd="0" destOrd="0" presId="urn:microsoft.com/office/officeart/2005/8/layout/list1"/>
    <dgm:cxn modelId="{09D6FF7D-B3C6-4DFA-96D0-2525EC881EA9}" type="presOf" srcId="{9DA84CEF-17C9-44EB-A1A0-87C3828DE1AE}" destId="{DF11EFBB-97E3-4D66-9D27-E334728C912F}" srcOrd="0" destOrd="0" presId="urn:microsoft.com/office/officeart/2005/8/layout/list1"/>
    <dgm:cxn modelId="{6FFBCC3C-94B0-4044-88C8-D3A7247E503C}" srcId="{E15FA3B7-1D90-4A6D-B5BA-6A15D16542F8}" destId="{ABAE5073-6C52-4D7C-8854-D7EAD6618303}" srcOrd="3" destOrd="0" parTransId="{D1C1019F-5DF3-4F7D-837C-114A295FB5EC}" sibTransId="{07E4B4FA-E5C7-4D98-B476-FC0677FEFAF5}"/>
    <dgm:cxn modelId="{5D23DEF4-E068-44AF-ADAE-E9D0524F61E7}" type="presOf" srcId="{9DA84CEF-17C9-44EB-A1A0-87C3828DE1AE}" destId="{1ADC506E-807D-4FBD-9F9F-DD547A767F0C}" srcOrd="1" destOrd="0" presId="urn:microsoft.com/office/officeart/2005/8/layout/list1"/>
    <dgm:cxn modelId="{2B475436-B86A-40D9-94CC-BE926C098657}" type="presOf" srcId="{D5659FB8-7814-4BD3-9C88-FAB34115CABF}" destId="{F7ACE5BE-AA18-4645-BA0F-F167D1B27041}" srcOrd="0" destOrd="0" presId="urn:microsoft.com/office/officeart/2005/8/layout/list1"/>
    <dgm:cxn modelId="{B86DC814-9F1C-4585-BE7A-841ABAFCB43A}" type="presOf" srcId="{D5659FB8-7814-4BD3-9C88-FAB34115CABF}" destId="{73C06742-8345-45BE-BFCE-2C4CA19913EB}" srcOrd="1" destOrd="0" presId="urn:microsoft.com/office/officeart/2005/8/layout/list1"/>
    <dgm:cxn modelId="{D9E1AC16-9D36-4C9A-A993-43275988835A}" srcId="{E15FA3B7-1D90-4A6D-B5BA-6A15D16542F8}" destId="{0DF05F39-4114-450C-9AC4-D02314D26770}" srcOrd="4" destOrd="0" parTransId="{4ADFA539-852E-40D6-A388-8AB2DB0EA9C8}" sibTransId="{7B4A1EE0-ECBF-4920-AC9A-96E170448509}"/>
    <dgm:cxn modelId="{6E998FF7-9833-48EF-93B6-BD04EE7B4213}" type="presParOf" srcId="{4AAA10DD-A0AC-48F7-8DF0-C917D47A2D5D}" destId="{BBC7ACC3-08AA-4B0E-95D3-7DF9F5D0515B}" srcOrd="0" destOrd="0" presId="urn:microsoft.com/office/officeart/2005/8/layout/list1"/>
    <dgm:cxn modelId="{D8E11990-6146-4199-9378-39577FF9DC94}" type="presParOf" srcId="{BBC7ACC3-08AA-4B0E-95D3-7DF9F5D0515B}" destId="{F7ACE5BE-AA18-4645-BA0F-F167D1B27041}" srcOrd="0" destOrd="0" presId="urn:microsoft.com/office/officeart/2005/8/layout/list1"/>
    <dgm:cxn modelId="{8F045B3A-5300-40EC-A2DC-982266A14389}" type="presParOf" srcId="{BBC7ACC3-08AA-4B0E-95D3-7DF9F5D0515B}" destId="{73C06742-8345-45BE-BFCE-2C4CA19913EB}" srcOrd="1" destOrd="0" presId="urn:microsoft.com/office/officeart/2005/8/layout/list1"/>
    <dgm:cxn modelId="{71A31E3E-C663-45AD-91EC-F41B59654FC3}" type="presParOf" srcId="{4AAA10DD-A0AC-48F7-8DF0-C917D47A2D5D}" destId="{9CD9E2D2-7B5F-4712-BEF4-EB5B502DD8FD}" srcOrd="1" destOrd="0" presId="urn:microsoft.com/office/officeart/2005/8/layout/list1"/>
    <dgm:cxn modelId="{294BB13E-DB3C-4E29-97EB-642FD09744FA}" type="presParOf" srcId="{4AAA10DD-A0AC-48F7-8DF0-C917D47A2D5D}" destId="{09AFCA01-1A9E-4B1C-85C6-2874DB800C01}" srcOrd="2" destOrd="0" presId="urn:microsoft.com/office/officeart/2005/8/layout/list1"/>
    <dgm:cxn modelId="{3CD07BA9-5E42-43E3-90BF-61D326933A1F}" type="presParOf" srcId="{4AAA10DD-A0AC-48F7-8DF0-C917D47A2D5D}" destId="{C23D89A0-A2BE-409A-BC1E-DAA840BFF119}" srcOrd="3" destOrd="0" presId="urn:microsoft.com/office/officeart/2005/8/layout/list1"/>
    <dgm:cxn modelId="{3EC0A181-7323-4126-91DD-F69F1984B307}" type="presParOf" srcId="{4AAA10DD-A0AC-48F7-8DF0-C917D47A2D5D}" destId="{0951A7F2-1E71-43B4-90FF-1787BD4AF019}" srcOrd="4" destOrd="0" presId="urn:microsoft.com/office/officeart/2005/8/layout/list1"/>
    <dgm:cxn modelId="{3BE48792-09AD-46D3-AF75-F6BE8E810BCD}" type="presParOf" srcId="{0951A7F2-1E71-43B4-90FF-1787BD4AF019}" destId="{DF11EFBB-97E3-4D66-9D27-E334728C912F}" srcOrd="0" destOrd="0" presId="urn:microsoft.com/office/officeart/2005/8/layout/list1"/>
    <dgm:cxn modelId="{4BF7F9D7-9E0C-436C-971E-AEB27E788A01}" type="presParOf" srcId="{0951A7F2-1E71-43B4-90FF-1787BD4AF019}" destId="{1ADC506E-807D-4FBD-9F9F-DD547A767F0C}" srcOrd="1" destOrd="0" presId="urn:microsoft.com/office/officeart/2005/8/layout/list1"/>
    <dgm:cxn modelId="{A3FB8B00-5530-4821-8E3E-5F7E8FF92F83}" type="presParOf" srcId="{4AAA10DD-A0AC-48F7-8DF0-C917D47A2D5D}" destId="{5320DCBB-A311-4DFC-8E94-D51D084C8E6A}" srcOrd="5" destOrd="0" presId="urn:microsoft.com/office/officeart/2005/8/layout/list1"/>
    <dgm:cxn modelId="{CF88DC18-5FDC-425A-AB22-4135628A969B}" type="presParOf" srcId="{4AAA10DD-A0AC-48F7-8DF0-C917D47A2D5D}" destId="{830C68AF-44B6-42BB-A397-B137DD0A7698}" srcOrd="6" destOrd="0" presId="urn:microsoft.com/office/officeart/2005/8/layout/list1"/>
    <dgm:cxn modelId="{8C4B1EE5-07AF-4D21-900D-C26C3571C325}" type="presParOf" srcId="{4AAA10DD-A0AC-48F7-8DF0-C917D47A2D5D}" destId="{D51D61CF-BE89-4E59-A2BD-0E290B415B83}" srcOrd="7" destOrd="0" presId="urn:microsoft.com/office/officeart/2005/8/layout/list1"/>
    <dgm:cxn modelId="{73AB492B-EEA6-4548-9A66-2BE132EDE91E}" type="presParOf" srcId="{4AAA10DD-A0AC-48F7-8DF0-C917D47A2D5D}" destId="{0E90BA75-15A5-4D4A-97F3-5E782A324E25}" srcOrd="8" destOrd="0" presId="urn:microsoft.com/office/officeart/2005/8/layout/list1"/>
    <dgm:cxn modelId="{E4322437-C254-4214-8B7E-69D175F07520}" type="presParOf" srcId="{0E90BA75-15A5-4D4A-97F3-5E782A324E25}" destId="{DDBA80AE-2B16-4C6C-B985-C38748F63D9D}" srcOrd="0" destOrd="0" presId="urn:microsoft.com/office/officeart/2005/8/layout/list1"/>
    <dgm:cxn modelId="{39C39EA5-5E5E-49AB-805E-AAB546779C63}" type="presParOf" srcId="{0E90BA75-15A5-4D4A-97F3-5E782A324E25}" destId="{84DD1FBA-53A4-46AF-B168-F91B9D404B40}" srcOrd="1" destOrd="0" presId="urn:microsoft.com/office/officeart/2005/8/layout/list1"/>
    <dgm:cxn modelId="{DB6721F4-9EA6-45CB-8373-26805E7FC8DB}" type="presParOf" srcId="{4AAA10DD-A0AC-48F7-8DF0-C917D47A2D5D}" destId="{113F752A-EF5A-49EB-AE48-3BEAA6EA723A}" srcOrd="9" destOrd="0" presId="urn:microsoft.com/office/officeart/2005/8/layout/list1"/>
    <dgm:cxn modelId="{46501EA1-E29F-442B-8A61-22C68A171715}" type="presParOf" srcId="{4AAA10DD-A0AC-48F7-8DF0-C917D47A2D5D}" destId="{9370984A-7FED-4DF4-AE4F-062A2BC0C0A6}" srcOrd="10" destOrd="0" presId="urn:microsoft.com/office/officeart/2005/8/layout/list1"/>
    <dgm:cxn modelId="{886F7B35-5585-4F96-B4C4-C6AF0E080FA0}" type="presParOf" srcId="{4AAA10DD-A0AC-48F7-8DF0-C917D47A2D5D}" destId="{9598CEE8-79D1-4037-A762-31BAF9BE7491}" srcOrd="11" destOrd="0" presId="urn:microsoft.com/office/officeart/2005/8/layout/list1"/>
    <dgm:cxn modelId="{A98B5743-F234-4347-AED3-411B476CA63E}" type="presParOf" srcId="{4AAA10DD-A0AC-48F7-8DF0-C917D47A2D5D}" destId="{80431896-12FD-4984-B69C-735F09853F40}" srcOrd="12" destOrd="0" presId="urn:microsoft.com/office/officeart/2005/8/layout/list1"/>
    <dgm:cxn modelId="{DDE91C93-D80F-4072-ADC3-9BDE7A44EF54}" type="presParOf" srcId="{80431896-12FD-4984-B69C-735F09853F40}" destId="{F6879F7E-D1C5-4F16-93D3-8ADB8F4421FB}" srcOrd="0" destOrd="0" presId="urn:microsoft.com/office/officeart/2005/8/layout/list1"/>
    <dgm:cxn modelId="{1DB1ACF6-C0D3-4C90-9EBF-C105C9C3A908}" type="presParOf" srcId="{80431896-12FD-4984-B69C-735F09853F40}" destId="{EB7CE389-B5B1-402F-B989-E968BB7B4CD5}" srcOrd="1" destOrd="0" presId="urn:microsoft.com/office/officeart/2005/8/layout/list1"/>
    <dgm:cxn modelId="{D97602A6-30D8-47EF-BDCA-1DCB8974E860}" type="presParOf" srcId="{4AAA10DD-A0AC-48F7-8DF0-C917D47A2D5D}" destId="{8F1A846A-54F2-4C59-8DDF-B1FB488AEE99}" srcOrd="13" destOrd="0" presId="urn:microsoft.com/office/officeart/2005/8/layout/list1"/>
    <dgm:cxn modelId="{21902EDB-25B9-428A-8CA8-693EF870BEAC}" type="presParOf" srcId="{4AAA10DD-A0AC-48F7-8DF0-C917D47A2D5D}" destId="{5839E5D4-29CA-4494-A11C-D2C19BBA1CF8}" srcOrd="14" destOrd="0" presId="urn:microsoft.com/office/officeart/2005/8/layout/list1"/>
    <dgm:cxn modelId="{6494E244-1558-458A-9106-B49F685F94DC}" type="presParOf" srcId="{4AAA10DD-A0AC-48F7-8DF0-C917D47A2D5D}" destId="{84DEC9B6-B95E-4582-B50C-86C54F6CA8F0}" srcOrd="15" destOrd="0" presId="urn:microsoft.com/office/officeart/2005/8/layout/list1"/>
    <dgm:cxn modelId="{4B3AC221-8095-4BDC-841E-54EA4C7D846C}" type="presParOf" srcId="{4AAA10DD-A0AC-48F7-8DF0-C917D47A2D5D}" destId="{43F9DB0A-6185-48FC-9A8A-2A35F34A2F71}" srcOrd="16" destOrd="0" presId="urn:microsoft.com/office/officeart/2005/8/layout/list1"/>
    <dgm:cxn modelId="{C53C40BE-C1AF-4EB3-83E5-543B242750F1}" type="presParOf" srcId="{43F9DB0A-6185-48FC-9A8A-2A35F34A2F71}" destId="{CCC049EB-A2E9-42D1-805A-90A54F449896}" srcOrd="0" destOrd="0" presId="urn:microsoft.com/office/officeart/2005/8/layout/list1"/>
    <dgm:cxn modelId="{78F26CF8-B149-4AC7-8E17-DAE7C5D7036D}" type="presParOf" srcId="{43F9DB0A-6185-48FC-9A8A-2A35F34A2F71}" destId="{4D7DFAA5-5575-4975-89A5-62338500865C}" srcOrd="1" destOrd="0" presId="urn:microsoft.com/office/officeart/2005/8/layout/list1"/>
    <dgm:cxn modelId="{180285B2-713C-48A3-A7A4-E76160543B9D}" type="presParOf" srcId="{4AAA10DD-A0AC-48F7-8DF0-C917D47A2D5D}" destId="{C46F6C01-85F4-47AD-84CC-63228BE4ABDF}" srcOrd="17" destOrd="0" presId="urn:microsoft.com/office/officeart/2005/8/layout/list1"/>
    <dgm:cxn modelId="{4E4C22CA-FDD8-44C6-A21C-11AFC28A16BD}" type="presParOf" srcId="{4AAA10DD-A0AC-48F7-8DF0-C917D47A2D5D}" destId="{16D7B8BE-04DE-4F4A-87A5-C5AF4F4A017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5FA3B7-1D90-4A6D-B5BA-6A15D16542F8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9DA84CEF-17C9-44EB-A1A0-87C3828DE1AE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달성도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3F3C44C5-E60F-4019-A647-387889CD9DB3}" type="par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2D39EF3D-ABDA-45EC-8929-3CE3F141E390}" type="sib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BC4F6BC-65CB-41A8-8A53-30A8C37CFABD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방법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0EB743A-35BC-49BF-B0FD-065512C7E597}" type="parTrans" cxnId="{E65991AA-B0B6-4179-B8F5-2D7838161456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E6E927C6-51C6-45C3-8128-78889C91D851}" type="sibTrans" cxnId="{E65991AA-B0B6-4179-B8F5-2D7838161456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ABAE5073-6C52-4D7C-8854-D7EAD6618303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결과물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1C1019F-5DF3-4F7D-837C-114A295FB5EC}" type="par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7E4B4FA-E5C7-4D98-B476-FC0677FEFAF5}" type="sib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5659FB8-7814-4BD3-9C88-FAB34115CABF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192588F-AACB-42A7-8B43-1ABB21CD4716}" type="par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53DDC6DF-A270-463F-8AFC-1C70971455A7}" type="sib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0DF05F39-4114-450C-9AC4-D02314D26770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차년도</a:t>
          </a:r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연구계획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ADFA539-852E-40D6-A388-8AB2DB0EA9C8}" type="par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7B4A1EE0-ECBF-4920-AC9A-96E170448509}" type="sib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82555872-9770-4437-8F86-FABF86A24379}">
      <dgm:prSet phldrT="[텍스트]" custT="1"/>
      <dgm:spPr/>
      <dgm:t>
        <a:bodyPr/>
        <a:lstStyle/>
        <a:p>
          <a:pPr latinLnBrk="1"/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18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51C4F6B-EC57-4BF9-BCD4-1CEFBDCBEF8E}" type="parTrans" cxnId="{FA3EA9EE-C5EF-4E31-9423-C69B184F9EFC}">
      <dgm:prSet/>
      <dgm:spPr/>
      <dgm:t>
        <a:bodyPr/>
        <a:lstStyle/>
        <a:p>
          <a:pPr latinLnBrk="1"/>
          <a:endParaRPr lang="ko-KR" altLang="en-US"/>
        </a:p>
      </dgm:t>
    </dgm:pt>
    <dgm:pt modelId="{807C8B30-329B-43E9-AB32-42902B4339D1}" type="sibTrans" cxnId="{FA3EA9EE-C5EF-4E31-9423-C69B184F9EFC}">
      <dgm:prSet/>
      <dgm:spPr/>
      <dgm:t>
        <a:bodyPr/>
        <a:lstStyle/>
        <a:p>
          <a:pPr latinLnBrk="1"/>
          <a:endParaRPr lang="ko-KR" altLang="en-US"/>
        </a:p>
      </dgm:t>
    </dgm:pt>
    <dgm:pt modelId="{2F26582F-E948-4D77-AA37-FF1CDD8C8455}">
      <dgm:prSet custT="1"/>
      <dgm:spPr/>
      <dgm:t>
        <a:bodyPr/>
        <a:lstStyle/>
        <a:p>
          <a:pPr latinLnBrk="1"/>
          <a:r>
            <a:rPr lang="ko-KR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및 내용</a:t>
          </a:r>
        </a:p>
      </dgm:t>
    </dgm:pt>
    <dgm:pt modelId="{1F91C32B-2F63-4B79-9522-D1913EAE12F0}" type="parTrans" cxnId="{C8181CE6-C853-4389-8458-A2643F145619}">
      <dgm:prSet/>
      <dgm:spPr/>
      <dgm:t>
        <a:bodyPr/>
        <a:lstStyle/>
        <a:p>
          <a:pPr latinLnBrk="1"/>
          <a:endParaRPr lang="ko-KR" altLang="en-US"/>
        </a:p>
      </dgm:t>
    </dgm:pt>
    <dgm:pt modelId="{D9D95B61-B6F3-4247-A3F9-0C8ACB36E6FA}" type="sibTrans" cxnId="{C8181CE6-C853-4389-8458-A2643F145619}">
      <dgm:prSet/>
      <dgm:spPr/>
      <dgm:t>
        <a:bodyPr/>
        <a:lstStyle/>
        <a:p>
          <a:pPr latinLnBrk="1"/>
          <a:endParaRPr lang="ko-KR" altLang="en-US"/>
        </a:p>
      </dgm:t>
    </dgm:pt>
    <dgm:pt modelId="{38490286-0FCC-47AD-B300-D1A35AC60CC0}">
      <dgm:prSet custT="1"/>
      <dgm:spPr/>
      <dgm:t>
        <a:bodyPr/>
        <a:lstStyle/>
        <a:p>
          <a:pPr latinLnBrk="1"/>
          <a:r>
            <a:rPr lang="ko-KR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추진일정</a:t>
          </a:r>
        </a:p>
      </dgm:t>
    </dgm:pt>
    <dgm:pt modelId="{34FAC7D2-74BB-4C14-8AAD-228A61BB4CD5}" type="parTrans" cxnId="{CDAE4C86-AB0E-4FFF-A7E1-439DE2096E0B}">
      <dgm:prSet/>
      <dgm:spPr/>
      <dgm:t>
        <a:bodyPr/>
        <a:lstStyle/>
        <a:p>
          <a:pPr latinLnBrk="1"/>
          <a:endParaRPr lang="ko-KR" altLang="en-US"/>
        </a:p>
      </dgm:t>
    </dgm:pt>
    <dgm:pt modelId="{6E43C933-9011-4036-8F2C-918E34552494}" type="sibTrans" cxnId="{CDAE4C86-AB0E-4FFF-A7E1-439DE2096E0B}">
      <dgm:prSet/>
      <dgm:spPr/>
      <dgm:t>
        <a:bodyPr/>
        <a:lstStyle/>
        <a:p>
          <a:pPr latinLnBrk="1"/>
          <a:endParaRPr lang="ko-KR" altLang="en-US"/>
        </a:p>
      </dgm:t>
    </dgm:pt>
    <dgm:pt modelId="{4AAA10DD-A0AC-48F7-8DF0-C917D47A2D5D}" type="pres">
      <dgm:prSet presAssocID="{E15FA3B7-1D90-4A6D-B5BA-6A15D16542F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BC7ACC3-08AA-4B0E-95D3-7DF9F5D0515B}" type="pres">
      <dgm:prSet presAssocID="{D5659FB8-7814-4BD3-9C88-FAB34115CABF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7ACE5BE-AA18-4645-BA0F-F167D1B27041}" type="pres">
      <dgm:prSet presAssocID="{D5659FB8-7814-4BD3-9C88-FAB34115CABF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73C06742-8345-45BE-BFCE-2C4CA19913EB}" type="pres">
      <dgm:prSet presAssocID="{D5659FB8-7814-4BD3-9C88-FAB34115CAB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CD9E2D2-7B5F-4712-BEF4-EB5B502DD8FD}" type="pres">
      <dgm:prSet presAssocID="{D5659FB8-7814-4BD3-9C88-FAB34115CABF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09AFCA01-1A9E-4B1C-85C6-2874DB800C01}" type="pres">
      <dgm:prSet presAssocID="{D5659FB8-7814-4BD3-9C88-FAB34115CABF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23D89A0-A2BE-409A-BC1E-DAA840BFF119}" type="pres">
      <dgm:prSet presAssocID="{53DDC6DF-A270-463F-8AFC-1C70971455A7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0951A7F2-1E71-43B4-90FF-1787BD4AF019}" type="pres">
      <dgm:prSet presAssocID="{9DA84CEF-17C9-44EB-A1A0-87C3828DE1AE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DF11EFBB-97E3-4D66-9D27-E334728C912F}" type="pres">
      <dgm:prSet presAssocID="{9DA84CEF-17C9-44EB-A1A0-87C3828DE1AE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1ADC506E-807D-4FBD-9F9F-DD547A767F0C}" type="pres">
      <dgm:prSet presAssocID="{9DA84CEF-17C9-44EB-A1A0-87C3828DE1A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320DCBB-A311-4DFC-8E94-D51D084C8E6A}" type="pres">
      <dgm:prSet presAssocID="{9DA84CEF-17C9-44EB-A1A0-87C3828DE1AE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830C68AF-44B6-42BB-A397-B137DD0A7698}" type="pres">
      <dgm:prSet presAssocID="{9DA84CEF-17C9-44EB-A1A0-87C3828DE1AE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51D61CF-BE89-4E59-A2BD-0E290B415B83}" type="pres">
      <dgm:prSet presAssocID="{2D39EF3D-ABDA-45EC-8929-3CE3F141E390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0E90BA75-15A5-4D4A-97F3-5E782A324E25}" type="pres">
      <dgm:prSet presAssocID="{0BC4F6BC-65CB-41A8-8A53-30A8C37CFABD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DDBA80AE-2B16-4C6C-B985-C38748F63D9D}" type="pres">
      <dgm:prSet presAssocID="{0BC4F6BC-65CB-41A8-8A53-30A8C37CFABD}" presName="parentLeftMargin" presStyleLbl="node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84DD1FBA-53A4-46AF-B168-F91B9D404B40}" type="pres">
      <dgm:prSet presAssocID="{0BC4F6BC-65CB-41A8-8A53-30A8C37CFAB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13F752A-EF5A-49EB-AE48-3BEAA6EA723A}" type="pres">
      <dgm:prSet presAssocID="{0BC4F6BC-65CB-41A8-8A53-30A8C37CFABD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9370984A-7FED-4DF4-AE4F-062A2BC0C0A6}" type="pres">
      <dgm:prSet presAssocID="{0BC4F6BC-65CB-41A8-8A53-30A8C37CFABD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598CEE8-79D1-4037-A762-31BAF9BE7491}" type="pres">
      <dgm:prSet presAssocID="{E6E927C6-51C6-45C3-8128-78889C91D851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80431896-12FD-4984-B69C-735F09853F40}" type="pres">
      <dgm:prSet presAssocID="{ABAE5073-6C52-4D7C-8854-D7EAD6618303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6879F7E-D1C5-4F16-93D3-8ADB8F4421FB}" type="pres">
      <dgm:prSet presAssocID="{ABAE5073-6C52-4D7C-8854-D7EAD6618303}" presName="parentLeftMargin" presStyleLbl="node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EB7CE389-B5B1-402F-B989-E968BB7B4CD5}" type="pres">
      <dgm:prSet presAssocID="{ABAE5073-6C52-4D7C-8854-D7EAD661830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1A846A-54F2-4C59-8DDF-B1FB488AEE99}" type="pres">
      <dgm:prSet presAssocID="{ABAE5073-6C52-4D7C-8854-D7EAD6618303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5839E5D4-29CA-4494-A11C-D2C19BBA1CF8}" type="pres">
      <dgm:prSet presAssocID="{ABAE5073-6C52-4D7C-8854-D7EAD6618303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4DEC9B6-B95E-4582-B50C-86C54F6CA8F0}" type="pres">
      <dgm:prSet presAssocID="{07E4B4FA-E5C7-4D98-B476-FC0677FEFAF5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43F9DB0A-6185-48FC-9A8A-2A35F34A2F71}" type="pres">
      <dgm:prSet presAssocID="{0DF05F39-4114-450C-9AC4-D02314D26770}" presName="parentLin" presStyleCnt="0"/>
      <dgm:spPr/>
    </dgm:pt>
    <dgm:pt modelId="{CCC049EB-A2E9-42D1-805A-90A54F449896}" type="pres">
      <dgm:prSet presAssocID="{0DF05F39-4114-450C-9AC4-D02314D26770}" presName="parentLeftMargin" presStyleLbl="node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4D7DFAA5-5575-4975-89A5-62338500865C}" type="pres">
      <dgm:prSet presAssocID="{0DF05F39-4114-450C-9AC4-D02314D2677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46F6C01-85F4-47AD-84CC-63228BE4ABDF}" type="pres">
      <dgm:prSet presAssocID="{0DF05F39-4114-450C-9AC4-D02314D26770}" presName="negativeSpace" presStyleCnt="0"/>
      <dgm:spPr/>
    </dgm:pt>
    <dgm:pt modelId="{16D7B8BE-04DE-4F4A-87A5-C5AF4F4A017F}" type="pres">
      <dgm:prSet presAssocID="{0DF05F39-4114-450C-9AC4-D02314D2677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7319A88A-9798-43C1-9C80-68994C6C601D}" type="presOf" srcId="{E15FA3B7-1D90-4A6D-B5BA-6A15D16542F8}" destId="{4AAA10DD-A0AC-48F7-8DF0-C917D47A2D5D}" srcOrd="0" destOrd="0" presId="urn:microsoft.com/office/officeart/2005/8/layout/list1"/>
    <dgm:cxn modelId="{547FE60F-A8FD-40FB-A338-922C46A159CA}" type="presOf" srcId="{0DF05F39-4114-450C-9AC4-D02314D26770}" destId="{CCC049EB-A2E9-42D1-805A-90A54F449896}" srcOrd="0" destOrd="0" presId="urn:microsoft.com/office/officeart/2005/8/layout/list1"/>
    <dgm:cxn modelId="{947B7F17-CC40-4D11-8876-6C01AA24F722}" srcId="{E15FA3B7-1D90-4A6D-B5BA-6A15D16542F8}" destId="{D5659FB8-7814-4BD3-9C88-FAB34115CABF}" srcOrd="0" destOrd="0" parTransId="{4192588F-AACB-42A7-8B43-1ABB21CD4716}" sibTransId="{53DDC6DF-A270-463F-8AFC-1C70971455A7}"/>
    <dgm:cxn modelId="{CE588A26-208E-498C-873D-AE13E73F9E3E}" srcId="{E15FA3B7-1D90-4A6D-B5BA-6A15D16542F8}" destId="{9DA84CEF-17C9-44EB-A1A0-87C3828DE1AE}" srcOrd="1" destOrd="0" parTransId="{3F3C44C5-E60F-4019-A647-387889CD9DB3}" sibTransId="{2D39EF3D-ABDA-45EC-8929-3CE3F141E390}"/>
    <dgm:cxn modelId="{1104A92C-EC97-4B2F-BF81-8D6B2D4A0A62}" type="presOf" srcId="{D5659FB8-7814-4BD3-9C88-FAB34115CABF}" destId="{F7ACE5BE-AA18-4645-BA0F-F167D1B27041}" srcOrd="0" destOrd="0" presId="urn:microsoft.com/office/officeart/2005/8/layout/list1"/>
    <dgm:cxn modelId="{BDDD06E2-D60E-4936-BFAD-A5A1CD7A854F}" type="presOf" srcId="{2F26582F-E948-4D77-AA37-FF1CDD8C8455}" destId="{09AFCA01-1A9E-4B1C-85C6-2874DB800C01}" srcOrd="0" destOrd="1" presId="urn:microsoft.com/office/officeart/2005/8/layout/list1"/>
    <dgm:cxn modelId="{CDAE4C86-AB0E-4FFF-A7E1-439DE2096E0B}" srcId="{D5659FB8-7814-4BD3-9C88-FAB34115CABF}" destId="{38490286-0FCC-47AD-B300-D1A35AC60CC0}" srcOrd="2" destOrd="0" parTransId="{34FAC7D2-74BB-4C14-8AAD-228A61BB4CD5}" sibTransId="{6E43C933-9011-4036-8F2C-918E34552494}"/>
    <dgm:cxn modelId="{F953CBF4-FFB9-4A86-8122-E55BA0AD3EA4}" type="presOf" srcId="{38490286-0FCC-47AD-B300-D1A35AC60CC0}" destId="{09AFCA01-1A9E-4B1C-85C6-2874DB800C01}" srcOrd="0" destOrd="2" presId="urn:microsoft.com/office/officeart/2005/8/layout/list1"/>
    <dgm:cxn modelId="{D00DD3FF-BDBF-427B-A895-33169E08036A}" type="presOf" srcId="{D5659FB8-7814-4BD3-9C88-FAB34115CABF}" destId="{73C06742-8345-45BE-BFCE-2C4CA19913EB}" srcOrd="1" destOrd="0" presId="urn:microsoft.com/office/officeart/2005/8/layout/list1"/>
    <dgm:cxn modelId="{3C98B875-0140-4037-9BB0-56A36BF58614}" type="presOf" srcId="{0DF05F39-4114-450C-9AC4-D02314D26770}" destId="{4D7DFAA5-5575-4975-89A5-62338500865C}" srcOrd="1" destOrd="0" presId="urn:microsoft.com/office/officeart/2005/8/layout/list1"/>
    <dgm:cxn modelId="{47DA2F59-0CD9-4848-BCB2-74020780A79B}" type="presOf" srcId="{82555872-9770-4437-8F86-FABF86A24379}" destId="{09AFCA01-1A9E-4B1C-85C6-2874DB800C01}" srcOrd="0" destOrd="0" presId="urn:microsoft.com/office/officeart/2005/8/layout/list1"/>
    <dgm:cxn modelId="{246F3B26-4808-48C1-9626-4C13C64CC7D3}" type="presOf" srcId="{9DA84CEF-17C9-44EB-A1A0-87C3828DE1AE}" destId="{1ADC506E-807D-4FBD-9F9F-DD547A767F0C}" srcOrd="1" destOrd="0" presId="urn:microsoft.com/office/officeart/2005/8/layout/list1"/>
    <dgm:cxn modelId="{D994DE80-D6F2-4797-883D-DE3717C1CF8B}" type="presOf" srcId="{0BC4F6BC-65CB-41A8-8A53-30A8C37CFABD}" destId="{DDBA80AE-2B16-4C6C-B985-C38748F63D9D}" srcOrd="0" destOrd="0" presId="urn:microsoft.com/office/officeart/2005/8/layout/list1"/>
    <dgm:cxn modelId="{98DB6552-69F8-4815-95C1-90660C6F2BDB}" type="presOf" srcId="{0BC4F6BC-65CB-41A8-8A53-30A8C37CFABD}" destId="{84DD1FBA-53A4-46AF-B168-F91B9D404B40}" srcOrd="1" destOrd="0" presId="urn:microsoft.com/office/officeart/2005/8/layout/list1"/>
    <dgm:cxn modelId="{CD2B3045-B143-451F-882A-06022B167D7C}" type="presOf" srcId="{ABAE5073-6C52-4D7C-8854-D7EAD6618303}" destId="{EB7CE389-B5B1-402F-B989-E968BB7B4CD5}" srcOrd="1" destOrd="0" presId="urn:microsoft.com/office/officeart/2005/8/layout/list1"/>
    <dgm:cxn modelId="{6FFBCC3C-94B0-4044-88C8-D3A7247E503C}" srcId="{E15FA3B7-1D90-4A6D-B5BA-6A15D16542F8}" destId="{ABAE5073-6C52-4D7C-8854-D7EAD6618303}" srcOrd="3" destOrd="0" parTransId="{D1C1019F-5DF3-4F7D-837C-114A295FB5EC}" sibTransId="{07E4B4FA-E5C7-4D98-B476-FC0677FEFAF5}"/>
    <dgm:cxn modelId="{C8181CE6-C853-4389-8458-A2643F145619}" srcId="{D5659FB8-7814-4BD3-9C88-FAB34115CABF}" destId="{2F26582F-E948-4D77-AA37-FF1CDD8C8455}" srcOrd="1" destOrd="0" parTransId="{1F91C32B-2F63-4B79-9522-D1913EAE12F0}" sibTransId="{D9D95B61-B6F3-4247-A3F9-0C8ACB36E6FA}"/>
    <dgm:cxn modelId="{100824E6-D61D-432F-BF7D-5886F75EBA12}" type="presOf" srcId="{9DA84CEF-17C9-44EB-A1A0-87C3828DE1AE}" destId="{DF11EFBB-97E3-4D66-9D27-E334728C912F}" srcOrd="0" destOrd="0" presId="urn:microsoft.com/office/officeart/2005/8/layout/list1"/>
    <dgm:cxn modelId="{D9E1AC16-9D36-4C9A-A993-43275988835A}" srcId="{E15FA3B7-1D90-4A6D-B5BA-6A15D16542F8}" destId="{0DF05F39-4114-450C-9AC4-D02314D26770}" srcOrd="4" destOrd="0" parTransId="{4ADFA539-852E-40D6-A388-8AB2DB0EA9C8}" sibTransId="{7B4A1EE0-ECBF-4920-AC9A-96E170448509}"/>
    <dgm:cxn modelId="{2CEDFD0B-1004-4206-97D9-4BE567A77832}" type="presOf" srcId="{ABAE5073-6C52-4D7C-8854-D7EAD6618303}" destId="{F6879F7E-D1C5-4F16-93D3-8ADB8F4421FB}" srcOrd="0" destOrd="0" presId="urn:microsoft.com/office/officeart/2005/8/layout/list1"/>
    <dgm:cxn modelId="{E65991AA-B0B6-4179-B8F5-2D7838161456}" srcId="{E15FA3B7-1D90-4A6D-B5BA-6A15D16542F8}" destId="{0BC4F6BC-65CB-41A8-8A53-30A8C37CFABD}" srcOrd="2" destOrd="0" parTransId="{00EB743A-35BC-49BF-B0FD-065512C7E597}" sibTransId="{E6E927C6-51C6-45C3-8128-78889C91D851}"/>
    <dgm:cxn modelId="{FA3EA9EE-C5EF-4E31-9423-C69B184F9EFC}" srcId="{D5659FB8-7814-4BD3-9C88-FAB34115CABF}" destId="{82555872-9770-4437-8F86-FABF86A24379}" srcOrd="0" destOrd="0" parTransId="{051C4F6B-EC57-4BF9-BCD4-1CEFBDCBEF8E}" sibTransId="{807C8B30-329B-43E9-AB32-42902B4339D1}"/>
    <dgm:cxn modelId="{4F07DE0C-FE30-4980-9504-F841B8EC1CD3}" type="presParOf" srcId="{4AAA10DD-A0AC-48F7-8DF0-C917D47A2D5D}" destId="{BBC7ACC3-08AA-4B0E-95D3-7DF9F5D0515B}" srcOrd="0" destOrd="0" presId="urn:microsoft.com/office/officeart/2005/8/layout/list1"/>
    <dgm:cxn modelId="{0D012F71-6AC2-428F-858A-273EF9142873}" type="presParOf" srcId="{BBC7ACC3-08AA-4B0E-95D3-7DF9F5D0515B}" destId="{F7ACE5BE-AA18-4645-BA0F-F167D1B27041}" srcOrd="0" destOrd="0" presId="urn:microsoft.com/office/officeart/2005/8/layout/list1"/>
    <dgm:cxn modelId="{244CDE22-BCBB-4B30-AC42-C1D4568742C8}" type="presParOf" srcId="{BBC7ACC3-08AA-4B0E-95D3-7DF9F5D0515B}" destId="{73C06742-8345-45BE-BFCE-2C4CA19913EB}" srcOrd="1" destOrd="0" presId="urn:microsoft.com/office/officeart/2005/8/layout/list1"/>
    <dgm:cxn modelId="{A6E8E868-7C8B-43C9-A81D-9220F24F76AA}" type="presParOf" srcId="{4AAA10DD-A0AC-48F7-8DF0-C917D47A2D5D}" destId="{9CD9E2D2-7B5F-4712-BEF4-EB5B502DD8FD}" srcOrd="1" destOrd="0" presId="urn:microsoft.com/office/officeart/2005/8/layout/list1"/>
    <dgm:cxn modelId="{C4760BCF-4586-4BC1-AA25-381333DF8246}" type="presParOf" srcId="{4AAA10DD-A0AC-48F7-8DF0-C917D47A2D5D}" destId="{09AFCA01-1A9E-4B1C-85C6-2874DB800C01}" srcOrd="2" destOrd="0" presId="urn:microsoft.com/office/officeart/2005/8/layout/list1"/>
    <dgm:cxn modelId="{6B570FC0-222E-4B04-84D7-6367BB1C1AF6}" type="presParOf" srcId="{4AAA10DD-A0AC-48F7-8DF0-C917D47A2D5D}" destId="{C23D89A0-A2BE-409A-BC1E-DAA840BFF119}" srcOrd="3" destOrd="0" presId="urn:microsoft.com/office/officeart/2005/8/layout/list1"/>
    <dgm:cxn modelId="{6773BF13-D149-49E0-8845-08657CB05163}" type="presParOf" srcId="{4AAA10DD-A0AC-48F7-8DF0-C917D47A2D5D}" destId="{0951A7F2-1E71-43B4-90FF-1787BD4AF019}" srcOrd="4" destOrd="0" presId="urn:microsoft.com/office/officeart/2005/8/layout/list1"/>
    <dgm:cxn modelId="{113614EF-E4FA-4571-AE95-936EF9BF3B6F}" type="presParOf" srcId="{0951A7F2-1E71-43B4-90FF-1787BD4AF019}" destId="{DF11EFBB-97E3-4D66-9D27-E334728C912F}" srcOrd="0" destOrd="0" presId="urn:microsoft.com/office/officeart/2005/8/layout/list1"/>
    <dgm:cxn modelId="{BF83798C-ECDD-435D-8ECE-4316CDCCB41A}" type="presParOf" srcId="{0951A7F2-1E71-43B4-90FF-1787BD4AF019}" destId="{1ADC506E-807D-4FBD-9F9F-DD547A767F0C}" srcOrd="1" destOrd="0" presId="urn:microsoft.com/office/officeart/2005/8/layout/list1"/>
    <dgm:cxn modelId="{0020E70D-8215-49B8-845A-C5F601941030}" type="presParOf" srcId="{4AAA10DD-A0AC-48F7-8DF0-C917D47A2D5D}" destId="{5320DCBB-A311-4DFC-8E94-D51D084C8E6A}" srcOrd="5" destOrd="0" presId="urn:microsoft.com/office/officeart/2005/8/layout/list1"/>
    <dgm:cxn modelId="{9B163CE1-EFE0-4DA0-BD85-52805959296F}" type="presParOf" srcId="{4AAA10DD-A0AC-48F7-8DF0-C917D47A2D5D}" destId="{830C68AF-44B6-42BB-A397-B137DD0A7698}" srcOrd="6" destOrd="0" presId="urn:microsoft.com/office/officeart/2005/8/layout/list1"/>
    <dgm:cxn modelId="{BEA2946E-BC8F-4060-AC1E-563751C1ED4C}" type="presParOf" srcId="{4AAA10DD-A0AC-48F7-8DF0-C917D47A2D5D}" destId="{D51D61CF-BE89-4E59-A2BD-0E290B415B83}" srcOrd="7" destOrd="0" presId="urn:microsoft.com/office/officeart/2005/8/layout/list1"/>
    <dgm:cxn modelId="{C9912CDB-8B03-4672-A98C-94824581FE9A}" type="presParOf" srcId="{4AAA10DD-A0AC-48F7-8DF0-C917D47A2D5D}" destId="{0E90BA75-15A5-4D4A-97F3-5E782A324E25}" srcOrd="8" destOrd="0" presId="urn:microsoft.com/office/officeart/2005/8/layout/list1"/>
    <dgm:cxn modelId="{A4CD1C9E-C192-47A9-9851-A85C0526F27C}" type="presParOf" srcId="{0E90BA75-15A5-4D4A-97F3-5E782A324E25}" destId="{DDBA80AE-2B16-4C6C-B985-C38748F63D9D}" srcOrd="0" destOrd="0" presId="urn:microsoft.com/office/officeart/2005/8/layout/list1"/>
    <dgm:cxn modelId="{0F5D42D9-1DC5-43A9-8BF0-4B00A6E28B18}" type="presParOf" srcId="{0E90BA75-15A5-4D4A-97F3-5E782A324E25}" destId="{84DD1FBA-53A4-46AF-B168-F91B9D404B40}" srcOrd="1" destOrd="0" presId="urn:microsoft.com/office/officeart/2005/8/layout/list1"/>
    <dgm:cxn modelId="{6F4A8600-289B-46AD-BE92-5CF6D23EB931}" type="presParOf" srcId="{4AAA10DD-A0AC-48F7-8DF0-C917D47A2D5D}" destId="{113F752A-EF5A-49EB-AE48-3BEAA6EA723A}" srcOrd="9" destOrd="0" presId="urn:microsoft.com/office/officeart/2005/8/layout/list1"/>
    <dgm:cxn modelId="{A9D8FDEC-163B-4202-B0E0-4ED9B05C2038}" type="presParOf" srcId="{4AAA10DD-A0AC-48F7-8DF0-C917D47A2D5D}" destId="{9370984A-7FED-4DF4-AE4F-062A2BC0C0A6}" srcOrd="10" destOrd="0" presId="urn:microsoft.com/office/officeart/2005/8/layout/list1"/>
    <dgm:cxn modelId="{37A69D6D-EDC6-4DFD-9692-274CA2756EB1}" type="presParOf" srcId="{4AAA10DD-A0AC-48F7-8DF0-C917D47A2D5D}" destId="{9598CEE8-79D1-4037-A762-31BAF9BE7491}" srcOrd="11" destOrd="0" presId="urn:microsoft.com/office/officeart/2005/8/layout/list1"/>
    <dgm:cxn modelId="{1E6D70B4-D3C8-46E6-B946-E01CADE2A438}" type="presParOf" srcId="{4AAA10DD-A0AC-48F7-8DF0-C917D47A2D5D}" destId="{80431896-12FD-4984-B69C-735F09853F40}" srcOrd="12" destOrd="0" presId="urn:microsoft.com/office/officeart/2005/8/layout/list1"/>
    <dgm:cxn modelId="{21D8898C-87D4-4562-8072-36ABF9148385}" type="presParOf" srcId="{80431896-12FD-4984-B69C-735F09853F40}" destId="{F6879F7E-D1C5-4F16-93D3-8ADB8F4421FB}" srcOrd="0" destOrd="0" presId="urn:microsoft.com/office/officeart/2005/8/layout/list1"/>
    <dgm:cxn modelId="{AA419C5C-B26C-4635-8C1B-77A0C8DCB475}" type="presParOf" srcId="{80431896-12FD-4984-B69C-735F09853F40}" destId="{EB7CE389-B5B1-402F-B989-E968BB7B4CD5}" srcOrd="1" destOrd="0" presId="urn:microsoft.com/office/officeart/2005/8/layout/list1"/>
    <dgm:cxn modelId="{15E87E7D-0445-4BDD-9607-B39BA7F464A7}" type="presParOf" srcId="{4AAA10DD-A0AC-48F7-8DF0-C917D47A2D5D}" destId="{8F1A846A-54F2-4C59-8DDF-B1FB488AEE99}" srcOrd="13" destOrd="0" presId="urn:microsoft.com/office/officeart/2005/8/layout/list1"/>
    <dgm:cxn modelId="{2232B268-727B-4FFB-BC0F-BCF1C61C2853}" type="presParOf" srcId="{4AAA10DD-A0AC-48F7-8DF0-C917D47A2D5D}" destId="{5839E5D4-29CA-4494-A11C-D2C19BBA1CF8}" srcOrd="14" destOrd="0" presId="urn:microsoft.com/office/officeart/2005/8/layout/list1"/>
    <dgm:cxn modelId="{D9FB2D62-28B0-4421-8677-8A50B1FEAB13}" type="presParOf" srcId="{4AAA10DD-A0AC-48F7-8DF0-C917D47A2D5D}" destId="{84DEC9B6-B95E-4582-B50C-86C54F6CA8F0}" srcOrd="15" destOrd="0" presId="urn:microsoft.com/office/officeart/2005/8/layout/list1"/>
    <dgm:cxn modelId="{5067D57F-891B-4379-80B8-7EB74862D99F}" type="presParOf" srcId="{4AAA10DD-A0AC-48F7-8DF0-C917D47A2D5D}" destId="{43F9DB0A-6185-48FC-9A8A-2A35F34A2F71}" srcOrd="16" destOrd="0" presId="urn:microsoft.com/office/officeart/2005/8/layout/list1"/>
    <dgm:cxn modelId="{8F448508-5BE4-4B9F-B279-89297A6AA12B}" type="presParOf" srcId="{43F9DB0A-6185-48FC-9A8A-2A35F34A2F71}" destId="{CCC049EB-A2E9-42D1-805A-90A54F449896}" srcOrd="0" destOrd="0" presId="urn:microsoft.com/office/officeart/2005/8/layout/list1"/>
    <dgm:cxn modelId="{EA7F89F2-029C-4937-935E-B55F4A5C6B50}" type="presParOf" srcId="{43F9DB0A-6185-48FC-9A8A-2A35F34A2F71}" destId="{4D7DFAA5-5575-4975-89A5-62338500865C}" srcOrd="1" destOrd="0" presId="urn:microsoft.com/office/officeart/2005/8/layout/list1"/>
    <dgm:cxn modelId="{A74FBC23-4CB9-4392-A22E-E2F5C9E3EBD3}" type="presParOf" srcId="{4AAA10DD-A0AC-48F7-8DF0-C917D47A2D5D}" destId="{C46F6C01-85F4-47AD-84CC-63228BE4ABDF}" srcOrd="17" destOrd="0" presId="urn:microsoft.com/office/officeart/2005/8/layout/list1"/>
    <dgm:cxn modelId="{B38966D7-5888-4694-A6A1-71747139AB77}" type="presParOf" srcId="{4AAA10DD-A0AC-48F7-8DF0-C917D47A2D5D}" destId="{16D7B8BE-04DE-4F4A-87A5-C5AF4F4A017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D9F8E6-05E6-4CC9-8B36-C36AC3E879CC}" type="doc">
      <dgm:prSet loTypeId="urn:microsoft.com/office/officeart/2005/8/layout/hierarchy5" loCatId="hierarchy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71E757F8-D31F-45B3-97F2-4777840705D3}">
      <dgm:prSet phldrT="[텍스트]" custT="1"/>
      <dgm:spPr/>
      <dgm:t>
        <a:bodyPr/>
        <a:lstStyle/>
        <a:p>
          <a:pPr latinLnBrk="0"/>
          <a:r>
            <a:rPr lang="ko-KR" altLang="en-US" sz="1400" dirty="0" smtClean="0">
              <a:solidFill>
                <a:schemeClr val="tx1"/>
              </a:solidFill>
              <a:latin typeface="+mn-ea"/>
              <a:ea typeface="+mn-ea"/>
            </a:rPr>
            <a:t>정형화된 음악 </a:t>
          </a:r>
          <a:r>
            <a:rPr lang="ko-KR" altLang="en-US" sz="14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400" dirty="0" smtClean="0">
              <a:solidFill>
                <a:schemeClr val="tx1"/>
              </a:solidFill>
              <a:latin typeface="+mn-ea"/>
              <a:ea typeface="+mn-ea"/>
            </a:rPr>
            <a:t> 서비스를 다양한 변형과 창조적 소비가 가능한 신개념 음악 </a:t>
          </a:r>
          <a:r>
            <a:rPr lang="ko-KR" altLang="en-US" sz="14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400" dirty="0" smtClean="0">
              <a:solidFill>
                <a:schemeClr val="tx1"/>
              </a:solidFill>
              <a:latin typeface="+mn-ea"/>
              <a:ea typeface="+mn-ea"/>
            </a:rPr>
            <a:t> 서비스로 발전시키기 위한 이용자 </a:t>
          </a:r>
          <a:r>
            <a:rPr lang="ko-KR" altLang="en-US" sz="1400" dirty="0" err="1" smtClean="0">
              <a:solidFill>
                <a:schemeClr val="tx1"/>
              </a:solidFill>
              <a:latin typeface="+mn-ea"/>
              <a:ea typeface="+mn-ea"/>
            </a:rPr>
            <a:t>창조형</a:t>
          </a:r>
          <a:r>
            <a:rPr lang="ko-KR" altLang="en-US" sz="1400" dirty="0" smtClean="0">
              <a:solidFill>
                <a:schemeClr val="tx1"/>
              </a:solidFill>
              <a:latin typeface="+mn-ea"/>
              <a:ea typeface="+mn-ea"/>
            </a:rPr>
            <a:t> 음악 </a:t>
          </a:r>
          <a:r>
            <a:rPr lang="ko-KR" altLang="en-US" sz="14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400" dirty="0" smtClean="0">
              <a:solidFill>
                <a:schemeClr val="tx1"/>
              </a:solidFill>
              <a:latin typeface="+mn-ea"/>
              <a:ea typeface="+mn-ea"/>
            </a:rPr>
            <a:t> 서비스 기술 개발</a:t>
          </a:r>
          <a:endParaRPr lang="ko-KR" altLang="en-US" sz="1400" dirty="0">
            <a:solidFill>
              <a:schemeClr val="tx1"/>
            </a:solidFill>
            <a:latin typeface="+mn-ea"/>
            <a:ea typeface="+mn-ea"/>
          </a:endParaRPr>
        </a:p>
      </dgm:t>
    </dgm:pt>
    <dgm:pt modelId="{961C3304-2CD9-4193-94BB-26F4506A9565}" type="parTrans" cxnId="{61BF3367-5191-4825-8D10-EB2196CD1F7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DC2E61BA-7335-4B62-8EC4-1C1245C94DA7}" type="sibTrans" cxnId="{61BF3367-5191-4825-8D10-EB2196CD1F7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5B51ED2E-6B3B-4477-9394-97525A326206}">
      <dgm:prSet phldrT="[텍스트]" custT="1"/>
      <dgm:spPr/>
      <dgm:t>
        <a:bodyPr/>
        <a:lstStyle/>
        <a:p>
          <a:pPr latinLnBrk="1"/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이용자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창조형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음악 </a:t>
          </a:r>
          <a: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서비스를 위한</a:t>
          </a:r>
          <a: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음악 신호처리 기술 </a:t>
          </a:r>
          <a: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연구</a:t>
          </a:r>
          <a:endParaRPr lang="ko-KR" altLang="en-US" sz="1200" dirty="0">
            <a:solidFill>
              <a:schemeClr val="tx1"/>
            </a:solidFill>
            <a:latin typeface="+mn-ea"/>
            <a:ea typeface="+mn-ea"/>
          </a:endParaRPr>
        </a:p>
      </dgm:t>
    </dgm:pt>
    <dgm:pt modelId="{AE46F7FD-F9EB-4ED3-A03A-05BE6CA104C8}" type="parTrans" cxnId="{99D6AAB4-C161-464A-96CA-5C7A61324BF3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D0D3F396-F70A-4420-ACE3-DA4E6DBF76CB}" type="sibTrans" cxnId="{99D6AAB4-C161-464A-96CA-5C7A61324BF3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716EB8FE-51D0-438C-8030-4C06CF5574F8}">
      <dgm:prSet phldrT="[텍스트]" custT="1"/>
      <dgm:spPr/>
      <dgm:t>
        <a:bodyPr/>
        <a:lstStyle/>
        <a:p>
          <a:pPr latinLnBrk="0"/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기존의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활용을 위한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분리 기술</a:t>
          </a:r>
        </a:p>
      </dgm:t>
    </dgm:pt>
    <dgm:pt modelId="{86071B79-7AF3-434D-91F0-733E33932EE7}" type="parTrans" cxnId="{B525E9C6-21EE-452C-AF5B-60513E06B7C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441EB701-1E45-42EE-B190-1EEE0CE8CA21}" type="sibTrans" cxnId="{B525E9C6-21EE-452C-AF5B-60513E06B7C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F785D5EE-99D7-4129-AA9D-219C26B069E6}">
      <dgm:prSet phldrT="[텍스트]" custT="1"/>
      <dgm:spPr/>
      <dgm:t>
        <a:bodyPr/>
        <a:lstStyle/>
        <a:p>
          <a:pPr latinLnBrk="0"/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이용자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창조형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음악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서비스 기술검증 시스템 개발</a:t>
          </a:r>
          <a:endParaRPr lang="ko-KR" altLang="en-US" sz="1200" dirty="0">
            <a:solidFill>
              <a:schemeClr val="tx1"/>
            </a:solidFill>
            <a:latin typeface="+mn-ea"/>
            <a:ea typeface="+mn-ea"/>
          </a:endParaRPr>
        </a:p>
      </dgm:t>
    </dgm:pt>
    <dgm:pt modelId="{F7665885-CA43-4EAC-BA0C-CCE5B84C4CC4}" type="parTrans" cxnId="{DE76C94D-73F8-4E7D-9AB0-01570F22EBB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D49C3AC2-1CF1-4AC9-B456-2ADF35634227}" type="sibTrans" cxnId="{DE76C94D-73F8-4E7D-9AB0-01570F22EBB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FD5ABEED-CED5-43AB-AD29-AAED66412883}">
      <dgm:prSet phldrT="[텍스트]" custT="1"/>
      <dgm:spPr/>
      <dgm:t>
        <a:bodyPr/>
        <a:lstStyle/>
        <a:p>
          <a:pPr latinLnBrk="0"/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이용자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창조형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음악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저작기술 </a:t>
          </a:r>
          <a: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  <a:t>(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저작도구</a:t>
          </a:r>
          <a: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  <a:t>)</a:t>
          </a:r>
        </a:p>
      </dgm:t>
    </dgm:pt>
    <dgm:pt modelId="{DE81E94C-56A3-4DD4-94F7-1AC946FC2545}" type="parTrans" cxnId="{310CD0D9-246B-4CC2-BD69-7189EBCF6907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564138D8-297A-4DAA-B679-66A7AC8993F4}" type="sibTrans" cxnId="{310CD0D9-246B-4CC2-BD69-7189EBCF6907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376BD15B-1B1F-4501-9780-9941743B1E5D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solidFill>
                <a:schemeClr val="tx1"/>
              </a:solidFill>
              <a:latin typeface="+mn-ea"/>
              <a:ea typeface="+mn-ea"/>
            </a:rPr>
            <a:t>최종목표</a:t>
          </a:r>
          <a:endParaRPr lang="ko-KR" altLang="en-US" sz="2000" dirty="0">
            <a:solidFill>
              <a:schemeClr val="tx1"/>
            </a:solidFill>
            <a:latin typeface="+mn-ea"/>
            <a:ea typeface="+mn-ea"/>
          </a:endParaRPr>
        </a:p>
      </dgm:t>
    </dgm:pt>
    <dgm:pt modelId="{7338EC72-FBE1-437A-AFF9-153FF07DD30E}" type="parTrans" cxnId="{DF5BE3F0-83B0-46A9-8A11-EE0A7FE4F2C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EA7E902B-F364-438A-84CA-BD98F6BF6248}" type="sibTrans" cxnId="{DF5BE3F0-83B0-46A9-8A11-EE0A7FE4F2C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3AD1CE35-02E1-4CA1-AFFE-DADA57EFC9FB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solidFill>
                <a:schemeClr val="tx1"/>
              </a:solidFill>
              <a:latin typeface="+mn-ea"/>
              <a:ea typeface="+mn-ea"/>
            </a:rPr>
            <a:t>기술분야</a:t>
          </a:r>
          <a:endParaRPr lang="ko-KR" altLang="en-US" sz="2000" dirty="0">
            <a:solidFill>
              <a:schemeClr val="tx1"/>
            </a:solidFill>
            <a:latin typeface="+mn-ea"/>
            <a:ea typeface="+mn-ea"/>
          </a:endParaRPr>
        </a:p>
      </dgm:t>
    </dgm:pt>
    <dgm:pt modelId="{755D33C7-75CA-42C2-B0B3-900F576DD372}" type="parTrans" cxnId="{358DEADF-9EF7-4670-825C-8A45F96010B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C99AAB12-D37F-4F15-BED5-BE3558D59764}" type="sibTrans" cxnId="{358DEADF-9EF7-4670-825C-8A45F96010B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A6E180AB-01D7-4FCF-A1FA-66E4F230E4CA}">
      <dgm:prSet phldrT="[텍스트]" custT="1"/>
      <dgm:spPr/>
      <dgm:t>
        <a:bodyPr/>
        <a:lstStyle/>
        <a:p>
          <a:pPr latinLnBrk="0"/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고품질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다객체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오디오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부복호화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기술</a:t>
          </a:r>
          <a:endParaRPr lang="en-US" altLang="ko-KR" sz="1200" dirty="0" smtClean="0">
            <a:solidFill>
              <a:schemeClr val="tx1"/>
            </a:solidFill>
            <a:latin typeface="+mn-ea"/>
            <a:ea typeface="+mn-ea"/>
          </a:endParaRPr>
        </a:p>
      </dgm:t>
    </dgm:pt>
    <dgm:pt modelId="{AF5F70B5-7795-4291-942F-0B3478D731FE}" type="sibTrans" cxnId="{69238DD6-B328-4D8C-896D-241F7B1340CB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044648A7-BD74-41A9-98D5-73D7E0B74E3E}" type="parTrans" cxnId="{69238DD6-B328-4D8C-896D-241F7B1340CB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A3BF3ABA-129F-465F-B57B-9F955510A5B1}">
      <dgm:prSet phldrT="[텍스트]" custT="1"/>
      <dgm:spPr/>
      <dgm:t>
        <a:bodyPr/>
        <a:lstStyle/>
        <a:p>
          <a:pPr latinLnBrk="0"/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이용자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창조형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음악 </a:t>
          </a:r>
          <a:r>
            <a:rPr lang="ko-KR" altLang="en-US" sz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 재생기술 </a:t>
          </a:r>
          <a: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  <a:t>(</a:t>
          </a: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재생기</a:t>
          </a:r>
          <a: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  <a:t>)</a:t>
          </a:r>
        </a:p>
      </dgm:t>
    </dgm:pt>
    <dgm:pt modelId="{1CE7121C-269D-4594-A396-BAA6488ECE71}" type="parTrans" cxnId="{4C6D8189-DFA7-4761-B727-4EEA2C1DD4C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4120DA36-2DFE-46BA-BC21-0E9D1634F4E1}" type="sibTrans" cxnId="{4C6D8189-DFA7-4761-B727-4EEA2C1DD4C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82BB5847-0727-454E-958E-8A95A44290A7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solidFill>
                <a:schemeClr val="tx1"/>
              </a:solidFill>
              <a:latin typeface="+mn-ea"/>
              <a:ea typeface="+mn-ea"/>
            </a:rPr>
            <a:t>기술개발 및 </a:t>
          </a:r>
          <a:r>
            <a:rPr lang="en-US" altLang="ko-KR" sz="20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20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ko-KR" altLang="en-US" sz="2000" dirty="0" smtClean="0">
              <a:solidFill>
                <a:schemeClr val="tx1"/>
              </a:solidFill>
              <a:latin typeface="+mn-ea"/>
              <a:ea typeface="+mn-ea"/>
            </a:rPr>
            <a:t>성능목표</a:t>
          </a:r>
          <a:endParaRPr lang="en-US" altLang="ko-KR" sz="2000" dirty="0" smtClean="0">
            <a:solidFill>
              <a:schemeClr val="tx1"/>
            </a:solidFill>
            <a:latin typeface="+mn-ea"/>
            <a:ea typeface="+mn-ea"/>
          </a:endParaRPr>
        </a:p>
      </dgm:t>
    </dgm:pt>
    <dgm:pt modelId="{D85BC6CF-B298-4DB0-88EB-BDE9169C5973}" type="parTrans" cxnId="{A9B0EE73-CDB4-4231-BE77-C4FE220C863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F29AEF47-643E-4980-AEF5-A6B295CE8D9A}" type="sibTrans" cxnId="{A9B0EE73-CDB4-4231-BE77-C4FE220C863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4F706535-5FDD-443A-95A9-A2D6CC2C34AE}">
      <dgm:prSet phldrT="[텍스트]" custT="1"/>
      <dgm:spPr/>
      <dgm:t>
        <a:bodyPr/>
        <a:lstStyle/>
        <a:p>
          <a:pPr latinLnBrk="0"/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일반 음악 신호</a:t>
          </a:r>
          <a:r>
            <a:rPr lang="en-US" altLang="ko-KR" sz="1100" b="1" baseline="30000" dirty="0" smtClean="0">
              <a:solidFill>
                <a:schemeClr val="tx1"/>
              </a:solidFill>
              <a:latin typeface="+mn-ea"/>
              <a:ea typeface="+mn-ea"/>
            </a:rPr>
            <a:t>1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에서 주요 객체 음원</a:t>
          </a:r>
          <a:r>
            <a:rPr lang="en-US" altLang="ko-KR" sz="1100" b="1" baseline="30000" dirty="0" smtClean="0">
              <a:solidFill>
                <a:schemeClr val="tx1"/>
              </a:solidFill>
              <a:latin typeface="+mn-ea"/>
              <a:ea typeface="+mn-ea"/>
            </a:rPr>
            <a:t>2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을 추출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제거하는 기술</a:t>
          </a:r>
        </a:p>
      </dgm:t>
    </dgm:pt>
    <dgm:pt modelId="{312FF838-D46C-4736-BF19-9BA584DD3D64}" type="parTrans" cxnId="{B79B94F6-30EE-4F5C-BB07-C2D2969B9A3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1B54BC96-D92C-4EB9-BE4C-EC50F1DF29A1}" type="sibTrans" cxnId="{B79B94F6-30EE-4F5C-BB07-C2D2969B9A3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6B7C0307-A31A-4D22-94EE-AE911B5BBE98}">
      <dgm:prSet phldrT="[텍스트]" custT="1"/>
      <dgm:spPr/>
      <dgm:t>
        <a:bodyPr/>
        <a:lstStyle/>
        <a:p>
          <a:pPr latinLnBrk="0"/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SIR</a:t>
          </a:r>
          <a:r>
            <a:rPr lang="en-US" altLang="ko-KR" sz="1100" b="1" baseline="30000" dirty="0" smtClean="0">
              <a:solidFill>
                <a:schemeClr val="tx1"/>
              </a:solidFill>
              <a:latin typeface="+mn-ea"/>
              <a:ea typeface="+mn-ea"/>
            </a:rPr>
            <a:t>4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 10dB 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이상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MOS</a:t>
          </a:r>
          <a:r>
            <a:rPr lang="en-US" altLang="ko-KR" sz="1100" b="1" baseline="30000" dirty="0" smtClean="0">
              <a:solidFill>
                <a:schemeClr val="tx1"/>
              </a:solidFill>
              <a:latin typeface="+mn-ea"/>
              <a:ea typeface="+mn-ea"/>
            </a:rPr>
            <a:t>5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 3.5 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이상</a:t>
          </a:r>
        </a:p>
      </dgm:t>
    </dgm:pt>
    <dgm:pt modelId="{1148C535-5558-49A4-A9C0-85D144848AE9}" type="parTrans" cxnId="{7062CC8C-3E0C-4121-B0BF-C2150813020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B641AFAC-6768-49BE-8380-84AB0BB67544}" type="sibTrans" cxnId="{7062CC8C-3E0C-4121-B0BF-C2150813020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C74E27B5-D466-410E-B188-F87DF2A0A247}">
      <dgm:prSet phldrT="[텍스트]" custT="1"/>
      <dgm:spPr/>
      <dgm:t>
        <a:bodyPr/>
        <a:lstStyle/>
        <a:p>
          <a:pPr latinLnBrk="0"/>
          <a:r>
            <a:rPr lang="ko-KR" altLang="en-US" sz="11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 특징 기반 스테레오 오디오 부호화 기술</a:t>
          </a:r>
          <a:endParaRPr lang="en-US" altLang="ko-KR" sz="1100" dirty="0" smtClean="0">
            <a:solidFill>
              <a:schemeClr val="tx1"/>
            </a:solidFill>
            <a:latin typeface="+mn-ea"/>
            <a:ea typeface="+mn-ea"/>
          </a:endParaRPr>
        </a:p>
      </dgm:t>
    </dgm:pt>
    <dgm:pt modelId="{B6B39238-6EBC-4240-BDD1-E2FA3DB6BF67}" type="parTrans" cxnId="{C51282FF-6C5B-4E06-B401-0B5471184E1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04D2BE10-6CA1-4E5D-B4F7-A6907F056E4D}" type="sibTrans" cxnId="{C51282FF-6C5B-4E06-B401-0B5471184E1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6F807EFF-2ABC-439C-BE7B-D298CA8EA1AE}">
      <dgm:prSet phldrT="[텍스트]" custT="1"/>
      <dgm:spPr/>
      <dgm:t>
        <a:bodyPr/>
        <a:lstStyle/>
        <a:p>
          <a:pPr latinLnBrk="0"/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MOS 4.0 @ 48kbps </a:t>
          </a:r>
        </a:p>
      </dgm:t>
    </dgm:pt>
    <dgm:pt modelId="{083416CA-209D-4E02-A970-53AE3C142427}" type="parTrans" cxnId="{D645E68E-F9DB-4ACC-B965-11EEF2426254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F5D42860-3421-4B7D-9B41-1C3B15339AC3}" type="sibTrans" cxnId="{D645E68E-F9DB-4ACC-B965-11EEF2426254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75C4816D-4F3F-42D1-994E-5206DB0EC98B}">
      <dgm:prSet phldrT="[텍스트]" custT="1"/>
      <dgm:spPr/>
      <dgm:t>
        <a:bodyPr/>
        <a:lstStyle/>
        <a:p>
          <a:pPr latinLnBrk="0"/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음악 분위기</a:t>
          </a:r>
          <a: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12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ko-KR" altLang="en-US" sz="1200" dirty="0" smtClean="0">
              <a:solidFill>
                <a:schemeClr val="tx1"/>
              </a:solidFill>
              <a:latin typeface="+mn-ea"/>
              <a:ea typeface="+mn-ea"/>
            </a:rPr>
            <a:t>제어 기술</a:t>
          </a:r>
          <a:endParaRPr lang="en-US" altLang="ko-KR" sz="1200" dirty="0" smtClean="0">
            <a:solidFill>
              <a:schemeClr val="tx1"/>
            </a:solidFill>
            <a:latin typeface="+mn-ea"/>
            <a:ea typeface="+mn-ea"/>
          </a:endParaRPr>
        </a:p>
      </dgm:t>
    </dgm:pt>
    <dgm:pt modelId="{BCFD91C0-4AF1-42A4-A016-B367EE0BCA09}" type="parTrans" cxnId="{28E3A4C1-E59E-48ED-AFBA-5C2D9A67D41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A7256330-3A59-46E8-A97D-320EFDA9DE1F}" type="sibTrans" cxnId="{28E3A4C1-E59E-48ED-AFBA-5C2D9A67D41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8F178C81-8530-4F61-9B54-71A1600C833F}">
      <dgm:prSet phldrT="[텍스트]" custT="1"/>
      <dgm:spPr/>
      <dgm:t>
        <a:bodyPr/>
        <a:lstStyle/>
        <a:p>
          <a:pPr latinLnBrk="0"/>
          <a:r>
            <a:rPr lang="ko-KR" altLang="en-US" sz="1100" dirty="0" err="1" smtClean="0">
              <a:solidFill>
                <a:schemeClr val="tx1"/>
              </a:solidFill>
              <a:latin typeface="+mn-ea"/>
              <a:ea typeface="+mn-ea"/>
            </a:rPr>
            <a:t>파라미터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 기반 </a:t>
          </a:r>
          <a:r>
            <a:rPr lang="ko-KR" altLang="en-US" sz="1100" dirty="0" err="1" smtClean="0">
              <a:solidFill>
                <a:schemeClr val="tx1"/>
              </a:solidFill>
              <a:latin typeface="+mn-ea"/>
              <a:ea typeface="+mn-ea"/>
            </a:rPr>
            <a:t>다객체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 오디오 부호화 기술</a:t>
          </a:r>
          <a:r>
            <a:rPr lang="en-US" altLang="ko-KR" sz="1100" b="1" baseline="30000" dirty="0" smtClean="0">
              <a:solidFill>
                <a:schemeClr val="tx1"/>
              </a:solidFill>
              <a:latin typeface="+mn-ea"/>
              <a:ea typeface="+mn-ea"/>
            </a:rPr>
            <a:t>3</a:t>
          </a:r>
          <a:endParaRPr lang="en-US" altLang="ko-KR" sz="1100" b="1" dirty="0" smtClean="0">
            <a:solidFill>
              <a:schemeClr val="tx1"/>
            </a:solidFill>
            <a:latin typeface="+mn-ea"/>
            <a:ea typeface="+mn-ea"/>
          </a:endParaRPr>
        </a:p>
      </dgm:t>
    </dgm:pt>
    <dgm:pt modelId="{70060047-E0C6-411E-B0A6-D587D49F80C7}" type="parTrans" cxnId="{71E32368-5938-4FB7-9123-11A4AC576C1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99E47DA6-C247-40E1-95E8-9D983806D25C}" type="sibTrans" cxnId="{71E32368-5938-4FB7-9123-11A4AC576C1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E246A42C-6D40-42F9-B1DA-093D4903175A}">
      <dgm:prSet phldrT="[텍스트]" custT="1"/>
      <dgm:spPr/>
      <dgm:t>
        <a:bodyPr/>
        <a:lstStyle/>
        <a:p>
          <a:pPr latinLnBrk="0"/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5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개 객체에 대해 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MOS 4.0 @ 40kbps</a:t>
          </a:r>
          <a:r>
            <a:rPr lang="en-US" altLang="ko-KR" sz="1100" b="1" baseline="30000" dirty="0" smtClean="0">
              <a:solidFill>
                <a:schemeClr val="tx1"/>
              </a:solidFill>
              <a:latin typeface="+mn-ea"/>
              <a:ea typeface="+mn-ea"/>
            </a:rPr>
            <a:t>6</a:t>
          </a:r>
          <a:endParaRPr lang="en-US" altLang="ko-KR" sz="1100" b="1" dirty="0" smtClean="0">
            <a:solidFill>
              <a:schemeClr val="tx1"/>
            </a:solidFill>
            <a:latin typeface="+mn-ea"/>
            <a:ea typeface="+mn-ea"/>
          </a:endParaRPr>
        </a:p>
      </dgm:t>
    </dgm:pt>
    <dgm:pt modelId="{A33F0029-6358-414A-A353-E0FB064BC6FF}" type="parTrans" cxnId="{B4B803B5-9C7E-420A-B2E2-4C4F3936BFB1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B5785C87-9C26-448E-9A0E-D286D93E9A6C}" type="sibTrans" cxnId="{B4B803B5-9C7E-420A-B2E2-4C4F3936BFB1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73B76296-A962-4F20-9330-0ADDEFC7E0F9}">
      <dgm:prSet phldrT="[텍스트]" custT="1"/>
      <dgm:spPr/>
      <dgm:t>
        <a:bodyPr/>
        <a:lstStyle/>
        <a:p>
          <a:pPr latinLnBrk="0"/>
          <a:r>
            <a:rPr lang="ko-KR" altLang="en-US" sz="1100" dirty="0" err="1" smtClean="0">
              <a:solidFill>
                <a:schemeClr val="tx1"/>
              </a:solidFill>
              <a:latin typeface="+mn-ea"/>
              <a:ea typeface="+mn-ea"/>
            </a:rPr>
            <a:t>음원의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 특징 검출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변환 및 악기 트랙 추가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제거에 의한 음악 장면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분위기 제어 기술</a:t>
          </a:r>
          <a:endParaRPr lang="en-US" altLang="ko-KR" sz="1100" dirty="0" smtClean="0">
            <a:solidFill>
              <a:schemeClr val="tx1"/>
            </a:solidFill>
            <a:latin typeface="+mn-ea"/>
            <a:ea typeface="+mn-ea"/>
          </a:endParaRPr>
        </a:p>
      </dgm:t>
    </dgm:pt>
    <dgm:pt modelId="{EE552DB7-9EA9-4419-BA18-261FF59ED9C6}" type="parTrans" cxnId="{80D2EBED-B7E0-40F5-A5CD-E4C2BCCD1BFC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E6BDE6E0-C839-43D4-9C02-B38788FAF40D}" type="sibTrans" cxnId="{80D2EBED-B7E0-40F5-A5CD-E4C2BCCD1BFC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0A793CDE-69BC-4C21-B3ED-B49D4F2CD55B}">
      <dgm:prSet phldrT="[텍스트]" custT="1"/>
      <dgm:spPr/>
      <dgm:t>
        <a:bodyPr/>
        <a:lstStyle/>
        <a:p>
          <a:pPr latinLnBrk="0"/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특징 추출 성능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 85% 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이상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(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추출된 </a:t>
          </a:r>
          <a:r>
            <a:rPr lang="ko-KR" altLang="en-US" sz="1100" dirty="0" err="1" smtClean="0">
              <a:solidFill>
                <a:schemeClr val="tx1"/>
              </a:solidFill>
              <a:latin typeface="+mn-ea"/>
              <a:ea typeface="+mn-ea"/>
            </a:rPr>
            <a:t>음원특징과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 실제 </a:t>
          </a:r>
          <a:r>
            <a:rPr lang="ko-KR" altLang="en-US" sz="11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 구간의 검출 적중률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)</a:t>
          </a:r>
        </a:p>
      </dgm:t>
    </dgm:pt>
    <dgm:pt modelId="{8BC43B55-C821-4A41-9D10-123841493280}" type="parTrans" cxnId="{DFE93497-BFDA-4862-81AC-9D68A0D831F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A90D92D7-5903-422B-9C3E-0D407CE78376}" type="sibTrans" cxnId="{DFE93497-BFDA-4862-81AC-9D68A0D831F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8355A967-1AAD-4AC7-9F1A-AFA995CD51D8}">
      <dgm:prSet phldrT="[텍스트]" custT="1"/>
      <dgm:spPr/>
      <dgm:t>
        <a:bodyPr/>
        <a:lstStyle/>
        <a:p>
          <a:pPr latinLnBrk="0"/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기능 검증 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(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스테레오 </a:t>
          </a:r>
          <a:r>
            <a:rPr lang="ko-KR" altLang="en-US" sz="11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 추출</a:t>
          </a:r>
          <a:r>
            <a:rPr lang="en-US" altLang="en-US" sz="11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제거</a:t>
          </a:r>
          <a:r>
            <a:rPr lang="en-US" altLang="en-US" sz="11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en-US" sz="11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 특징 추출</a:t>
          </a:r>
          <a:r>
            <a:rPr lang="en-US" altLang="en-US" sz="11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제어</a:t>
          </a:r>
          <a:r>
            <a:rPr lang="en-US" altLang="en-US" sz="11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en-US" sz="11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 생성</a:t>
          </a:r>
          <a:r>
            <a:rPr lang="en-US" altLang="en-US" sz="11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부호화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)</a:t>
          </a:r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 </a:t>
          </a:r>
          <a:endParaRPr lang="en-US" altLang="ko-KR" sz="1100" dirty="0" smtClean="0">
            <a:solidFill>
              <a:schemeClr val="tx1"/>
            </a:solidFill>
            <a:latin typeface="+mn-ea"/>
            <a:ea typeface="+mn-ea"/>
          </a:endParaRPr>
        </a:p>
      </dgm:t>
    </dgm:pt>
    <dgm:pt modelId="{2229CFDE-A6B6-4E6A-BBA4-FF3686AED0EC}" type="sibTrans" cxnId="{7FC3C36B-9050-4548-BB6E-4257620C2524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127425B7-F2F3-47B7-90DB-DCCBA715A6D4}" type="parTrans" cxnId="{7FC3C36B-9050-4548-BB6E-4257620C2524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21F83FE6-C88A-4D34-BF70-A30BBF3EDE53}">
      <dgm:prSet phldrT="[텍스트]" custT="1"/>
      <dgm:spPr/>
      <dgm:t>
        <a:bodyPr/>
        <a:lstStyle/>
        <a:p>
          <a:pPr latinLnBrk="0"/>
          <a:r>
            <a:rPr lang="ko-KR" altLang="en-US" sz="1100" dirty="0" smtClean="0">
              <a:solidFill>
                <a:schemeClr val="tx1"/>
              </a:solidFill>
              <a:latin typeface="+mn-ea"/>
              <a:ea typeface="+mn-ea"/>
            </a:rPr>
            <a:t>기능 검증 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(</a:t>
          </a:r>
          <a:r>
            <a:rPr lang="ko-KR" altLang="ko-KR" sz="11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ko-KR" sz="1100" dirty="0" smtClean="0">
              <a:solidFill>
                <a:schemeClr val="tx1"/>
              </a:solidFill>
              <a:latin typeface="+mn-ea"/>
              <a:ea typeface="+mn-ea"/>
            </a:rPr>
            <a:t> 선택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ko-KR" sz="11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ko-KR" sz="1100" dirty="0" smtClean="0">
              <a:solidFill>
                <a:schemeClr val="tx1"/>
              </a:solidFill>
              <a:latin typeface="+mn-ea"/>
              <a:ea typeface="+mn-ea"/>
            </a:rPr>
            <a:t> 볼륨 조정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ko-KR" sz="1100" dirty="0" err="1" smtClean="0">
              <a:solidFill>
                <a:schemeClr val="tx1"/>
              </a:solidFill>
              <a:latin typeface="+mn-ea"/>
              <a:ea typeface="+mn-ea"/>
            </a:rPr>
            <a:t>프리셋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ko-KR" sz="1100" dirty="0" smtClean="0">
              <a:solidFill>
                <a:schemeClr val="tx1"/>
              </a:solidFill>
              <a:latin typeface="+mn-ea"/>
              <a:ea typeface="+mn-ea"/>
            </a:rPr>
            <a:t>분위기 제어</a:t>
          </a:r>
          <a:r>
            <a:rPr lang="en-US" altLang="ko-KR" sz="1100" dirty="0" smtClean="0">
              <a:solidFill>
                <a:schemeClr val="tx1"/>
              </a:solidFill>
              <a:latin typeface="+mn-ea"/>
              <a:ea typeface="+mn-ea"/>
            </a:rPr>
            <a:t>, UCC)</a:t>
          </a:r>
        </a:p>
      </dgm:t>
    </dgm:pt>
    <dgm:pt modelId="{6199F70D-5E55-461E-B06E-5C4DB1908A91}" type="sibTrans" cxnId="{4A0264DD-F362-4643-86CA-4DF3AFE30B1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9F7DF9B9-ED27-4B79-B1F9-7549C36464C9}" type="parTrans" cxnId="{4A0264DD-F362-4643-86CA-4DF3AFE30B1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  <a:latin typeface="+mn-ea"/>
            <a:ea typeface="+mn-ea"/>
          </a:endParaRPr>
        </a:p>
      </dgm:t>
    </dgm:pt>
    <dgm:pt modelId="{F387F7D7-E0C1-4136-9F1F-3A315464C0E0}" type="pres">
      <dgm:prSet presAssocID="{51D9F8E6-05E6-4CC9-8B36-C36AC3E879C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2435A3B-091B-4C2E-8325-8833174FAE57}" type="pres">
      <dgm:prSet presAssocID="{51D9F8E6-05E6-4CC9-8B36-C36AC3E879CC}" presName="hierFlow" presStyleCnt="0"/>
      <dgm:spPr/>
    </dgm:pt>
    <dgm:pt modelId="{3F946FAC-B68E-49C4-9E36-983C50DA29F1}" type="pres">
      <dgm:prSet presAssocID="{51D9F8E6-05E6-4CC9-8B36-C36AC3E879CC}" presName="firstBuf" presStyleCnt="0"/>
      <dgm:spPr/>
    </dgm:pt>
    <dgm:pt modelId="{7172368D-081A-404B-975C-48705697B456}" type="pres">
      <dgm:prSet presAssocID="{51D9F8E6-05E6-4CC9-8B36-C36AC3E879C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B55C80B-BCB4-4052-B7F9-BC995DE26810}" type="pres">
      <dgm:prSet presAssocID="{71E757F8-D31F-45B3-97F2-4777840705D3}" presName="Name17" presStyleCnt="0"/>
      <dgm:spPr/>
    </dgm:pt>
    <dgm:pt modelId="{2DC3AB1A-CDD8-4940-950F-16D7A7FD3ECC}" type="pres">
      <dgm:prSet presAssocID="{71E757F8-D31F-45B3-97F2-4777840705D3}" presName="level1Shape" presStyleLbl="node0" presStyleIdx="0" presStyleCnt="1" custScaleX="325873" custScaleY="1065774" custLinFactY="-131708" custLinFactNeighborX="4651" custLinFactNeighborY="-2000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985CF9A-C6D2-4DD2-B6FB-E4A6628DC40C}" type="pres">
      <dgm:prSet presAssocID="{71E757F8-D31F-45B3-97F2-4777840705D3}" presName="hierChild2" presStyleCnt="0"/>
      <dgm:spPr/>
    </dgm:pt>
    <dgm:pt modelId="{9609DC31-B2C0-4FCC-B999-F4003D58EE47}" type="pres">
      <dgm:prSet presAssocID="{AE46F7FD-F9EB-4ED3-A03A-05BE6CA104C8}" presName="Name25" presStyleLbl="parChTrans1D2" presStyleIdx="0" presStyleCnt="2" custScaleX="2000000"/>
      <dgm:spPr/>
      <dgm:t>
        <a:bodyPr/>
        <a:lstStyle/>
        <a:p>
          <a:pPr latinLnBrk="1"/>
          <a:endParaRPr lang="ko-KR" altLang="en-US"/>
        </a:p>
      </dgm:t>
    </dgm:pt>
    <dgm:pt modelId="{25B3631E-E546-4FD3-BEBA-14B0E9E67444}" type="pres">
      <dgm:prSet presAssocID="{AE46F7FD-F9EB-4ED3-A03A-05BE6CA104C8}" presName="connTx" presStyleLbl="parChTrans1D2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1123A056-F295-44FC-911B-B920F055EF5B}" type="pres">
      <dgm:prSet presAssocID="{5B51ED2E-6B3B-4477-9394-97525A326206}" presName="Name30" presStyleCnt="0"/>
      <dgm:spPr/>
    </dgm:pt>
    <dgm:pt modelId="{7162B31B-24EF-42AB-918A-0D370C67AB80}" type="pres">
      <dgm:prSet presAssocID="{5B51ED2E-6B3B-4477-9394-97525A326206}" presName="level2Shape" presStyleLbl="node2" presStyleIdx="0" presStyleCnt="2" custScaleX="348927" custScaleY="452069" custLinFactY="-19829" custLinFactNeighborX="3154" custLinFactNeighborY="-100000"/>
      <dgm:spPr/>
      <dgm:t>
        <a:bodyPr/>
        <a:lstStyle/>
        <a:p>
          <a:pPr latinLnBrk="1"/>
          <a:endParaRPr lang="ko-KR" altLang="en-US"/>
        </a:p>
      </dgm:t>
    </dgm:pt>
    <dgm:pt modelId="{406FC2E5-0AF8-4943-9C1C-D59BA3EAC46F}" type="pres">
      <dgm:prSet presAssocID="{5B51ED2E-6B3B-4477-9394-97525A326206}" presName="hierChild3" presStyleCnt="0"/>
      <dgm:spPr/>
    </dgm:pt>
    <dgm:pt modelId="{A7D3060F-4721-4A8D-81DC-069EB1F931FF}" type="pres">
      <dgm:prSet presAssocID="{86071B79-7AF3-434D-91F0-733E33932EE7}" presName="Name25" presStyleLbl="parChTrans1D3" presStyleIdx="0" presStyleCnt="5" custScaleX="2000000"/>
      <dgm:spPr/>
      <dgm:t>
        <a:bodyPr/>
        <a:lstStyle/>
        <a:p>
          <a:pPr latinLnBrk="1"/>
          <a:endParaRPr lang="ko-KR" altLang="en-US"/>
        </a:p>
      </dgm:t>
    </dgm:pt>
    <dgm:pt modelId="{119C9F37-5DDD-4593-92D5-A52AC492936D}" type="pres">
      <dgm:prSet presAssocID="{86071B79-7AF3-434D-91F0-733E33932EE7}" presName="connTx" presStyleLbl="parChTrans1D3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D20F57B0-DAEA-488F-9727-7629BEAF771C}" type="pres">
      <dgm:prSet presAssocID="{716EB8FE-51D0-438C-8030-4C06CF5574F8}" presName="Name30" presStyleCnt="0"/>
      <dgm:spPr/>
    </dgm:pt>
    <dgm:pt modelId="{719F875B-A438-4C53-A271-76C665B52D35}" type="pres">
      <dgm:prSet presAssocID="{716EB8FE-51D0-438C-8030-4C06CF5574F8}" presName="level2Shape" presStyleLbl="node3" presStyleIdx="0" presStyleCnt="5" custScaleX="337577" custScaleY="287999" custLinFactY="-79609" custLinFactNeighborX="11975" custLinFactNeighborY="-100000"/>
      <dgm:spPr/>
      <dgm:t>
        <a:bodyPr/>
        <a:lstStyle/>
        <a:p>
          <a:pPr latinLnBrk="1"/>
          <a:endParaRPr lang="ko-KR" altLang="en-US"/>
        </a:p>
      </dgm:t>
    </dgm:pt>
    <dgm:pt modelId="{3ABD0648-939F-43B2-A02F-E2E718617D1C}" type="pres">
      <dgm:prSet presAssocID="{716EB8FE-51D0-438C-8030-4C06CF5574F8}" presName="hierChild3" presStyleCnt="0"/>
      <dgm:spPr/>
    </dgm:pt>
    <dgm:pt modelId="{E5D0D3D3-AC00-49E8-99D3-28D532FEC364}" type="pres">
      <dgm:prSet presAssocID="{312FF838-D46C-4736-BF19-9BA584DD3D64}" presName="Name25" presStyleLbl="parChTrans1D4" presStyleIdx="0" presStyleCnt="10" custScaleX="2000000"/>
      <dgm:spPr/>
      <dgm:t>
        <a:bodyPr/>
        <a:lstStyle/>
        <a:p>
          <a:pPr latinLnBrk="1"/>
          <a:endParaRPr lang="ko-KR" altLang="en-US"/>
        </a:p>
      </dgm:t>
    </dgm:pt>
    <dgm:pt modelId="{8021AAE2-A8C8-4BA5-A034-0B97E28AF1AB}" type="pres">
      <dgm:prSet presAssocID="{312FF838-D46C-4736-BF19-9BA584DD3D64}" presName="connTx" presStyleLbl="parChTrans1D4" presStyleIdx="0" presStyleCnt="10"/>
      <dgm:spPr/>
      <dgm:t>
        <a:bodyPr/>
        <a:lstStyle/>
        <a:p>
          <a:pPr latinLnBrk="1"/>
          <a:endParaRPr lang="ko-KR" altLang="en-US"/>
        </a:p>
      </dgm:t>
    </dgm:pt>
    <dgm:pt modelId="{5DCF50E6-07EF-4E6E-8BA0-7542313F6008}" type="pres">
      <dgm:prSet presAssocID="{4F706535-5FDD-443A-95A9-A2D6CC2C34AE}" presName="Name30" presStyleCnt="0"/>
      <dgm:spPr/>
    </dgm:pt>
    <dgm:pt modelId="{B2BCA23B-DBA7-4A2C-8880-5A87F23265CF}" type="pres">
      <dgm:prSet presAssocID="{4F706535-5FDD-443A-95A9-A2D6CC2C34AE}" presName="level2Shape" presStyleLbl="node4" presStyleIdx="0" presStyleCnt="10" custScaleX="352421" custScaleY="254099" custLinFactY="-79609" custLinFactNeighborX="19649" custLinFactNeighborY="-100000"/>
      <dgm:spPr/>
      <dgm:t>
        <a:bodyPr/>
        <a:lstStyle/>
        <a:p>
          <a:pPr latinLnBrk="1"/>
          <a:endParaRPr lang="ko-KR" altLang="en-US"/>
        </a:p>
      </dgm:t>
    </dgm:pt>
    <dgm:pt modelId="{DD9125C8-0C02-45F4-9990-B326721C8D81}" type="pres">
      <dgm:prSet presAssocID="{4F706535-5FDD-443A-95A9-A2D6CC2C34AE}" presName="hierChild3" presStyleCnt="0"/>
      <dgm:spPr/>
    </dgm:pt>
    <dgm:pt modelId="{4A8C535C-86A2-4663-84E3-8D37B40DDCA9}" type="pres">
      <dgm:prSet presAssocID="{1148C535-5558-49A4-A9C0-85D144848AE9}" presName="Name25" presStyleLbl="parChTrans1D4" presStyleIdx="1" presStyleCnt="10" custScaleX="2000000"/>
      <dgm:spPr/>
      <dgm:t>
        <a:bodyPr/>
        <a:lstStyle/>
        <a:p>
          <a:pPr latinLnBrk="1"/>
          <a:endParaRPr lang="ko-KR" altLang="en-US"/>
        </a:p>
      </dgm:t>
    </dgm:pt>
    <dgm:pt modelId="{6CCFF904-6DBD-4FD4-BBC1-F3BDB9168D96}" type="pres">
      <dgm:prSet presAssocID="{1148C535-5558-49A4-A9C0-85D144848AE9}" presName="connTx" presStyleLbl="parChTrans1D4" presStyleIdx="1" presStyleCnt="10"/>
      <dgm:spPr/>
      <dgm:t>
        <a:bodyPr/>
        <a:lstStyle/>
        <a:p>
          <a:pPr latinLnBrk="1"/>
          <a:endParaRPr lang="ko-KR" altLang="en-US"/>
        </a:p>
      </dgm:t>
    </dgm:pt>
    <dgm:pt modelId="{95B896B3-B550-440F-A0FD-74399B3C13DC}" type="pres">
      <dgm:prSet presAssocID="{6B7C0307-A31A-4D22-94EE-AE911B5BBE98}" presName="Name30" presStyleCnt="0"/>
      <dgm:spPr/>
    </dgm:pt>
    <dgm:pt modelId="{21DE9026-F63F-4FE7-BC06-A1642A665573}" type="pres">
      <dgm:prSet presAssocID="{6B7C0307-A31A-4D22-94EE-AE911B5BBE98}" presName="level2Shape" presStyleLbl="node4" presStyleIdx="1" presStyleCnt="10" custScaleX="331644" custScaleY="238743" custLinFactY="-79609" custLinFactNeighborX="24544" custLinFactNeighborY="-100000"/>
      <dgm:spPr/>
      <dgm:t>
        <a:bodyPr/>
        <a:lstStyle/>
        <a:p>
          <a:pPr latinLnBrk="1"/>
          <a:endParaRPr lang="ko-KR" altLang="en-US"/>
        </a:p>
      </dgm:t>
    </dgm:pt>
    <dgm:pt modelId="{1E83801F-0886-453E-BAB7-2E118B1561CC}" type="pres">
      <dgm:prSet presAssocID="{6B7C0307-A31A-4D22-94EE-AE911B5BBE98}" presName="hierChild3" presStyleCnt="0"/>
      <dgm:spPr/>
    </dgm:pt>
    <dgm:pt modelId="{1CA95A27-CE8C-4581-A023-35724A6F9B81}" type="pres">
      <dgm:prSet presAssocID="{044648A7-BD74-41A9-98D5-73D7E0B74E3E}" presName="Name25" presStyleLbl="parChTrans1D3" presStyleIdx="1" presStyleCnt="5" custScaleX="2000000"/>
      <dgm:spPr/>
      <dgm:t>
        <a:bodyPr/>
        <a:lstStyle/>
        <a:p>
          <a:pPr latinLnBrk="1"/>
          <a:endParaRPr lang="ko-KR" altLang="en-US"/>
        </a:p>
      </dgm:t>
    </dgm:pt>
    <dgm:pt modelId="{762F0030-7473-4F2A-A067-90BFAE392A77}" type="pres">
      <dgm:prSet presAssocID="{044648A7-BD74-41A9-98D5-73D7E0B74E3E}" presName="connTx" presStyleLbl="parChTrans1D3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2EE46890-1902-4BA2-A94F-D549B4A20045}" type="pres">
      <dgm:prSet presAssocID="{A6E180AB-01D7-4FCF-A1FA-66E4F230E4CA}" presName="Name30" presStyleCnt="0"/>
      <dgm:spPr/>
    </dgm:pt>
    <dgm:pt modelId="{CC112999-FFE3-416C-A42E-FD5DC88AA9F8}" type="pres">
      <dgm:prSet presAssocID="{A6E180AB-01D7-4FCF-A1FA-66E4F230E4CA}" presName="level2Shape" presStyleLbl="node3" presStyleIdx="1" presStyleCnt="5" custScaleX="337577" custScaleY="266375" custLinFactNeighborX="11975" custLinFactNeighborY="-89469"/>
      <dgm:spPr/>
      <dgm:t>
        <a:bodyPr/>
        <a:lstStyle/>
        <a:p>
          <a:pPr latinLnBrk="1"/>
          <a:endParaRPr lang="ko-KR" altLang="en-US"/>
        </a:p>
      </dgm:t>
    </dgm:pt>
    <dgm:pt modelId="{81636CF4-4C6E-4450-B946-D69F9ABECA91}" type="pres">
      <dgm:prSet presAssocID="{A6E180AB-01D7-4FCF-A1FA-66E4F230E4CA}" presName="hierChild3" presStyleCnt="0"/>
      <dgm:spPr/>
    </dgm:pt>
    <dgm:pt modelId="{17469F7F-0376-487D-B885-EA9E499EC02A}" type="pres">
      <dgm:prSet presAssocID="{B6B39238-6EBC-4240-BDD1-E2FA3DB6BF67}" presName="Name25" presStyleLbl="parChTrans1D4" presStyleIdx="2" presStyleCnt="10" custScaleX="2000000"/>
      <dgm:spPr/>
      <dgm:t>
        <a:bodyPr/>
        <a:lstStyle/>
        <a:p>
          <a:pPr latinLnBrk="1"/>
          <a:endParaRPr lang="ko-KR" altLang="en-US"/>
        </a:p>
      </dgm:t>
    </dgm:pt>
    <dgm:pt modelId="{1A8C1DD7-3D9C-45AD-900E-8A2C741888A6}" type="pres">
      <dgm:prSet presAssocID="{B6B39238-6EBC-4240-BDD1-E2FA3DB6BF67}" presName="connTx" presStyleLbl="parChTrans1D4" presStyleIdx="2" presStyleCnt="10"/>
      <dgm:spPr/>
      <dgm:t>
        <a:bodyPr/>
        <a:lstStyle/>
        <a:p>
          <a:pPr latinLnBrk="1"/>
          <a:endParaRPr lang="ko-KR" altLang="en-US"/>
        </a:p>
      </dgm:t>
    </dgm:pt>
    <dgm:pt modelId="{5F8F30EF-127E-45F5-9EFC-9F455A56AADD}" type="pres">
      <dgm:prSet presAssocID="{C74E27B5-D466-410E-B188-F87DF2A0A247}" presName="Name30" presStyleCnt="0"/>
      <dgm:spPr/>
    </dgm:pt>
    <dgm:pt modelId="{AACC9F14-2C73-4291-AB44-7A62C6FDFDC3}" type="pres">
      <dgm:prSet presAssocID="{C74E27B5-D466-410E-B188-F87DF2A0A247}" presName="level2Shape" presStyleLbl="node4" presStyleIdx="2" presStyleCnt="10" custScaleX="352421" custScaleY="160372" custLinFactY="-25167" custLinFactNeighborX="19649" custLinFactNeighborY="-100000"/>
      <dgm:spPr/>
      <dgm:t>
        <a:bodyPr/>
        <a:lstStyle/>
        <a:p>
          <a:pPr latinLnBrk="1"/>
          <a:endParaRPr lang="ko-KR" altLang="en-US"/>
        </a:p>
      </dgm:t>
    </dgm:pt>
    <dgm:pt modelId="{1BCBECFE-5611-4EE9-985B-6ADEB2CD1A5C}" type="pres">
      <dgm:prSet presAssocID="{C74E27B5-D466-410E-B188-F87DF2A0A247}" presName="hierChild3" presStyleCnt="0"/>
      <dgm:spPr/>
    </dgm:pt>
    <dgm:pt modelId="{CA94D520-4D43-4713-AFD1-6BF52DA96CD1}" type="pres">
      <dgm:prSet presAssocID="{083416CA-209D-4E02-A970-53AE3C142427}" presName="Name25" presStyleLbl="parChTrans1D4" presStyleIdx="3" presStyleCnt="10" custScaleX="2000000"/>
      <dgm:spPr/>
      <dgm:t>
        <a:bodyPr/>
        <a:lstStyle/>
        <a:p>
          <a:pPr latinLnBrk="1"/>
          <a:endParaRPr lang="ko-KR" altLang="en-US"/>
        </a:p>
      </dgm:t>
    </dgm:pt>
    <dgm:pt modelId="{5DE3B801-8A92-44C0-A7D4-ECB8B67857F0}" type="pres">
      <dgm:prSet presAssocID="{083416CA-209D-4E02-A970-53AE3C142427}" presName="connTx" presStyleLbl="parChTrans1D4" presStyleIdx="3" presStyleCnt="10"/>
      <dgm:spPr/>
      <dgm:t>
        <a:bodyPr/>
        <a:lstStyle/>
        <a:p>
          <a:pPr latinLnBrk="1"/>
          <a:endParaRPr lang="ko-KR" altLang="en-US"/>
        </a:p>
      </dgm:t>
    </dgm:pt>
    <dgm:pt modelId="{6C24E070-30EE-4DD3-8496-652F05FD5053}" type="pres">
      <dgm:prSet presAssocID="{6F807EFF-2ABC-439C-BE7B-D298CA8EA1AE}" presName="Name30" presStyleCnt="0"/>
      <dgm:spPr/>
    </dgm:pt>
    <dgm:pt modelId="{77131064-63FB-4907-8DF6-3AC08E5C8DDF}" type="pres">
      <dgm:prSet presAssocID="{6F807EFF-2ABC-439C-BE7B-D298CA8EA1AE}" presName="level2Shape" presStyleLbl="node4" presStyleIdx="3" presStyleCnt="10" custScaleX="331644" custLinFactY="-29173" custLinFactNeighborX="24544" custLinFactNeighborY="-100000"/>
      <dgm:spPr/>
      <dgm:t>
        <a:bodyPr/>
        <a:lstStyle/>
        <a:p>
          <a:pPr latinLnBrk="1"/>
          <a:endParaRPr lang="ko-KR" altLang="en-US"/>
        </a:p>
      </dgm:t>
    </dgm:pt>
    <dgm:pt modelId="{007E0CD5-2E74-4358-B01E-23B319D4F2D1}" type="pres">
      <dgm:prSet presAssocID="{6F807EFF-2ABC-439C-BE7B-D298CA8EA1AE}" presName="hierChild3" presStyleCnt="0"/>
      <dgm:spPr/>
    </dgm:pt>
    <dgm:pt modelId="{05174500-DC38-4E1D-9CD1-5A5D761596E2}" type="pres">
      <dgm:prSet presAssocID="{70060047-E0C6-411E-B0A6-D587D49F80C7}" presName="Name25" presStyleLbl="parChTrans1D4" presStyleIdx="4" presStyleCnt="10" custScaleX="2000000"/>
      <dgm:spPr/>
      <dgm:t>
        <a:bodyPr/>
        <a:lstStyle/>
        <a:p>
          <a:pPr latinLnBrk="1"/>
          <a:endParaRPr lang="ko-KR" altLang="en-US"/>
        </a:p>
      </dgm:t>
    </dgm:pt>
    <dgm:pt modelId="{ABF86254-1FF3-47DB-A176-15FE41BFECFB}" type="pres">
      <dgm:prSet presAssocID="{70060047-E0C6-411E-B0A6-D587D49F80C7}" presName="connTx" presStyleLbl="parChTrans1D4" presStyleIdx="4" presStyleCnt="10"/>
      <dgm:spPr/>
      <dgm:t>
        <a:bodyPr/>
        <a:lstStyle/>
        <a:p>
          <a:pPr latinLnBrk="1"/>
          <a:endParaRPr lang="ko-KR" altLang="en-US"/>
        </a:p>
      </dgm:t>
    </dgm:pt>
    <dgm:pt modelId="{DAC079E0-32B2-409E-92A8-02D41916D9D5}" type="pres">
      <dgm:prSet presAssocID="{8F178C81-8530-4F61-9B54-71A1600C833F}" presName="Name30" presStyleCnt="0"/>
      <dgm:spPr/>
    </dgm:pt>
    <dgm:pt modelId="{E53F0D41-E9A8-4CDE-86C5-E4FFF4147E71}" type="pres">
      <dgm:prSet presAssocID="{8F178C81-8530-4F61-9B54-71A1600C833F}" presName="level2Shape" presStyleLbl="node4" presStyleIdx="4" presStyleCnt="10" custScaleX="352421" custScaleY="163104" custLinFactNeighborX="19649" custLinFactNeighborY="-61439"/>
      <dgm:spPr/>
      <dgm:t>
        <a:bodyPr/>
        <a:lstStyle/>
        <a:p>
          <a:pPr latinLnBrk="1"/>
          <a:endParaRPr lang="ko-KR" altLang="en-US"/>
        </a:p>
      </dgm:t>
    </dgm:pt>
    <dgm:pt modelId="{02D24881-C858-44F2-8DC7-396F6704BE27}" type="pres">
      <dgm:prSet presAssocID="{8F178C81-8530-4F61-9B54-71A1600C833F}" presName="hierChild3" presStyleCnt="0"/>
      <dgm:spPr/>
    </dgm:pt>
    <dgm:pt modelId="{590E6B90-8F55-456A-9634-18C4DB66C063}" type="pres">
      <dgm:prSet presAssocID="{A33F0029-6358-414A-A353-E0FB064BC6FF}" presName="Name25" presStyleLbl="parChTrans1D4" presStyleIdx="5" presStyleCnt="10" custScaleX="2000000"/>
      <dgm:spPr/>
      <dgm:t>
        <a:bodyPr/>
        <a:lstStyle/>
        <a:p>
          <a:pPr latinLnBrk="1"/>
          <a:endParaRPr lang="ko-KR" altLang="en-US"/>
        </a:p>
      </dgm:t>
    </dgm:pt>
    <dgm:pt modelId="{C13055C5-8F5F-4641-8454-ED6C8DE31C1B}" type="pres">
      <dgm:prSet presAssocID="{A33F0029-6358-414A-A353-E0FB064BC6FF}" presName="connTx" presStyleLbl="parChTrans1D4" presStyleIdx="5" presStyleCnt="10"/>
      <dgm:spPr/>
      <dgm:t>
        <a:bodyPr/>
        <a:lstStyle/>
        <a:p>
          <a:pPr latinLnBrk="1"/>
          <a:endParaRPr lang="ko-KR" altLang="en-US"/>
        </a:p>
      </dgm:t>
    </dgm:pt>
    <dgm:pt modelId="{BE45BA8D-7D9C-4047-A80C-349E92A0557B}" type="pres">
      <dgm:prSet presAssocID="{E246A42C-6D40-42F9-B1DA-093D4903175A}" presName="Name30" presStyleCnt="0"/>
      <dgm:spPr/>
    </dgm:pt>
    <dgm:pt modelId="{3C1E2BB4-7318-4012-97E8-1307F6491F65}" type="pres">
      <dgm:prSet presAssocID="{E246A42C-6D40-42F9-B1DA-093D4903175A}" presName="level2Shape" presStyleLbl="node4" presStyleIdx="5" presStyleCnt="10" custScaleX="331644" custScaleY="163104" custLinFactNeighborX="24544" custLinFactNeighborY="-61439"/>
      <dgm:spPr/>
      <dgm:t>
        <a:bodyPr/>
        <a:lstStyle/>
        <a:p>
          <a:pPr latinLnBrk="1"/>
          <a:endParaRPr lang="ko-KR" altLang="en-US"/>
        </a:p>
      </dgm:t>
    </dgm:pt>
    <dgm:pt modelId="{45F1EC55-2D60-42A9-91F7-40A1A53716BE}" type="pres">
      <dgm:prSet presAssocID="{E246A42C-6D40-42F9-B1DA-093D4903175A}" presName="hierChild3" presStyleCnt="0"/>
      <dgm:spPr/>
    </dgm:pt>
    <dgm:pt modelId="{BB266D36-8B58-4B37-85CD-D0FBEF90F5BE}" type="pres">
      <dgm:prSet presAssocID="{BCFD91C0-4AF1-42A4-A016-B367EE0BCA09}" presName="Name25" presStyleLbl="parChTrans1D3" presStyleIdx="2" presStyleCnt="5" custScaleX="2000000"/>
      <dgm:spPr/>
      <dgm:t>
        <a:bodyPr/>
        <a:lstStyle/>
        <a:p>
          <a:pPr latinLnBrk="1"/>
          <a:endParaRPr lang="ko-KR" altLang="en-US"/>
        </a:p>
      </dgm:t>
    </dgm:pt>
    <dgm:pt modelId="{9B0A3925-BAFA-439B-BB96-7F3715379CAA}" type="pres">
      <dgm:prSet presAssocID="{BCFD91C0-4AF1-42A4-A016-B367EE0BCA09}" presName="connTx" presStyleLbl="parChTrans1D3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B1C57D0B-5C79-4785-BE3A-BC534C18CB9C}" type="pres">
      <dgm:prSet presAssocID="{75C4816D-4F3F-42D1-994E-5206DB0EC98B}" presName="Name30" presStyleCnt="0"/>
      <dgm:spPr/>
    </dgm:pt>
    <dgm:pt modelId="{2F565019-DE8D-4001-B2A3-3DD5DD95C2BB}" type="pres">
      <dgm:prSet presAssocID="{75C4816D-4F3F-42D1-994E-5206DB0EC98B}" presName="level2Shape" presStyleLbl="node3" presStyleIdx="2" presStyleCnt="5" custScaleX="337577" custScaleY="215116" custLinFactNeighborX="11975" custLinFactNeighborY="-28508"/>
      <dgm:spPr/>
      <dgm:t>
        <a:bodyPr/>
        <a:lstStyle/>
        <a:p>
          <a:pPr latinLnBrk="1"/>
          <a:endParaRPr lang="ko-KR" altLang="en-US"/>
        </a:p>
      </dgm:t>
    </dgm:pt>
    <dgm:pt modelId="{AAC20109-863D-469A-87A2-4A3FE61906FE}" type="pres">
      <dgm:prSet presAssocID="{75C4816D-4F3F-42D1-994E-5206DB0EC98B}" presName="hierChild3" presStyleCnt="0"/>
      <dgm:spPr/>
    </dgm:pt>
    <dgm:pt modelId="{64287197-2F41-4F58-8054-CF2574AC3638}" type="pres">
      <dgm:prSet presAssocID="{EE552DB7-9EA9-4419-BA18-261FF59ED9C6}" presName="Name25" presStyleLbl="parChTrans1D4" presStyleIdx="6" presStyleCnt="10" custScaleX="2000000"/>
      <dgm:spPr/>
      <dgm:t>
        <a:bodyPr/>
        <a:lstStyle/>
        <a:p>
          <a:pPr latinLnBrk="1"/>
          <a:endParaRPr lang="ko-KR" altLang="en-US"/>
        </a:p>
      </dgm:t>
    </dgm:pt>
    <dgm:pt modelId="{1401CC82-27EA-4129-83BD-A44C46F5C62F}" type="pres">
      <dgm:prSet presAssocID="{EE552DB7-9EA9-4419-BA18-261FF59ED9C6}" presName="connTx" presStyleLbl="parChTrans1D4" presStyleIdx="6" presStyleCnt="10"/>
      <dgm:spPr/>
      <dgm:t>
        <a:bodyPr/>
        <a:lstStyle/>
        <a:p>
          <a:pPr latinLnBrk="1"/>
          <a:endParaRPr lang="ko-KR" altLang="en-US"/>
        </a:p>
      </dgm:t>
    </dgm:pt>
    <dgm:pt modelId="{564D274A-948A-4450-A48D-4D663F34A493}" type="pres">
      <dgm:prSet presAssocID="{73B76296-A962-4F20-9330-0ADDEFC7E0F9}" presName="Name30" presStyleCnt="0"/>
      <dgm:spPr/>
    </dgm:pt>
    <dgm:pt modelId="{951C5260-4A32-4882-9F71-A833B1E16ED9}" type="pres">
      <dgm:prSet presAssocID="{73B76296-A962-4F20-9330-0ADDEFC7E0F9}" presName="level2Shape" presStyleLbl="node4" presStyleIdx="6" presStyleCnt="10" custScaleX="352421" custScaleY="298251" custLinFactNeighborX="19649" custLinFactNeighborY="-30305"/>
      <dgm:spPr/>
      <dgm:t>
        <a:bodyPr/>
        <a:lstStyle/>
        <a:p>
          <a:pPr latinLnBrk="1"/>
          <a:endParaRPr lang="ko-KR" altLang="en-US"/>
        </a:p>
      </dgm:t>
    </dgm:pt>
    <dgm:pt modelId="{825E1F9C-B94D-426E-BE53-34A1F2A77BAD}" type="pres">
      <dgm:prSet presAssocID="{73B76296-A962-4F20-9330-0ADDEFC7E0F9}" presName="hierChild3" presStyleCnt="0"/>
      <dgm:spPr/>
    </dgm:pt>
    <dgm:pt modelId="{4CE93BFD-FEEB-4264-B44D-969B5016925A}" type="pres">
      <dgm:prSet presAssocID="{8BC43B55-C821-4A41-9D10-123841493280}" presName="Name25" presStyleLbl="parChTrans1D4" presStyleIdx="7" presStyleCnt="10" custScaleX="2000000"/>
      <dgm:spPr/>
      <dgm:t>
        <a:bodyPr/>
        <a:lstStyle/>
        <a:p>
          <a:pPr latinLnBrk="1"/>
          <a:endParaRPr lang="ko-KR" altLang="en-US"/>
        </a:p>
      </dgm:t>
    </dgm:pt>
    <dgm:pt modelId="{8A1DCE0B-7E62-47CE-B154-50F33198D536}" type="pres">
      <dgm:prSet presAssocID="{8BC43B55-C821-4A41-9D10-123841493280}" presName="connTx" presStyleLbl="parChTrans1D4" presStyleIdx="7" presStyleCnt="10"/>
      <dgm:spPr/>
      <dgm:t>
        <a:bodyPr/>
        <a:lstStyle/>
        <a:p>
          <a:pPr latinLnBrk="1"/>
          <a:endParaRPr lang="ko-KR" altLang="en-US"/>
        </a:p>
      </dgm:t>
    </dgm:pt>
    <dgm:pt modelId="{1892D05F-176B-4E96-92BF-6184EBDECD3C}" type="pres">
      <dgm:prSet presAssocID="{0A793CDE-69BC-4C21-B3ED-B49D4F2CD55B}" presName="Name30" presStyleCnt="0"/>
      <dgm:spPr/>
    </dgm:pt>
    <dgm:pt modelId="{42E4B684-AD64-48DD-A671-863CE8F2A875}" type="pres">
      <dgm:prSet presAssocID="{0A793CDE-69BC-4C21-B3ED-B49D4F2CD55B}" presName="level2Shape" presStyleLbl="node4" presStyleIdx="7" presStyleCnt="10" custScaleX="331644" custScaleY="298251" custLinFactNeighborX="24544" custLinFactNeighborY="-30305"/>
      <dgm:spPr/>
      <dgm:t>
        <a:bodyPr/>
        <a:lstStyle/>
        <a:p>
          <a:pPr latinLnBrk="1"/>
          <a:endParaRPr lang="ko-KR" altLang="en-US"/>
        </a:p>
      </dgm:t>
    </dgm:pt>
    <dgm:pt modelId="{6CCA9E78-852D-4F28-A47E-FE1FA427B4AF}" type="pres">
      <dgm:prSet presAssocID="{0A793CDE-69BC-4C21-B3ED-B49D4F2CD55B}" presName="hierChild3" presStyleCnt="0"/>
      <dgm:spPr/>
    </dgm:pt>
    <dgm:pt modelId="{E7C9BEBB-68E8-4695-8DA2-AB0090BE9C47}" type="pres">
      <dgm:prSet presAssocID="{F7665885-CA43-4EAC-BA0C-CCE5B84C4CC4}" presName="Name25" presStyleLbl="parChTrans1D2" presStyleIdx="1" presStyleCnt="2" custScaleX="2000000"/>
      <dgm:spPr/>
      <dgm:t>
        <a:bodyPr/>
        <a:lstStyle/>
        <a:p>
          <a:pPr latinLnBrk="1"/>
          <a:endParaRPr lang="ko-KR" altLang="en-US"/>
        </a:p>
      </dgm:t>
    </dgm:pt>
    <dgm:pt modelId="{047A7C83-E175-41E6-9298-0C7CC8A6CC7B}" type="pres">
      <dgm:prSet presAssocID="{F7665885-CA43-4EAC-BA0C-CCE5B84C4CC4}" presName="connTx" presStyleLbl="parChTrans1D2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B6837F03-8523-479A-A482-A4B75336D1A4}" type="pres">
      <dgm:prSet presAssocID="{F785D5EE-99D7-4129-AA9D-219C26B069E6}" presName="Name30" presStyleCnt="0"/>
      <dgm:spPr/>
    </dgm:pt>
    <dgm:pt modelId="{E519117D-4935-4471-96F9-1B9D71CE0989}" type="pres">
      <dgm:prSet presAssocID="{F785D5EE-99D7-4129-AA9D-219C26B069E6}" presName="level2Shape" presStyleLbl="node2" presStyleIdx="1" presStyleCnt="2" custScaleX="348927" custScaleY="386025" custLinFactNeighborX="3154" custLinFactNeighborY="29930"/>
      <dgm:spPr/>
      <dgm:t>
        <a:bodyPr/>
        <a:lstStyle/>
        <a:p>
          <a:pPr latinLnBrk="1"/>
          <a:endParaRPr lang="ko-KR" altLang="en-US"/>
        </a:p>
      </dgm:t>
    </dgm:pt>
    <dgm:pt modelId="{9D04AEC7-F654-4756-BF93-372EE9A0C5A7}" type="pres">
      <dgm:prSet presAssocID="{F785D5EE-99D7-4129-AA9D-219C26B069E6}" presName="hierChild3" presStyleCnt="0"/>
      <dgm:spPr/>
    </dgm:pt>
    <dgm:pt modelId="{CB03EBD0-FA02-4D1B-AE5F-C747EE9BA535}" type="pres">
      <dgm:prSet presAssocID="{DE81E94C-56A3-4DD4-94F7-1AC946FC2545}" presName="Name25" presStyleLbl="parChTrans1D3" presStyleIdx="3" presStyleCnt="5" custScaleX="2000000"/>
      <dgm:spPr/>
      <dgm:t>
        <a:bodyPr/>
        <a:lstStyle/>
        <a:p>
          <a:pPr latinLnBrk="1"/>
          <a:endParaRPr lang="ko-KR" altLang="en-US"/>
        </a:p>
      </dgm:t>
    </dgm:pt>
    <dgm:pt modelId="{7841702C-6773-41A8-B6C2-59C93467CB0D}" type="pres">
      <dgm:prSet presAssocID="{DE81E94C-56A3-4DD4-94F7-1AC946FC2545}" presName="connTx" presStyleLbl="parChTrans1D3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81AEFB52-3E5C-483E-A3BE-9A078B36BDEA}" type="pres">
      <dgm:prSet presAssocID="{FD5ABEED-CED5-43AB-AD29-AAED66412883}" presName="Name30" presStyleCnt="0"/>
      <dgm:spPr/>
    </dgm:pt>
    <dgm:pt modelId="{06086D31-0F0E-48A3-B69B-E2E41277789B}" type="pres">
      <dgm:prSet presAssocID="{FD5ABEED-CED5-43AB-AD29-AAED66412883}" presName="level2Shape" presStyleLbl="node3" presStyleIdx="3" presStyleCnt="5" custScaleX="337577" custScaleY="248231" custLinFactNeighborX="11975" custLinFactNeighborY="52566"/>
      <dgm:spPr/>
      <dgm:t>
        <a:bodyPr/>
        <a:lstStyle/>
        <a:p>
          <a:pPr latinLnBrk="1"/>
          <a:endParaRPr lang="ko-KR" altLang="en-US"/>
        </a:p>
      </dgm:t>
    </dgm:pt>
    <dgm:pt modelId="{A8980433-30E1-4B80-A3DB-D1E958DC9622}" type="pres">
      <dgm:prSet presAssocID="{FD5ABEED-CED5-43AB-AD29-AAED66412883}" presName="hierChild3" presStyleCnt="0"/>
      <dgm:spPr/>
    </dgm:pt>
    <dgm:pt modelId="{1B37A928-BBF0-4D6B-9D16-6A78A83CF69B}" type="pres">
      <dgm:prSet presAssocID="{127425B7-F2F3-47B7-90DB-DCCBA715A6D4}" presName="Name25" presStyleLbl="parChTrans1D4" presStyleIdx="8" presStyleCnt="10" custScaleX="2000000"/>
      <dgm:spPr/>
      <dgm:t>
        <a:bodyPr/>
        <a:lstStyle/>
        <a:p>
          <a:pPr latinLnBrk="1"/>
          <a:endParaRPr lang="ko-KR" altLang="en-US"/>
        </a:p>
      </dgm:t>
    </dgm:pt>
    <dgm:pt modelId="{D709D395-BA35-4308-BEB6-4D9DC1445167}" type="pres">
      <dgm:prSet presAssocID="{127425B7-F2F3-47B7-90DB-DCCBA715A6D4}" presName="connTx" presStyleLbl="parChTrans1D4" presStyleIdx="8" presStyleCnt="10"/>
      <dgm:spPr/>
      <dgm:t>
        <a:bodyPr/>
        <a:lstStyle/>
        <a:p>
          <a:pPr latinLnBrk="1"/>
          <a:endParaRPr lang="ko-KR" altLang="en-US"/>
        </a:p>
      </dgm:t>
    </dgm:pt>
    <dgm:pt modelId="{96EE5047-0358-4B9C-AA7D-C3436962645B}" type="pres">
      <dgm:prSet presAssocID="{8355A967-1AAD-4AC7-9F1A-AFA995CD51D8}" presName="Name30" presStyleCnt="0"/>
      <dgm:spPr/>
    </dgm:pt>
    <dgm:pt modelId="{F6B7AA7D-C20A-4ED7-AB02-0C6E5E4C1345}" type="pres">
      <dgm:prSet presAssocID="{8355A967-1AAD-4AC7-9F1A-AFA995CD51D8}" presName="level2Shape" presStyleLbl="node4" presStyleIdx="8" presStyleCnt="10" custScaleX="722147" custScaleY="215767" custLinFactNeighborX="24544" custLinFactNeighborY="52566"/>
      <dgm:spPr/>
      <dgm:t>
        <a:bodyPr/>
        <a:lstStyle/>
        <a:p>
          <a:pPr latinLnBrk="1"/>
          <a:endParaRPr lang="ko-KR" altLang="en-US"/>
        </a:p>
      </dgm:t>
    </dgm:pt>
    <dgm:pt modelId="{6CA793EB-6A91-44C3-B574-E388E2F1A7F7}" type="pres">
      <dgm:prSet presAssocID="{8355A967-1AAD-4AC7-9F1A-AFA995CD51D8}" presName="hierChild3" presStyleCnt="0"/>
      <dgm:spPr/>
    </dgm:pt>
    <dgm:pt modelId="{83050FAC-8984-4E0D-A1DD-860B3ECAE1A4}" type="pres">
      <dgm:prSet presAssocID="{1CE7121C-269D-4594-A396-BAA6488ECE71}" presName="Name25" presStyleLbl="parChTrans1D3" presStyleIdx="4" presStyleCnt="5" custScaleX="2000000"/>
      <dgm:spPr/>
      <dgm:t>
        <a:bodyPr/>
        <a:lstStyle/>
        <a:p>
          <a:pPr latinLnBrk="1"/>
          <a:endParaRPr lang="ko-KR" altLang="en-US"/>
        </a:p>
      </dgm:t>
    </dgm:pt>
    <dgm:pt modelId="{B8B979B1-1E4F-4DE5-B3EF-5A843A3F141C}" type="pres">
      <dgm:prSet presAssocID="{1CE7121C-269D-4594-A396-BAA6488ECE71}" presName="connTx" presStyleLbl="parChTrans1D3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1EB80D87-B488-4BE7-93A7-6C967D3B4351}" type="pres">
      <dgm:prSet presAssocID="{A3BF3ABA-129F-465F-B57B-9F955510A5B1}" presName="Name30" presStyleCnt="0"/>
      <dgm:spPr/>
    </dgm:pt>
    <dgm:pt modelId="{4A065B24-C13F-4685-B07B-AA198FCB2780}" type="pres">
      <dgm:prSet presAssocID="{A3BF3ABA-129F-465F-B57B-9F955510A5B1}" presName="level2Shape" presStyleLbl="node3" presStyleIdx="4" presStyleCnt="5" custScaleX="337577" custScaleY="251641" custLinFactNeighborX="11975" custLinFactNeighborY="55297"/>
      <dgm:spPr/>
      <dgm:t>
        <a:bodyPr/>
        <a:lstStyle/>
        <a:p>
          <a:pPr latinLnBrk="1"/>
          <a:endParaRPr lang="ko-KR" altLang="en-US"/>
        </a:p>
      </dgm:t>
    </dgm:pt>
    <dgm:pt modelId="{10DE3602-FAE8-428C-86FE-07A460B310A5}" type="pres">
      <dgm:prSet presAssocID="{A3BF3ABA-129F-465F-B57B-9F955510A5B1}" presName="hierChild3" presStyleCnt="0"/>
      <dgm:spPr/>
    </dgm:pt>
    <dgm:pt modelId="{3A60438E-431C-4E45-BF2F-5CEC753F33BB}" type="pres">
      <dgm:prSet presAssocID="{9F7DF9B9-ED27-4B79-B1F9-7549C36464C9}" presName="Name25" presStyleLbl="parChTrans1D4" presStyleIdx="9" presStyleCnt="10" custScaleX="2000000"/>
      <dgm:spPr/>
      <dgm:t>
        <a:bodyPr/>
        <a:lstStyle/>
        <a:p>
          <a:pPr latinLnBrk="1"/>
          <a:endParaRPr lang="ko-KR" altLang="en-US"/>
        </a:p>
      </dgm:t>
    </dgm:pt>
    <dgm:pt modelId="{D5DFA5F9-45EC-430D-8529-8E3D71E11A02}" type="pres">
      <dgm:prSet presAssocID="{9F7DF9B9-ED27-4B79-B1F9-7549C36464C9}" presName="connTx" presStyleLbl="parChTrans1D4" presStyleIdx="9" presStyleCnt="10"/>
      <dgm:spPr/>
      <dgm:t>
        <a:bodyPr/>
        <a:lstStyle/>
        <a:p>
          <a:pPr latinLnBrk="1"/>
          <a:endParaRPr lang="ko-KR" altLang="en-US"/>
        </a:p>
      </dgm:t>
    </dgm:pt>
    <dgm:pt modelId="{4C9D62FB-7A31-4AF8-A6BF-C49A48374426}" type="pres">
      <dgm:prSet presAssocID="{21F83FE6-C88A-4D34-BF70-A30BBF3EDE53}" presName="Name30" presStyleCnt="0"/>
      <dgm:spPr/>
    </dgm:pt>
    <dgm:pt modelId="{7D4EDD26-9E22-488B-95C2-C979E4AB4BAD}" type="pres">
      <dgm:prSet presAssocID="{21F83FE6-C88A-4D34-BF70-A30BBF3EDE53}" presName="level2Shape" presStyleLbl="node4" presStyleIdx="9" presStyleCnt="10" custScaleX="720255" custScaleY="198643" custLinFactNeighborX="24544" custLinFactNeighborY="55297"/>
      <dgm:spPr/>
      <dgm:t>
        <a:bodyPr/>
        <a:lstStyle/>
        <a:p>
          <a:pPr latinLnBrk="1"/>
          <a:endParaRPr lang="ko-KR" altLang="en-US"/>
        </a:p>
      </dgm:t>
    </dgm:pt>
    <dgm:pt modelId="{5010EDFC-6CBB-4D93-83DE-2F1284634B94}" type="pres">
      <dgm:prSet presAssocID="{21F83FE6-C88A-4D34-BF70-A30BBF3EDE53}" presName="hierChild3" presStyleCnt="0"/>
      <dgm:spPr/>
    </dgm:pt>
    <dgm:pt modelId="{3729859E-BECC-4BE0-AAA1-A9B6D4D79550}" type="pres">
      <dgm:prSet presAssocID="{51D9F8E6-05E6-4CC9-8B36-C36AC3E879CC}" presName="bgShapesFlow" presStyleCnt="0"/>
      <dgm:spPr/>
    </dgm:pt>
    <dgm:pt modelId="{3C6CC8FB-64F6-409A-8B90-8B177686A915}" type="pres">
      <dgm:prSet presAssocID="{376BD15B-1B1F-4501-9780-9941743B1E5D}" presName="rectComp" presStyleCnt="0"/>
      <dgm:spPr/>
    </dgm:pt>
    <dgm:pt modelId="{9DDA9B01-7D95-465D-AC07-9E8AD50007C6}" type="pres">
      <dgm:prSet presAssocID="{376BD15B-1B1F-4501-9780-9941743B1E5D}" presName="bgRect" presStyleLbl="bgShp" presStyleIdx="0" presStyleCnt="3" custScaleX="944921"/>
      <dgm:spPr/>
      <dgm:t>
        <a:bodyPr/>
        <a:lstStyle/>
        <a:p>
          <a:pPr latinLnBrk="1"/>
          <a:endParaRPr lang="ko-KR" altLang="en-US"/>
        </a:p>
      </dgm:t>
    </dgm:pt>
    <dgm:pt modelId="{8DAD6D93-880D-4F5A-ABC5-E4752E7A27E9}" type="pres">
      <dgm:prSet presAssocID="{376BD15B-1B1F-4501-9780-9941743B1E5D}" presName="bgRectTx" presStyleLbl="bgShp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AF69BAD-0600-4AB9-971D-6FB16D2FFB93}" type="pres">
      <dgm:prSet presAssocID="{376BD15B-1B1F-4501-9780-9941743B1E5D}" presName="spComp" presStyleCnt="0"/>
      <dgm:spPr/>
    </dgm:pt>
    <dgm:pt modelId="{A7E214D8-AFD8-4E2B-8AE0-CF61AE927C86}" type="pres">
      <dgm:prSet presAssocID="{376BD15B-1B1F-4501-9780-9941743B1E5D}" presName="hSp" presStyleCnt="0"/>
      <dgm:spPr/>
    </dgm:pt>
    <dgm:pt modelId="{694F4A55-F83B-457F-834E-5A41C9F94196}" type="pres">
      <dgm:prSet presAssocID="{3AD1CE35-02E1-4CA1-AFFE-DADA57EFC9FB}" presName="rectComp" presStyleCnt="0"/>
      <dgm:spPr/>
    </dgm:pt>
    <dgm:pt modelId="{3BAC737B-A52F-4507-A482-5C42BF19AC33}" type="pres">
      <dgm:prSet presAssocID="{3AD1CE35-02E1-4CA1-AFFE-DADA57EFC9FB}" presName="bgRect" presStyleLbl="bgShp" presStyleIdx="1" presStyleCnt="3" custScaleX="2000000"/>
      <dgm:spPr/>
      <dgm:t>
        <a:bodyPr/>
        <a:lstStyle/>
        <a:p>
          <a:pPr latinLnBrk="1"/>
          <a:endParaRPr lang="ko-KR" altLang="en-US"/>
        </a:p>
      </dgm:t>
    </dgm:pt>
    <dgm:pt modelId="{68AD21B5-E207-49CB-A79C-BFD60B0D1E0C}" type="pres">
      <dgm:prSet presAssocID="{3AD1CE35-02E1-4CA1-AFFE-DADA57EFC9FB}" presName="bgRectTx" presStyleLbl="bgShp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8FC561C-B752-4DAF-B757-8F93F2ECF7CD}" type="pres">
      <dgm:prSet presAssocID="{3AD1CE35-02E1-4CA1-AFFE-DADA57EFC9FB}" presName="spComp" presStyleCnt="0"/>
      <dgm:spPr/>
    </dgm:pt>
    <dgm:pt modelId="{AE261CCE-8314-4ED0-A501-ADDC624B3F4C}" type="pres">
      <dgm:prSet presAssocID="{3AD1CE35-02E1-4CA1-AFFE-DADA57EFC9FB}" presName="hSp" presStyleCnt="0"/>
      <dgm:spPr/>
    </dgm:pt>
    <dgm:pt modelId="{63B5BB36-54CB-4C42-A635-4A8C4CDA3033}" type="pres">
      <dgm:prSet presAssocID="{82BB5847-0727-454E-958E-8A95A44290A7}" presName="rectComp" presStyleCnt="0"/>
      <dgm:spPr/>
    </dgm:pt>
    <dgm:pt modelId="{ABFB165A-D328-4886-80FA-47D494638793}" type="pres">
      <dgm:prSet presAssocID="{82BB5847-0727-454E-958E-8A95A44290A7}" presName="bgRect" presStyleLbl="bgShp" presStyleIdx="2" presStyleCnt="3" custScaleX="2000000"/>
      <dgm:spPr/>
      <dgm:t>
        <a:bodyPr/>
        <a:lstStyle/>
        <a:p>
          <a:pPr latinLnBrk="1"/>
          <a:endParaRPr lang="ko-KR" altLang="en-US"/>
        </a:p>
      </dgm:t>
    </dgm:pt>
    <dgm:pt modelId="{65D5557E-4010-4CA3-9A2A-B57BE72251F8}" type="pres">
      <dgm:prSet presAssocID="{82BB5847-0727-454E-958E-8A95A44290A7}" presName="bgRectTx" presStyleLbl="bgShp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61BF3367-5191-4825-8D10-EB2196CD1F7D}" srcId="{51D9F8E6-05E6-4CC9-8B36-C36AC3E879CC}" destId="{71E757F8-D31F-45B3-97F2-4777840705D3}" srcOrd="0" destOrd="0" parTransId="{961C3304-2CD9-4193-94BB-26F4506A9565}" sibTransId="{DC2E61BA-7335-4B62-8EC4-1C1245C94DA7}"/>
    <dgm:cxn modelId="{3E06FE29-356F-4253-AA4C-A2FFEDFB96C1}" type="presOf" srcId="{083416CA-209D-4E02-A970-53AE3C142427}" destId="{CA94D520-4D43-4713-AFD1-6BF52DA96CD1}" srcOrd="0" destOrd="0" presId="urn:microsoft.com/office/officeart/2005/8/layout/hierarchy5"/>
    <dgm:cxn modelId="{06D077FE-9536-49EE-B45D-16889817B145}" type="presOf" srcId="{82BB5847-0727-454E-958E-8A95A44290A7}" destId="{ABFB165A-D328-4886-80FA-47D494638793}" srcOrd="0" destOrd="0" presId="urn:microsoft.com/office/officeart/2005/8/layout/hierarchy5"/>
    <dgm:cxn modelId="{1FD19F3F-D166-4B34-8FFF-B696DB9DB453}" type="presOf" srcId="{21F83FE6-C88A-4D34-BF70-A30BBF3EDE53}" destId="{7D4EDD26-9E22-488B-95C2-C979E4AB4BAD}" srcOrd="0" destOrd="0" presId="urn:microsoft.com/office/officeart/2005/8/layout/hierarchy5"/>
    <dgm:cxn modelId="{71E32368-5938-4FB7-9123-11A4AC576C1D}" srcId="{A6E180AB-01D7-4FCF-A1FA-66E4F230E4CA}" destId="{8F178C81-8530-4F61-9B54-71A1600C833F}" srcOrd="1" destOrd="0" parTransId="{70060047-E0C6-411E-B0A6-D587D49F80C7}" sibTransId="{99E47DA6-C247-40E1-95E8-9D983806D25C}"/>
    <dgm:cxn modelId="{C0B768F9-A146-4AC1-9950-3B0BF63628D1}" type="presOf" srcId="{A33F0029-6358-414A-A353-E0FB064BC6FF}" destId="{590E6B90-8F55-456A-9634-18C4DB66C063}" srcOrd="0" destOrd="0" presId="urn:microsoft.com/office/officeart/2005/8/layout/hierarchy5"/>
    <dgm:cxn modelId="{09C0311A-3244-4330-A77A-79A1741EE06A}" type="presOf" srcId="{FD5ABEED-CED5-43AB-AD29-AAED66412883}" destId="{06086D31-0F0E-48A3-B69B-E2E41277789B}" srcOrd="0" destOrd="0" presId="urn:microsoft.com/office/officeart/2005/8/layout/hierarchy5"/>
    <dgm:cxn modelId="{A0A67A57-8378-4925-B61D-153552DD86B9}" type="presOf" srcId="{4F706535-5FDD-443A-95A9-A2D6CC2C34AE}" destId="{B2BCA23B-DBA7-4A2C-8880-5A87F23265CF}" srcOrd="0" destOrd="0" presId="urn:microsoft.com/office/officeart/2005/8/layout/hierarchy5"/>
    <dgm:cxn modelId="{4A0264DD-F362-4643-86CA-4DF3AFE30B1F}" srcId="{A3BF3ABA-129F-465F-B57B-9F955510A5B1}" destId="{21F83FE6-C88A-4D34-BF70-A30BBF3EDE53}" srcOrd="0" destOrd="0" parTransId="{9F7DF9B9-ED27-4B79-B1F9-7549C36464C9}" sibTransId="{6199F70D-5E55-461E-B06E-5C4DB1908A91}"/>
    <dgm:cxn modelId="{CDBBDFEA-C986-4CDB-BEC2-0638D99E86CE}" type="presOf" srcId="{044648A7-BD74-41A9-98D5-73D7E0B74E3E}" destId="{762F0030-7473-4F2A-A067-90BFAE392A77}" srcOrd="1" destOrd="0" presId="urn:microsoft.com/office/officeart/2005/8/layout/hierarchy5"/>
    <dgm:cxn modelId="{00758D24-D61C-4C66-8E43-7F20E61DAEA0}" type="presOf" srcId="{044648A7-BD74-41A9-98D5-73D7E0B74E3E}" destId="{1CA95A27-CE8C-4581-A023-35724A6F9B81}" srcOrd="0" destOrd="0" presId="urn:microsoft.com/office/officeart/2005/8/layout/hierarchy5"/>
    <dgm:cxn modelId="{01BFCBBC-9D26-40F9-8EE4-C1189EE8E72B}" type="presOf" srcId="{BCFD91C0-4AF1-42A4-A016-B367EE0BCA09}" destId="{9B0A3925-BAFA-439B-BB96-7F3715379CAA}" srcOrd="1" destOrd="0" presId="urn:microsoft.com/office/officeart/2005/8/layout/hierarchy5"/>
    <dgm:cxn modelId="{8B9474AB-5B04-4CF1-A8A5-9389F99167F8}" type="presOf" srcId="{BCFD91C0-4AF1-42A4-A016-B367EE0BCA09}" destId="{BB266D36-8B58-4B37-85CD-D0FBEF90F5BE}" srcOrd="0" destOrd="0" presId="urn:microsoft.com/office/officeart/2005/8/layout/hierarchy5"/>
    <dgm:cxn modelId="{D1752C8B-7B11-437A-AAF6-3143C7AC42CA}" type="presOf" srcId="{73B76296-A962-4F20-9330-0ADDEFC7E0F9}" destId="{951C5260-4A32-4882-9F71-A833B1E16ED9}" srcOrd="0" destOrd="0" presId="urn:microsoft.com/office/officeart/2005/8/layout/hierarchy5"/>
    <dgm:cxn modelId="{7E36461F-636C-4C9F-B1DB-52A31A20A1F6}" type="presOf" srcId="{DE81E94C-56A3-4DD4-94F7-1AC946FC2545}" destId="{CB03EBD0-FA02-4D1B-AE5F-C747EE9BA535}" srcOrd="0" destOrd="0" presId="urn:microsoft.com/office/officeart/2005/8/layout/hierarchy5"/>
    <dgm:cxn modelId="{53AD4752-01D5-480E-912C-0FB56B2CE992}" type="presOf" srcId="{9F7DF9B9-ED27-4B79-B1F9-7549C36464C9}" destId="{D5DFA5F9-45EC-430D-8529-8E3D71E11A02}" srcOrd="1" destOrd="0" presId="urn:microsoft.com/office/officeart/2005/8/layout/hierarchy5"/>
    <dgm:cxn modelId="{8AD0F06A-3D0B-414D-8FD4-C0A3303BD3E1}" type="presOf" srcId="{86071B79-7AF3-434D-91F0-733E33932EE7}" destId="{119C9F37-5DDD-4593-92D5-A52AC492936D}" srcOrd="1" destOrd="0" presId="urn:microsoft.com/office/officeart/2005/8/layout/hierarchy5"/>
    <dgm:cxn modelId="{B6F9F8C7-85D0-43DF-94A4-09C6FF5B3D09}" type="presOf" srcId="{AE46F7FD-F9EB-4ED3-A03A-05BE6CA104C8}" destId="{25B3631E-E546-4FD3-BEBA-14B0E9E67444}" srcOrd="1" destOrd="0" presId="urn:microsoft.com/office/officeart/2005/8/layout/hierarchy5"/>
    <dgm:cxn modelId="{7023A3C1-72F1-43E5-91D5-307D6F1D126C}" type="presOf" srcId="{8355A967-1AAD-4AC7-9F1A-AFA995CD51D8}" destId="{F6B7AA7D-C20A-4ED7-AB02-0C6E5E4C1345}" srcOrd="0" destOrd="0" presId="urn:microsoft.com/office/officeart/2005/8/layout/hierarchy5"/>
    <dgm:cxn modelId="{56D51B41-B467-4924-B5F7-D735436513BB}" type="presOf" srcId="{376BD15B-1B1F-4501-9780-9941743B1E5D}" destId="{9DDA9B01-7D95-465D-AC07-9E8AD50007C6}" srcOrd="0" destOrd="0" presId="urn:microsoft.com/office/officeart/2005/8/layout/hierarchy5"/>
    <dgm:cxn modelId="{80D2EBED-B7E0-40F5-A5CD-E4C2BCCD1BFC}" srcId="{75C4816D-4F3F-42D1-994E-5206DB0EC98B}" destId="{73B76296-A962-4F20-9330-0ADDEFC7E0F9}" srcOrd="0" destOrd="0" parTransId="{EE552DB7-9EA9-4419-BA18-261FF59ED9C6}" sibTransId="{E6BDE6E0-C839-43D4-9C02-B38788FAF40D}"/>
    <dgm:cxn modelId="{310CD0D9-246B-4CC2-BD69-7189EBCF6907}" srcId="{F785D5EE-99D7-4129-AA9D-219C26B069E6}" destId="{FD5ABEED-CED5-43AB-AD29-AAED66412883}" srcOrd="0" destOrd="0" parTransId="{DE81E94C-56A3-4DD4-94F7-1AC946FC2545}" sibTransId="{564138D8-297A-4DAA-B679-66A7AC8993F4}"/>
    <dgm:cxn modelId="{7FC3C36B-9050-4548-BB6E-4257620C2524}" srcId="{FD5ABEED-CED5-43AB-AD29-AAED66412883}" destId="{8355A967-1AAD-4AC7-9F1A-AFA995CD51D8}" srcOrd="0" destOrd="0" parTransId="{127425B7-F2F3-47B7-90DB-DCCBA715A6D4}" sibTransId="{2229CFDE-A6B6-4E6A-BBA4-FF3686AED0EC}"/>
    <dgm:cxn modelId="{DE76C94D-73F8-4E7D-9AB0-01570F22EBB5}" srcId="{71E757F8-D31F-45B3-97F2-4777840705D3}" destId="{F785D5EE-99D7-4129-AA9D-219C26B069E6}" srcOrd="1" destOrd="0" parTransId="{F7665885-CA43-4EAC-BA0C-CCE5B84C4CC4}" sibTransId="{D49C3AC2-1CF1-4AC9-B456-2ADF35634227}"/>
    <dgm:cxn modelId="{2703CF49-1BF2-49F0-A609-F76CC6EF79E3}" type="presOf" srcId="{B6B39238-6EBC-4240-BDD1-E2FA3DB6BF67}" destId="{1A8C1DD7-3D9C-45AD-900E-8A2C741888A6}" srcOrd="1" destOrd="0" presId="urn:microsoft.com/office/officeart/2005/8/layout/hierarchy5"/>
    <dgm:cxn modelId="{44A19AD6-710D-428E-98CE-AC98DB0971E6}" type="presOf" srcId="{70060047-E0C6-411E-B0A6-D587D49F80C7}" destId="{05174500-DC38-4E1D-9CD1-5A5D761596E2}" srcOrd="0" destOrd="0" presId="urn:microsoft.com/office/officeart/2005/8/layout/hierarchy5"/>
    <dgm:cxn modelId="{AEFE63A5-ECB4-447E-8215-96043016BCFA}" type="presOf" srcId="{6B7C0307-A31A-4D22-94EE-AE911B5BBE98}" destId="{21DE9026-F63F-4FE7-BC06-A1642A665573}" srcOrd="0" destOrd="0" presId="urn:microsoft.com/office/officeart/2005/8/layout/hierarchy5"/>
    <dgm:cxn modelId="{99D6AAB4-C161-464A-96CA-5C7A61324BF3}" srcId="{71E757F8-D31F-45B3-97F2-4777840705D3}" destId="{5B51ED2E-6B3B-4477-9394-97525A326206}" srcOrd="0" destOrd="0" parTransId="{AE46F7FD-F9EB-4ED3-A03A-05BE6CA104C8}" sibTransId="{D0D3F396-F70A-4420-ACE3-DA4E6DBF76CB}"/>
    <dgm:cxn modelId="{07B5DB5A-CE8A-4FFB-B6CB-C35813480932}" type="presOf" srcId="{F7665885-CA43-4EAC-BA0C-CCE5B84C4CC4}" destId="{E7C9BEBB-68E8-4695-8DA2-AB0090BE9C47}" srcOrd="0" destOrd="0" presId="urn:microsoft.com/office/officeart/2005/8/layout/hierarchy5"/>
    <dgm:cxn modelId="{28E3A4C1-E59E-48ED-AFBA-5C2D9A67D410}" srcId="{5B51ED2E-6B3B-4477-9394-97525A326206}" destId="{75C4816D-4F3F-42D1-994E-5206DB0EC98B}" srcOrd="2" destOrd="0" parTransId="{BCFD91C0-4AF1-42A4-A016-B367EE0BCA09}" sibTransId="{A7256330-3A59-46E8-A97D-320EFDA9DE1F}"/>
    <dgm:cxn modelId="{B4B803B5-9C7E-420A-B2E2-4C4F3936BFB1}" srcId="{8F178C81-8530-4F61-9B54-71A1600C833F}" destId="{E246A42C-6D40-42F9-B1DA-093D4903175A}" srcOrd="0" destOrd="0" parTransId="{A33F0029-6358-414A-A353-E0FB064BC6FF}" sibTransId="{B5785C87-9C26-448E-9A0E-D286D93E9A6C}"/>
    <dgm:cxn modelId="{485A13A3-50C7-41EA-BB86-BC890D9E6811}" type="presOf" srcId="{70060047-E0C6-411E-B0A6-D587D49F80C7}" destId="{ABF86254-1FF3-47DB-A176-15FE41BFECFB}" srcOrd="1" destOrd="0" presId="urn:microsoft.com/office/officeart/2005/8/layout/hierarchy5"/>
    <dgm:cxn modelId="{DF5BE3F0-83B0-46A9-8A11-EE0A7FE4F2CF}" srcId="{51D9F8E6-05E6-4CC9-8B36-C36AC3E879CC}" destId="{376BD15B-1B1F-4501-9780-9941743B1E5D}" srcOrd="1" destOrd="0" parTransId="{7338EC72-FBE1-437A-AFF9-153FF07DD30E}" sibTransId="{EA7E902B-F364-438A-84CA-BD98F6BF6248}"/>
    <dgm:cxn modelId="{7062CC8C-3E0C-4121-B0BF-C21508130202}" srcId="{4F706535-5FDD-443A-95A9-A2D6CC2C34AE}" destId="{6B7C0307-A31A-4D22-94EE-AE911B5BBE98}" srcOrd="0" destOrd="0" parTransId="{1148C535-5558-49A4-A9C0-85D144848AE9}" sibTransId="{B641AFAC-6768-49BE-8380-84AB0BB67544}"/>
    <dgm:cxn modelId="{358DEADF-9EF7-4670-825C-8A45F96010BD}" srcId="{51D9F8E6-05E6-4CC9-8B36-C36AC3E879CC}" destId="{3AD1CE35-02E1-4CA1-AFFE-DADA57EFC9FB}" srcOrd="2" destOrd="0" parTransId="{755D33C7-75CA-42C2-B0B3-900F576DD372}" sibTransId="{C99AAB12-D37F-4F15-BED5-BE3558D59764}"/>
    <dgm:cxn modelId="{9E4191B6-8163-45C1-9954-B2E16D25EECE}" type="presOf" srcId="{376BD15B-1B1F-4501-9780-9941743B1E5D}" destId="{8DAD6D93-880D-4F5A-ABC5-E4752E7A27E9}" srcOrd="1" destOrd="0" presId="urn:microsoft.com/office/officeart/2005/8/layout/hierarchy5"/>
    <dgm:cxn modelId="{DFE93497-BFDA-4862-81AC-9D68A0D831F5}" srcId="{73B76296-A962-4F20-9330-0ADDEFC7E0F9}" destId="{0A793CDE-69BC-4C21-B3ED-B49D4F2CD55B}" srcOrd="0" destOrd="0" parTransId="{8BC43B55-C821-4A41-9D10-123841493280}" sibTransId="{A90D92D7-5903-422B-9C3E-0D407CE78376}"/>
    <dgm:cxn modelId="{733CD830-7979-4DB3-9BB0-2F2ADEF40B3C}" type="presOf" srcId="{A33F0029-6358-414A-A353-E0FB064BC6FF}" destId="{C13055C5-8F5F-4641-8454-ED6C8DE31C1B}" srcOrd="1" destOrd="0" presId="urn:microsoft.com/office/officeart/2005/8/layout/hierarchy5"/>
    <dgm:cxn modelId="{58566F8D-BEA2-4158-ABB6-3367A8C06DE5}" type="presOf" srcId="{82BB5847-0727-454E-958E-8A95A44290A7}" destId="{65D5557E-4010-4CA3-9A2A-B57BE72251F8}" srcOrd="1" destOrd="0" presId="urn:microsoft.com/office/officeart/2005/8/layout/hierarchy5"/>
    <dgm:cxn modelId="{E3C0B115-E02C-4EC5-A751-6F79A1DBA201}" type="presOf" srcId="{8BC43B55-C821-4A41-9D10-123841493280}" destId="{4CE93BFD-FEEB-4264-B44D-969B5016925A}" srcOrd="0" destOrd="0" presId="urn:microsoft.com/office/officeart/2005/8/layout/hierarchy5"/>
    <dgm:cxn modelId="{C51282FF-6C5B-4E06-B401-0B5471184E15}" srcId="{A6E180AB-01D7-4FCF-A1FA-66E4F230E4CA}" destId="{C74E27B5-D466-410E-B188-F87DF2A0A247}" srcOrd="0" destOrd="0" parTransId="{B6B39238-6EBC-4240-BDD1-E2FA3DB6BF67}" sibTransId="{04D2BE10-6CA1-4E5D-B4F7-A6907F056E4D}"/>
    <dgm:cxn modelId="{38034FDC-C6C2-4C13-93AC-4F91B1DBC4BE}" type="presOf" srcId="{AE46F7FD-F9EB-4ED3-A03A-05BE6CA104C8}" destId="{9609DC31-B2C0-4FCC-B999-F4003D58EE47}" srcOrd="0" destOrd="0" presId="urn:microsoft.com/office/officeart/2005/8/layout/hierarchy5"/>
    <dgm:cxn modelId="{FB5985EE-4794-4A06-8C5E-CD094EF8E1EA}" type="presOf" srcId="{1CE7121C-269D-4594-A396-BAA6488ECE71}" destId="{83050FAC-8984-4E0D-A1DD-860B3ECAE1A4}" srcOrd="0" destOrd="0" presId="urn:microsoft.com/office/officeart/2005/8/layout/hierarchy5"/>
    <dgm:cxn modelId="{4C6D8189-DFA7-4761-B727-4EEA2C1DD4C2}" srcId="{F785D5EE-99D7-4129-AA9D-219C26B069E6}" destId="{A3BF3ABA-129F-465F-B57B-9F955510A5B1}" srcOrd="1" destOrd="0" parTransId="{1CE7121C-269D-4594-A396-BAA6488ECE71}" sibTransId="{4120DA36-2DFE-46BA-BC21-0E9D1634F4E1}"/>
    <dgm:cxn modelId="{D645E68E-F9DB-4ACC-B965-11EEF2426254}" srcId="{C74E27B5-D466-410E-B188-F87DF2A0A247}" destId="{6F807EFF-2ABC-439C-BE7B-D298CA8EA1AE}" srcOrd="0" destOrd="0" parTransId="{083416CA-209D-4E02-A970-53AE3C142427}" sibTransId="{F5D42860-3421-4B7D-9B41-1C3B15339AC3}"/>
    <dgm:cxn modelId="{754E04E6-4C30-4350-A22D-53B1AB08B572}" type="presOf" srcId="{C74E27B5-D466-410E-B188-F87DF2A0A247}" destId="{AACC9F14-2C73-4291-AB44-7A62C6FDFDC3}" srcOrd="0" destOrd="0" presId="urn:microsoft.com/office/officeart/2005/8/layout/hierarchy5"/>
    <dgm:cxn modelId="{69238DD6-B328-4D8C-896D-241F7B1340CB}" srcId="{5B51ED2E-6B3B-4477-9394-97525A326206}" destId="{A6E180AB-01D7-4FCF-A1FA-66E4F230E4CA}" srcOrd="1" destOrd="0" parTransId="{044648A7-BD74-41A9-98D5-73D7E0B74E3E}" sibTransId="{AF5F70B5-7795-4291-942F-0B3478D731FE}"/>
    <dgm:cxn modelId="{06823480-0EB4-480D-9D9B-9F457C3BE919}" type="presOf" srcId="{1148C535-5558-49A4-A9C0-85D144848AE9}" destId="{6CCFF904-6DBD-4FD4-BBC1-F3BDB9168D96}" srcOrd="1" destOrd="0" presId="urn:microsoft.com/office/officeart/2005/8/layout/hierarchy5"/>
    <dgm:cxn modelId="{476AB17E-BF94-465C-A0C6-F5EABBBAE978}" type="presOf" srcId="{86071B79-7AF3-434D-91F0-733E33932EE7}" destId="{A7D3060F-4721-4A8D-81DC-069EB1F931FF}" srcOrd="0" destOrd="0" presId="urn:microsoft.com/office/officeart/2005/8/layout/hierarchy5"/>
    <dgm:cxn modelId="{B525E9C6-21EE-452C-AF5B-60513E06B7CD}" srcId="{5B51ED2E-6B3B-4477-9394-97525A326206}" destId="{716EB8FE-51D0-438C-8030-4C06CF5574F8}" srcOrd="0" destOrd="0" parTransId="{86071B79-7AF3-434D-91F0-733E33932EE7}" sibTransId="{441EB701-1E45-42EE-B190-1EEE0CE8CA21}"/>
    <dgm:cxn modelId="{4FEFF24E-F6AB-428E-B961-67FD15AA7A04}" type="presOf" srcId="{312FF838-D46C-4736-BF19-9BA584DD3D64}" destId="{E5D0D3D3-AC00-49E8-99D3-28D532FEC364}" srcOrd="0" destOrd="0" presId="urn:microsoft.com/office/officeart/2005/8/layout/hierarchy5"/>
    <dgm:cxn modelId="{EE1ED0A5-FEB0-4C06-9C12-FBAD75A770E3}" type="presOf" srcId="{A3BF3ABA-129F-465F-B57B-9F955510A5B1}" destId="{4A065B24-C13F-4685-B07B-AA198FCB2780}" srcOrd="0" destOrd="0" presId="urn:microsoft.com/office/officeart/2005/8/layout/hierarchy5"/>
    <dgm:cxn modelId="{9ACF3CBF-48F0-4034-9446-E7B586A452E8}" type="presOf" srcId="{F7665885-CA43-4EAC-BA0C-CCE5B84C4CC4}" destId="{047A7C83-E175-41E6-9298-0C7CC8A6CC7B}" srcOrd="1" destOrd="0" presId="urn:microsoft.com/office/officeart/2005/8/layout/hierarchy5"/>
    <dgm:cxn modelId="{F726EF7D-FB63-42FA-B128-39D99D3990FD}" type="presOf" srcId="{3AD1CE35-02E1-4CA1-AFFE-DADA57EFC9FB}" destId="{68AD21B5-E207-49CB-A79C-BFD60B0D1E0C}" srcOrd="1" destOrd="0" presId="urn:microsoft.com/office/officeart/2005/8/layout/hierarchy5"/>
    <dgm:cxn modelId="{EBC385C4-9C08-4D13-9946-61549D9B627A}" type="presOf" srcId="{312FF838-D46C-4736-BF19-9BA584DD3D64}" destId="{8021AAE2-A8C8-4BA5-A034-0B97E28AF1AB}" srcOrd="1" destOrd="0" presId="urn:microsoft.com/office/officeart/2005/8/layout/hierarchy5"/>
    <dgm:cxn modelId="{ABDDF473-2E80-4087-9FFE-A23C71607EC5}" type="presOf" srcId="{8F178C81-8530-4F61-9B54-71A1600C833F}" destId="{E53F0D41-E9A8-4CDE-86C5-E4FFF4147E71}" srcOrd="0" destOrd="0" presId="urn:microsoft.com/office/officeart/2005/8/layout/hierarchy5"/>
    <dgm:cxn modelId="{7C9E1C2F-ADC8-4284-AF6C-63594E146C5E}" type="presOf" srcId="{127425B7-F2F3-47B7-90DB-DCCBA715A6D4}" destId="{1B37A928-BBF0-4D6B-9D16-6A78A83CF69B}" srcOrd="0" destOrd="0" presId="urn:microsoft.com/office/officeart/2005/8/layout/hierarchy5"/>
    <dgm:cxn modelId="{43EE50E5-5FB9-4BAF-87B9-DB9E56C24D1C}" type="presOf" srcId="{75C4816D-4F3F-42D1-994E-5206DB0EC98B}" destId="{2F565019-DE8D-4001-B2A3-3DD5DD95C2BB}" srcOrd="0" destOrd="0" presId="urn:microsoft.com/office/officeart/2005/8/layout/hierarchy5"/>
    <dgm:cxn modelId="{A5162F8B-1827-4C6E-981E-1F738C1089D0}" type="presOf" srcId="{E246A42C-6D40-42F9-B1DA-093D4903175A}" destId="{3C1E2BB4-7318-4012-97E8-1307F6491F65}" srcOrd="0" destOrd="0" presId="urn:microsoft.com/office/officeart/2005/8/layout/hierarchy5"/>
    <dgm:cxn modelId="{FDBE563C-0717-4FA4-A848-99AEE0C2F38F}" type="presOf" srcId="{B6B39238-6EBC-4240-BDD1-E2FA3DB6BF67}" destId="{17469F7F-0376-487D-B885-EA9E499EC02A}" srcOrd="0" destOrd="0" presId="urn:microsoft.com/office/officeart/2005/8/layout/hierarchy5"/>
    <dgm:cxn modelId="{21DB368C-8E8D-415A-85E5-07D6EC53A4F1}" type="presOf" srcId="{3AD1CE35-02E1-4CA1-AFFE-DADA57EFC9FB}" destId="{3BAC737B-A52F-4507-A482-5C42BF19AC33}" srcOrd="0" destOrd="0" presId="urn:microsoft.com/office/officeart/2005/8/layout/hierarchy5"/>
    <dgm:cxn modelId="{360F54A4-5D73-466F-9152-5AC865B488BF}" type="presOf" srcId="{127425B7-F2F3-47B7-90DB-DCCBA715A6D4}" destId="{D709D395-BA35-4308-BEB6-4D9DC1445167}" srcOrd="1" destOrd="0" presId="urn:microsoft.com/office/officeart/2005/8/layout/hierarchy5"/>
    <dgm:cxn modelId="{8CCCC0BC-4B43-4DE2-954D-A455C5D5EA28}" type="presOf" srcId="{A6E180AB-01D7-4FCF-A1FA-66E4F230E4CA}" destId="{CC112999-FFE3-416C-A42E-FD5DC88AA9F8}" srcOrd="0" destOrd="0" presId="urn:microsoft.com/office/officeart/2005/8/layout/hierarchy5"/>
    <dgm:cxn modelId="{88EAA94F-12BE-42F0-8E37-F21A9CD107B0}" type="presOf" srcId="{EE552DB7-9EA9-4419-BA18-261FF59ED9C6}" destId="{64287197-2F41-4F58-8054-CF2574AC3638}" srcOrd="0" destOrd="0" presId="urn:microsoft.com/office/officeart/2005/8/layout/hierarchy5"/>
    <dgm:cxn modelId="{4757BD7A-1BB9-417B-91AF-BFC2BE13421B}" type="presOf" srcId="{8BC43B55-C821-4A41-9D10-123841493280}" destId="{8A1DCE0B-7E62-47CE-B154-50F33198D536}" srcOrd="1" destOrd="0" presId="urn:microsoft.com/office/officeart/2005/8/layout/hierarchy5"/>
    <dgm:cxn modelId="{E3005EA0-35D5-4784-AD15-616C5ED574FE}" type="presOf" srcId="{0A793CDE-69BC-4C21-B3ED-B49D4F2CD55B}" destId="{42E4B684-AD64-48DD-A671-863CE8F2A875}" srcOrd="0" destOrd="0" presId="urn:microsoft.com/office/officeart/2005/8/layout/hierarchy5"/>
    <dgm:cxn modelId="{A9B0EE73-CDB4-4231-BE77-C4FE220C8630}" srcId="{51D9F8E6-05E6-4CC9-8B36-C36AC3E879CC}" destId="{82BB5847-0727-454E-958E-8A95A44290A7}" srcOrd="3" destOrd="0" parTransId="{D85BC6CF-B298-4DB0-88EB-BDE9169C5973}" sibTransId="{F29AEF47-643E-4980-AEF5-A6B295CE8D9A}"/>
    <dgm:cxn modelId="{6032C877-C730-46E3-BDAA-34FA13C5D8CE}" type="presOf" srcId="{083416CA-209D-4E02-A970-53AE3C142427}" destId="{5DE3B801-8A92-44C0-A7D4-ECB8B67857F0}" srcOrd="1" destOrd="0" presId="urn:microsoft.com/office/officeart/2005/8/layout/hierarchy5"/>
    <dgm:cxn modelId="{2D2E5352-DC15-4612-9582-8C056EF2D2E9}" type="presOf" srcId="{51D9F8E6-05E6-4CC9-8B36-C36AC3E879CC}" destId="{F387F7D7-E0C1-4136-9F1F-3A315464C0E0}" srcOrd="0" destOrd="0" presId="urn:microsoft.com/office/officeart/2005/8/layout/hierarchy5"/>
    <dgm:cxn modelId="{81E92053-688D-4C58-9C10-949A7CC84566}" type="presOf" srcId="{6F807EFF-2ABC-439C-BE7B-D298CA8EA1AE}" destId="{77131064-63FB-4907-8DF6-3AC08E5C8DDF}" srcOrd="0" destOrd="0" presId="urn:microsoft.com/office/officeart/2005/8/layout/hierarchy5"/>
    <dgm:cxn modelId="{B79B94F6-30EE-4F5C-BB07-C2D2969B9A3F}" srcId="{716EB8FE-51D0-438C-8030-4C06CF5574F8}" destId="{4F706535-5FDD-443A-95A9-A2D6CC2C34AE}" srcOrd="0" destOrd="0" parTransId="{312FF838-D46C-4736-BF19-9BA584DD3D64}" sibTransId="{1B54BC96-D92C-4EB9-BE4C-EC50F1DF29A1}"/>
    <dgm:cxn modelId="{B00BB2BE-2563-440C-B2B7-FC4845DD6A44}" type="presOf" srcId="{1148C535-5558-49A4-A9C0-85D144848AE9}" destId="{4A8C535C-86A2-4663-84E3-8D37B40DDCA9}" srcOrd="0" destOrd="0" presId="urn:microsoft.com/office/officeart/2005/8/layout/hierarchy5"/>
    <dgm:cxn modelId="{088A2CF2-F034-44EA-95EA-ED255BC66031}" type="presOf" srcId="{5B51ED2E-6B3B-4477-9394-97525A326206}" destId="{7162B31B-24EF-42AB-918A-0D370C67AB80}" srcOrd="0" destOrd="0" presId="urn:microsoft.com/office/officeart/2005/8/layout/hierarchy5"/>
    <dgm:cxn modelId="{80A85195-2D75-4CD9-A4F3-3798721788E5}" type="presOf" srcId="{716EB8FE-51D0-438C-8030-4C06CF5574F8}" destId="{719F875B-A438-4C53-A271-76C665B52D35}" srcOrd="0" destOrd="0" presId="urn:microsoft.com/office/officeart/2005/8/layout/hierarchy5"/>
    <dgm:cxn modelId="{250968EB-A566-4BEB-93D3-88D129EC9B1B}" type="presOf" srcId="{DE81E94C-56A3-4DD4-94F7-1AC946FC2545}" destId="{7841702C-6773-41A8-B6C2-59C93467CB0D}" srcOrd="1" destOrd="0" presId="urn:microsoft.com/office/officeart/2005/8/layout/hierarchy5"/>
    <dgm:cxn modelId="{EFEFBD6A-937F-4407-B92C-7CBA345FAD6A}" type="presOf" srcId="{9F7DF9B9-ED27-4B79-B1F9-7549C36464C9}" destId="{3A60438E-431C-4E45-BF2F-5CEC753F33BB}" srcOrd="0" destOrd="0" presId="urn:microsoft.com/office/officeart/2005/8/layout/hierarchy5"/>
    <dgm:cxn modelId="{8E559232-14CE-4F9B-9530-3DF311581960}" type="presOf" srcId="{EE552DB7-9EA9-4419-BA18-261FF59ED9C6}" destId="{1401CC82-27EA-4129-83BD-A44C46F5C62F}" srcOrd="1" destOrd="0" presId="urn:microsoft.com/office/officeart/2005/8/layout/hierarchy5"/>
    <dgm:cxn modelId="{6EA9AD31-DF73-42E6-B322-6FABE5B051B6}" type="presOf" srcId="{F785D5EE-99D7-4129-AA9D-219C26B069E6}" destId="{E519117D-4935-4471-96F9-1B9D71CE0989}" srcOrd="0" destOrd="0" presId="urn:microsoft.com/office/officeart/2005/8/layout/hierarchy5"/>
    <dgm:cxn modelId="{68A7635D-F199-4D39-BD46-E46303819ADA}" type="presOf" srcId="{71E757F8-D31F-45B3-97F2-4777840705D3}" destId="{2DC3AB1A-CDD8-4940-950F-16D7A7FD3ECC}" srcOrd="0" destOrd="0" presId="urn:microsoft.com/office/officeart/2005/8/layout/hierarchy5"/>
    <dgm:cxn modelId="{CD390864-0878-4BE8-AF99-3A49A86FE253}" type="presOf" srcId="{1CE7121C-269D-4594-A396-BAA6488ECE71}" destId="{B8B979B1-1E4F-4DE5-B3EF-5A843A3F141C}" srcOrd="1" destOrd="0" presId="urn:microsoft.com/office/officeart/2005/8/layout/hierarchy5"/>
    <dgm:cxn modelId="{BF4B005A-1DAA-4F1F-A443-06FA607A475B}" type="presParOf" srcId="{F387F7D7-E0C1-4136-9F1F-3A315464C0E0}" destId="{72435A3B-091B-4C2E-8325-8833174FAE57}" srcOrd="0" destOrd="0" presId="urn:microsoft.com/office/officeart/2005/8/layout/hierarchy5"/>
    <dgm:cxn modelId="{7404F921-4FC1-4B3E-AC82-0B089013B982}" type="presParOf" srcId="{72435A3B-091B-4C2E-8325-8833174FAE57}" destId="{3F946FAC-B68E-49C4-9E36-983C50DA29F1}" srcOrd="0" destOrd="0" presId="urn:microsoft.com/office/officeart/2005/8/layout/hierarchy5"/>
    <dgm:cxn modelId="{FA6A7BA5-54F4-45B4-921F-936E8D0D1128}" type="presParOf" srcId="{72435A3B-091B-4C2E-8325-8833174FAE57}" destId="{7172368D-081A-404B-975C-48705697B456}" srcOrd="1" destOrd="0" presId="urn:microsoft.com/office/officeart/2005/8/layout/hierarchy5"/>
    <dgm:cxn modelId="{573C5A5B-ACA9-4F1B-8D9D-9F4624E7A30F}" type="presParOf" srcId="{7172368D-081A-404B-975C-48705697B456}" destId="{EB55C80B-BCB4-4052-B7F9-BC995DE26810}" srcOrd="0" destOrd="0" presId="urn:microsoft.com/office/officeart/2005/8/layout/hierarchy5"/>
    <dgm:cxn modelId="{B23329A5-F5D8-4F69-8351-9A00FCBCBD77}" type="presParOf" srcId="{EB55C80B-BCB4-4052-B7F9-BC995DE26810}" destId="{2DC3AB1A-CDD8-4940-950F-16D7A7FD3ECC}" srcOrd="0" destOrd="0" presId="urn:microsoft.com/office/officeart/2005/8/layout/hierarchy5"/>
    <dgm:cxn modelId="{4F26B322-AF57-4215-8738-093B6404604E}" type="presParOf" srcId="{EB55C80B-BCB4-4052-B7F9-BC995DE26810}" destId="{E985CF9A-C6D2-4DD2-B6FB-E4A6628DC40C}" srcOrd="1" destOrd="0" presId="urn:microsoft.com/office/officeart/2005/8/layout/hierarchy5"/>
    <dgm:cxn modelId="{DF27B5A8-6E4A-4B0D-B047-4FA1EB5FA227}" type="presParOf" srcId="{E985CF9A-C6D2-4DD2-B6FB-E4A6628DC40C}" destId="{9609DC31-B2C0-4FCC-B999-F4003D58EE47}" srcOrd="0" destOrd="0" presId="urn:microsoft.com/office/officeart/2005/8/layout/hierarchy5"/>
    <dgm:cxn modelId="{8A133F58-B368-4190-95B7-4D5C208533EE}" type="presParOf" srcId="{9609DC31-B2C0-4FCC-B999-F4003D58EE47}" destId="{25B3631E-E546-4FD3-BEBA-14B0E9E67444}" srcOrd="0" destOrd="0" presId="urn:microsoft.com/office/officeart/2005/8/layout/hierarchy5"/>
    <dgm:cxn modelId="{CC94B17A-D6C9-4FED-943F-0FB5F9AB0F4F}" type="presParOf" srcId="{E985CF9A-C6D2-4DD2-B6FB-E4A6628DC40C}" destId="{1123A056-F295-44FC-911B-B920F055EF5B}" srcOrd="1" destOrd="0" presId="urn:microsoft.com/office/officeart/2005/8/layout/hierarchy5"/>
    <dgm:cxn modelId="{02D4B21A-AEA0-42F6-A333-F4443042EDE5}" type="presParOf" srcId="{1123A056-F295-44FC-911B-B920F055EF5B}" destId="{7162B31B-24EF-42AB-918A-0D370C67AB80}" srcOrd="0" destOrd="0" presId="urn:microsoft.com/office/officeart/2005/8/layout/hierarchy5"/>
    <dgm:cxn modelId="{97B4E1C4-4413-4C9F-8613-199844440797}" type="presParOf" srcId="{1123A056-F295-44FC-911B-B920F055EF5B}" destId="{406FC2E5-0AF8-4943-9C1C-D59BA3EAC46F}" srcOrd="1" destOrd="0" presId="urn:microsoft.com/office/officeart/2005/8/layout/hierarchy5"/>
    <dgm:cxn modelId="{D850C5C0-BAAD-48CF-9F07-2696416ECE3A}" type="presParOf" srcId="{406FC2E5-0AF8-4943-9C1C-D59BA3EAC46F}" destId="{A7D3060F-4721-4A8D-81DC-069EB1F931FF}" srcOrd="0" destOrd="0" presId="urn:microsoft.com/office/officeart/2005/8/layout/hierarchy5"/>
    <dgm:cxn modelId="{6F62C360-1DFF-49FB-A5B1-55124B84C716}" type="presParOf" srcId="{A7D3060F-4721-4A8D-81DC-069EB1F931FF}" destId="{119C9F37-5DDD-4593-92D5-A52AC492936D}" srcOrd="0" destOrd="0" presId="urn:microsoft.com/office/officeart/2005/8/layout/hierarchy5"/>
    <dgm:cxn modelId="{0C087410-ABBF-45A5-A9FC-6CB228EDC5C9}" type="presParOf" srcId="{406FC2E5-0AF8-4943-9C1C-D59BA3EAC46F}" destId="{D20F57B0-DAEA-488F-9727-7629BEAF771C}" srcOrd="1" destOrd="0" presId="urn:microsoft.com/office/officeart/2005/8/layout/hierarchy5"/>
    <dgm:cxn modelId="{87D69C9C-F1BE-4CD6-89BF-BB9C16809C88}" type="presParOf" srcId="{D20F57B0-DAEA-488F-9727-7629BEAF771C}" destId="{719F875B-A438-4C53-A271-76C665B52D35}" srcOrd="0" destOrd="0" presId="urn:microsoft.com/office/officeart/2005/8/layout/hierarchy5"/>
    <dgm:cxn modelId="{ED4272F1-8F88-445A-B5EE-03B883B6C9AE}" type="presParOf" srcId="{D20F57B0-DAEA-488F-9727-7629BEAF771C}" destId="{3ABD0648-939F-43B2-A02F-E2E718617D1C}" srcOrd="1" destOrd="0" presId="urn:microsoft.com/office/officeart/2005/8/layout/hierarchy5"/>
    <dgm:cxn modelId="{834B7096-4159-4B26-A847-29124851B68E}" type="presParOf" srcId="{3ABD0648-939F-43B2-A02F-E2E718617D1C}" destId="{E5D0D3D3-AC00-49E8-99D3-28D532FEC364}" srcOrd="0" destOrd="0" presId="urn:microsoft.com/office/officeart/2005/8/layout/hierarchy5"/>
    <dgm:cxn modelId="{772FDE53-44CB-45FF-A83A-ADFA678C7F62}" type="presParOf" srcId="{E5D0D3D3-AC00-49E8-99D3-28D532FEC364}" destId="{8021AAE2-A8C8-4BA5-A034-0B97E28AF1AB}" srcOrd="0" destOrd="0" presId="urn:microsoft.com/office/officeart/2005/8/layout/hierarchy5"/>
    <dgm:cxn modelId="{DEDE6748-1355-4EA4-9F0D-0EC7F8F20591}" type="presParOf" srcId="{3ABD0648-939F-43B2-A02F-E2E718617D1C}" destId="{5DCF50E6-07EF-4E6E-8BA0-7542313F6008}" srcOrd="1" destOrd="0" presId="urn:microsoft.com/office/officeart/2005/8/layout/hierarchy5"/>
    <dgm:cxn modelId="{79164991-E930-4D85-B990-B0AAC30793D1}" type="presParOf" srcId="{5DCF50E6-07EF-4E6E-8BA0-7542313F6008}" destId="{B2BCA23B-DBA7-4A2C-8880-5A87F23265CF}" srcOrd="0" destOrd="0" presId="urn:microsoft.com/office/officeart/2005/8/layout/hierarchy5"/>
    <dgm:cxn modelId="{DFE854E0-2590-4AB3-A63C-B9500A67EB91}" type="presParOf" srcId="{5DCF50E6-07EF-4E6E-8BA0-7542313F6008}" destId="{DD9125C8-0C02-45F4-9990-B326721C8D81}" srcOrd="1" destOrd="0" presId="urn:microsoft.com/office/officeart/2005/8/layout/hierarchy5"/>
    <dgm:cxn modelId="{4CEE274A-2A4B-487E-B94A-28FDB8539E32}" type="presParOf" srcId="{DD9125C8-0C02-45F4-9990-B326721C8D81}" destId="{4A8C535C-86A2-4663-84E3-8D37B40DDCA9}" srcOrd="0" destOrd="0" presId="urn:microsoft.com/office/officeart/2005/8/layout/hierarchy5"/>
    <dgm:cxn modelId="{4739BF9F-F4EE-4243-83E6-86CF7F6E252F}" type="presParOf" srcId="{4A8C535C-86A2-4663-84E3-8D37B40DDCA9}" destId="{6CCFF904-6DBD-4FD4-BBC1-F3BDB9168D96}" srcOrd="0" destOrd="0" presId="urn:microsoft.com/office/officeart/2005/8/layout/hierarchy5"/>
    <dgm:cxn modelId="{A8A85179-FAB8-40ED-943F-E7AA9D89978F}" type="presParOf" srcId="{DD9125C8-0C02-45F4-9990-B326721C8D81}" destId="{95B896B3-B550-440F-A0FD-74399B3C13DC}" srcOrd="1" destOrd="0" presId="urn:microsoft.com/office/officeart/2005/8/layout/hierarchy5"/>
    <dgm:cxn modelId="{A5F642EC-E848-49F5-A4DC-7911F8E3A8B4}" type="presParOf" srcId="{95B896B3-B550-440F-A0FD-74399B3C13DC}" destId="{21DE9026-F63F-4FE7-BC06-A1642A665573}" srcOrd="0" destOrd="0" presId="urn:microsoft.com/office/officeart/2005/8/layout/hierarchy5"/>
    <dgm:cxn modelId="{FAC43CC2-0F97-4AF8-9037-9869217609FD}" type="presParOf" srcId="{95B896B3-B550-440F-A0FD-74399B3C13DC}" destId="{1E83801F-0886-453E-BAB7-2E118B1561CC}" srcOrd="1" destOrd="0" presId="urn:microsoft.com/office/officeart/2005/8/layout/hierarchy5"/>
    <dgm:cxn modelId="{27CC1037-375B-432C-B2C1-47E7F9875191}" type="presParOf" srcId="{406FC2E5-0AF8-4943-9C1C-D59BA3EAC46F}" destId="{1CA95A27-CE8C-4581-A023-35724A6F9B81}" srcOrd="2" destOrd="0" presId="urn:microsoft.com/office/officeart/2005/8/layout/hierarchy5"/>
    <dgm:cxn modelId="{61F6882A-09C0-4882-AD9C-CE56B77BACCE}" type="presParOf" srcId="{1CA95A27-CE8C-4581-A023-35724A6F9B81}" destId="{762F0030-7473-4F2A-A067-90BFAE392A77}" srcOrd="0" destOrd="0" presId="urn:microsoft.com/office/officeart/2005/8/layout/hierarchy5"/>
    <dgm:cxn modelId="{5EAAB6EC-F8AD-46DC-9D88-B42D21740BC6}" type="presParOf" srcId="{406FC2E5-0AF8-4943-9C1C-D59BA3EAC46F}" destId="{2EE46890-1902-4BA2-A94F-D549B4A20045}" srcOrd="3" destOrd="0" presId="urn:microsoft.com/office/officeart/2005/8/layout/hierarchy5"/>
    <dgm:cxn modelId="{8BF95C8C-5B00-4AF2-B3C9-9F5EAAE77FC6}" type="presParOf" srcId="{2EE46890-1902-4BA2-A94F-D549B4A20045}" destId="{CC112999-FFE3-416C-A42E-FD5DC88AA9F8}" srcOrd="0" destOrd="0" presId="urn:microsoft.com/office/officeart/2005/8/layout/hierarchy5"/>
    <dgm:cxn modelId="{4415B318-D572-4BA7-816D-30D6DF72A568}" type="presParOf" srcId="{2EE46890-1902-4BA2-A94F-D549B4A20045}" destId="{81636CF4-4C6E-4450-B946-D69F9ABECA91}" srcOrd="1" destOrd="0" presId="urn:microsoft.com/office/officeart/2005/8/layout/hierarchy5"/>
    <dgm:cxn modelId="{564471C1-88F8-4EA3-A349-034B1582814B}" type="presParOf" srcId="{81636CF4-4C6E-4450-B946-D69F9ABECA91}" destId="{17469F7F-0376-487D-B885-EA9E499EC02A}" srcOrd="0" destOrd="0" presId="urn:microsoft.com/office/officeart/2005/8/layout/hierarchy5"/>
    <dgm:cxn modelId="{4E40257D-3AF8-4FBF-B185-7ACDC7F0DEC0}" type="presParOf" srcId="{17469F7F-0376-487D-B885-EA9E499EC02A}" destId="{1A8C1DD7-3D9C-45AD-900E-8A2C741888A6}" srcOrd="0" destOrd="0" presId="urn:microsoft.com/office/officeart/2005/8/layout/hierarchy5"/>
    <dgm:cxn modelId="{E0C12E65-759F-4C97-839D-CC0949A85511}" type="presParOf" srcId="{81636CF4-4C6E-4450-B946-D69F9ABECA91}" destId="{5F8F30EF-127E-45F5-9EFC-9F455A56AADD}" srcOrd="1" destOrd="0" presId="urn:microsoft.com/office/officeart/2005/8/layout/hierarchy5"/>
    <dgm:cxn modelId="{8215D72D-FD92-4219-A743-8D250AF8A2C3}" type="presParOf" srcId="{5F8F30EF-127E-45F5-9EFC-9F455A56AADD}" destId="{AACC9F14-2C73-4291-AB44-7A62C6FDFDC3}" srcOrd="0" destOrd="0" presId="urn:microsoft.com/office/officeart/2005/8/layout/hierarchy5"/>
    <dgm:cxn modelId="{9DE82623-16C8-4EDA-8E85-86ABF262EAFD}" type="presParOf" srcId="{5F8F30EF-127E-45F5-9EFC-9F455A56AADD}" destId="{1BCBECFE-5611-4EE9-985B-6ADEB2CD1A5C}" srcOrd="1" destOrd="0" presId="urn:microsoft.com/office/officeart/2005/8/layout/hierarchy5"/>
    <dgm:cxn modelId="{D16ADEF3-CCBC-44B3-A75D-4447FA0D7934}" type="presParOf" srcId="{1BCBECFE-5611-4EE9-985B-6ADEB2CD1A5C}" destId="{CA94D520-4D43-4713-AFD1-6BF52DA96CD1}" srcOrd="0" destOrd="0" presId="urn:microsoft.com/office/officeart/2005/8/layout/hierarchy5"/>
    <dgm:cxn modelId="{8C860C19-F7C8-4736-AE84-7FFD13DE1DFC}" type="presParOf" srcId="{CA94D520-4D43-4713-AFD1-6BF52DA96CD1}" destId="{5DE3B801-8A92-44C0-A7D4-ECB8B67857F0}" srcOrd="0" destOrd="0" presId="urn:microsoft.com/office/officeart/2005/8/layout/hierarchy5"/>
    <dgm:cxn modelId="{88AB61B7-8330-47BE-BB10-BF1D2952F8D6}" type="presParOf" srcId="{1BCBECFE-5611-4EE9-985B-6ADEB2CD1A5C}" destId="{6C24E070-30EE-4DD3-8496-652F05FD5053}" srcOrd="1" destOrd="0" presId="urn:microsoft.com/office/officeart/2005/8/layout/hierarchy5"/>
    <dgm:cxn modelId="{964FCB9D-9979-42A7-B790-75B367BB424D}" type="presParOf" srcId="{6C24E070-30EE-4DD3-8496-652F05FD5053}" destId="{77131064-63FB-4907-8DF6-3AC08E5C8DDF}" srcOrd="0" destOrd="0" presId="urn:microsoft.com/office/officeart/2005/8/layout/hierarchy5"/>
    <dgm:cxn modelId="{FC836C03-19DF-49B5-AE0E-923CDAD43A43}" type="presParOf" srcId="{6C24E070-30EE-4DD3-8496-652F05FD5053}" destId="{007E0CD5-2E74-4358-B01E-23B319D4F2D1}" srcOrd="1" destOrd="0" presId="urn:microsoft.com/office/officeart/2005/8/layout/hierarchy5"/>
    <dgm:cxn modelId="{AE075CF9-91B0-40B0-8848-C9C5BA0AA4F7}" type="presParOf" srcId="{81636CF4-4C6E-4450-B946-D69F9ABECA91}" destId="{05174500-DC38-4E1D-9CD1-5A5D761596E2}" srcOrd="2" destOrd="0" presId="urn:microsoft.com/office/officeart/2005/8/layout/hierarchy5"/>
    <dgm:cxn modelId="{5F2EC35C-2EDC-41E5-9089-168713AEE474}" type="presParOf" srcId="{05174500-DC38-4E1D-9CD1-5A5D761596E2}" destId="{ABF86254-1FF3-47DB-A176-15FE41BFECFB}" srcOrd="0" destOrd="0" presId="urn:microsoft.com/office/officeart/2005/8/layout/hierarchy5"/>
    <dgm:cxn modelId="{8E1A5524-A301-4C2D-8B28-1C5024827B84}" type="presParOf" srcId="{81636CF4-4C6E-4450-B946-D69F9ABECA91}" destId="{DAC079E0-32B2-409E-92A8-02D41916D9D5}" srcOrd="3" destOrd="0" presId="urn:microsoft.com/office/officeart/2005/8/layout/hierarchy5"/>
    <dgm:cxn modelId="{85DD9164-3F70-41B1-A670-4925337DC797}" type="presParOf" srcId="{DAC079E0-32B2-409E-92A8-02D41916D9D5}" destId="{E53F0D41-E9A8-4CDE-86C5-E4FFF4147E71}" srcOrd="0" destOrd="0" presId="urn:microsoft.com/office/officeart/2005/8/layout/hierarchy5"/>
    <dgm:cxn modelId="{B01473C4-A6BE-408D-86D4-BBAC19D0771B}" type="presParOf" srcId="{DAC079E0-32B2-409E-92A8-02D41916D9D5}" destId="{02D24881-C858-44F2-8DC7-396F6704BE27}" srcOrd="1" destOrd="0" presId="urn:microsoft.com/office/officeart/2005/8/layout/hierarchy5"/>
    <dgm:cxn modelId="{61D0DD01-2D36-4E22-AB9A-4FC03AFE1C37}" type="presParOf" srcId="{02D24881-C858-44F2-8DC7-396F6704BE27}" destId="{590E6B90-8F55-456A-9634-18C4DB66C063}" srcOrd="0" destOrd="0" presId="urn:microsoft.com/office/officeart/2005/8/layout/hierarchy5"/>
    <dgm:cxn modelId="{9BE57551-3AC1-4A22-9D12-4FBA168D6039}" type="presParOf" srcId="{590E6B90-8F55-456A-9634-18C4DB66C063}" destId="{C13055C5-8F5F-4641-8454-ED6C8DE31C1B}" srcOrd="0" destOrd="0" presId="urn:microsoft.com/office/officeart/2005/8/layout/hierarchy5"/>
    <dgm:cxn modelId="{ABA5FAC4-81BE-4B31-BA27-48798AF33118}" type="presParOf" srcId="{02D24881-C858-44F2-8DC7-396F6704BE27}" destId="{BE45BA8D-7D9C-4047-A80C-349E92A0557B}" srcOrd="1" destOrd="0" presId="urn:microsoft.com/office/officeart/2005/8/layout/hierarchy5"/>
    <dgm:cxn modelId="{43985A67-9B78-4119-AE2D-076FCEEF4F33}" type="presParOf" srcId="{BE45BA8D-7D9C-4047-A80C-349E92A0557B}" destId="{3C1E2BB4-7318-4012-97E8-1307F6491F65}" srcOrd="0" destOrd="0" presId="urn:microsoft.com/office/officeart/2005/8/layout/hierarchy5"/>
    <dgm:cxn modelId="{2B9B53F9-DA35-4707-B160-5C088A3C8BED}" type="presParOf" srcId="{BE45BA8D-7D9C-4047-A80C-349E92A0557B}" destId="{45F1EC55-2D60-42A9-91F7-40A1A53716BE}" srcOrd="1" destOrd="0" presId="urn:microsoft.com/office/officeart/2005/8/layout/hierarchy5"/>
    <dgm:cxn modelId="{F6B48995-7D78-46BF-A320-74CE5072B73F}" type="presParOf" srcId="{406FC2E5-0AF8-4943-9C1C-D59BA3EAC46F}" destId="{BB266D36-8B58-4B37-85CD-D0FBEF90F5BE}" srcOrd="4" destOrd="0" presId="urn:microsoft.com/office/officeart/2005/8/layout/hierarchy5"/>
    <dgm:cxn modelId="{F7067209-3EC5-4AE6-89ED-699244156B8B}" type="presParOf" srcId="{BB266D36-8B58-4B37-85CD-D0FBEF90F5BE}" destId="{9B0A3925-BAFA-439B-BB96-7F3715379CAA}" srcOrd="0" destOrd="0" presId="urn:microsoft.com/office/officeart/2005/8/layout/hierarchy5"/>
    <dgm:cxn modelId="{95C35421-0B2A-44D5-94FF-4B6D28AC1C34}" type="presParOf" srcId="{406FC2E5-0AF8-4943-9C1C-D59BA3EAC46F}" destId="{B1C57D0B-5C79-4785-BE3A-BC534C18CB9C}" srcOrd="5" destOrd="0" presId="urn:microsoft.com/office/officeart/2005/8/layout/hierarchy5"/>
    <dgm:cxn modelId="{4D9AF5E1-F28D-4BCB-8E07-A5280B1BAAC0}" type="presParOf" srcId="{B1C57D0B-5C79-4785-BE3A-BC534C18CB9C}" destId="{2F565019-DE8D-4001-B2A3-3DD5DD95C2BB}" srcOrd="0" destOrd="0" presId="urn:microsoft.com/office/officeart/2005/8/layout/hierarchy5"/>
    <dgm:cxn modelId="{E005C78B-EB7F-4EF6-97F3-C22CD8ECE0C1}" type="presParOf" srcId="{B1C57D0B-5C79-4785-BE3A-BC534C18CB9C}" destId="{AAC20109-863D-469A-87A2-4A3FE61906FE}" srcOrd="1" destOrd="0" presId="urn:microsoft.com/office/officeart/2005/8/layout/hierarchy5"/>
    <dgm:cxn modelId="{4E7FB97C-D564-4285-967E-01AC05048200}" type="presParOf" srcId="{AAC20109-863D-469A-87A2-4A3FE61906FE}" destId="{64287197-2F41-4F58-8054-CF2574AC3638}" srcOrd="0" destOrd="0" presId="urn:microsoft.com/office/officeart/2005/8/layout/hierarchy5"/>
    <dgm:cxn modelId="{B74CA14E-D785-4591-83DA-42263C42BBD4}" type="presParOf" srcId="{64287197-2F41-4F58-8054-CF2574AC3638}" destId="{1401CC82-27EA-4129-83BD-A44C46F5C62F}" srcOrd="0" destOrd="0" presId="urn:microsoft.com/office/officeart/2005/8/layout/hierarchy5"/>
    <dgm:cxn modelId="{2C1C4F44-E2B5-4EEA-B491-804420E863EA}" type="presParOf" srcId="{AAC20109-863D-469A-87A2-4A3FE61906FE}" destId="{564D274A-948A-4450-A48D-4D663F34A493}" srcOrd="1" destOrd="0" presId="urn:microsoft.com/office/officeart/2005/8/layout/hierarchy5"/>
    <dgm:cxn modelId="{C151AFED-0624-4726-A135-888E65261510}" type="presParOf" srcId="{564D274A-948A-4450-A48D-4D663F34A493}" destId="{951C5260-4A32-4882-9F71-A833B1E16ED9}" srcOrd="0" destOrd="0" presId="urn:microsoft.com/office/officeart/2005/8/layout/hierarchy5"/>
    <dgm:cxn modelId="{7CD3EF95-FC81-4608-93BD-E459D191EC7C}" type="presParOf" srcId="{564D274A-948A-4450-A48D-4D663F34A493}" destId="{825E1F9C-B94D-426E-BE53-34A1F2A77BAD}" srcOrd="1" destOrd="0" presId="urn:microsoft.com/office/officeart/2005/8/layout/hierarchy5"/>
    <dgm:cxn modelId="{FFB701E6-6459-4250-AAFE-A8ECAAC0B3F3}" type="presParOf" srcId="{825E1F9C-B94D-426E-BE53-34A1F2A77BAD}" destId="{4CE93BFD-FEEB-4264-B44D-969B5016925A}" srcOrd="0" destOrd="0" presId="urn:microsoft.com/office/officeart/2005/8/layout/hierarchy5"/>
    <dgm:cxn modelId="{7B5A199D-3F39-45B4-9CE4-AB0942602E6F}" type="presParOf" srcId="{4CE93BFD-FEEB-4264-B44D-969B5016925A}" destId="{8A1DCE0B-7E62-47CE-B154-50F33198D536}" srcOrd="0" destOrd="0" presId="urn:microsoft.com/office/officeart/2005/8/layout/hierarchy5"/>
    <dgm:cxn modelId="{9A1EA63D-4B6F-4F09-A815-918F26FBFD48}" type="presParOf" srcId="{825E1F9C-B94D-426E-BE53-34A1F2A77BAD}" destId="{1892D05F-176B-4E96-92BF-6184EBDECD3C}" srcOrd="1" destOrd="0" presId="urn:microsoft.com/office/officeart/2005/8/layout/hierarchy5"/>
    <dgm:cxn modelId="{D75144DC-FD1D-4A68-973E-4A356EC4FF1B}" type="presParOf" srcId="{1892D05F-176B-4E96-92BF-6184EBDECD3C}" destId="{42E4B684-AD64-48DD-A671-863CE8F2A875}" srcOrd="0" destOrd="0" presId="urn:microsoft.com/office/officeart/2005/8/layout/hierarchy5"/>
    <dgm:cxn modelId="{ACAF2824-9C23-40C9-8EF0-FCF0D2630021}" type="presParOf" srcId="{1892D05F-176B-4E96-92BF-6184EBDECD3C}" destId="{6CCA9E78-852D-4F28-A47E-FE1FA427B4AF}" srcOrd="1" destOrd="0" presId="urn:microsoft.com/office/officeart/2005/8/layout/hierarchy5"/>
    <dgm:cxn modelId="{520F7926-9021-4277-B9D7-43F09EBEE4CB}" type="presParOf" srcId="{E985CF9A-C6D2-4DD2-B6FB-E4A6628DC40C}" destId="{E7C9BEBB-68E8-4695-8DA2-AB0090BE9C47}" srcOrd="2" destOrd="0" presId="urn:microsoft.com/office/officeart/2005/8/layout/hierarchy5"/>
    <dgm:cxn modelId="{DEB58CD5-C416-4DD8-B772-4250D1909078}" type="presParOf" srcId="{E7C9BEBB-68E8-4695-8DA2-AB0090BE9C47}" destId="{047A7C83-E175-41E6-9298-0C7CC8A6CC7B}" srcOrd="0" destOrd="0" presId="urn:microsoft.com/office/officeart/2005/8/layout/hierarchy5"/>
    <dgm:cxn modelId="{4225951C-9246-4035-BF1D-C6D9FB9FC00D}" type="presParOf" srcId="{E985CF9A-C6D2-4DD2-B6FB-E4A6628DC40C}" destId="{B6837F03-8523-479A-A482-A4B75336D1A4}" srcOrd="3" destOrd="0" presId="urn:microsoft.com/office/officeart/2005/8/layout/hierarchy5"/>
    <dgm:cxn modelId="{18A511D3-73F6-43C4-A885-5C5A04C3DEBE}" type="presParOf" srcId="{B6837F03-8523-479A-A482-A4B75336D1A4}" destId="{E519117D-4935-4471-96F9-1B9D71CE0989}" srcOrd="0" destOrd="0" presId="urn:microsoft.com/office/officeart/2005/8/layout/hierarchy5"/>
    <dgm:cxn modelId="{F8927D5A-01A3-470A-8AF2-C9399E642141}" type="presParOf" srcId="{B6837F03-8523-479A-A482-A4B75336D1A4}" destId="{9D04AEC7-F654-4756-BF93-372EE9A0C5A7}" srcOrd="1" destOrd="0" presId="urn:microsoft.com/office/officeart/2005/8/layout/hierarchy5"/>
    <dgm:cxn modelId="{C568959A-8207-43DF-8C53-05939ED0160A}" type="presParOf" srcId="{9D04AEC7-F654-4756-BF93-372EE9A0C5A7}" destId="{CB03EBD0-FA02-4D1B-AE5F-C747EE9BA535}" srcOrd="0" destOrd="0" presId="urn:microsoft.com/office/officeart/2005/8/layout/hierarchy5"/>
    <dgm:cxn modelId="{40AFB720-20BB-49CC-8437-B6A33D37F7C8}" type="presParOf" srcId="{CB03EBD0-FA02-4D1B-AE5F-C747EE9BA535}" destId="{7841702C-6773-41A8-B6C2-59C93467CB0D}" srcOrd="0" destOrd="0" presId="urn:microsoft.com/office/officeart/2005/8/layout/hierarchy5"/>
    <dgm:cxn modelId="{5E78CAE7-B454-41C5-85CF-38C34C5A868B}" type="presParOf" srcId="{9D04AEC7-F654-4756-BF93-372EE9A0C5A7}" destId="{81AEFB52-3E5C-483E-A3BE-9A078B36BDEA}" srcOrd="1" destOrd="0" presId="urn:microsoft.com/office/officeart/2005/8/layout/hierarchy5"/>
    <dgm:cxn modelId="{2A9D7883-AB02-4770-9F46-63619364EBB4}" type="presParOf" srcId="{81AEFB52-3E5C-483E-A3BE-9A078B36BDEA}" destId="{06086D31-0F0E-48A3-B69B-E2E41277789B}" srcOrd="0" destOrd="0" presId="urn:microsoft.com/office/officeart/2005/8/layout/hierarchy5"/>
    <dgm:cxn modelId="{6AD680E2-3A14-4180-A53E-88FB6F7213D8}" type="presParOf" srcId="{81AEFB52-3E5C-483E-A3BE-9A078B36BDEA}" destId="{A8980433-30E1-4B80-A3DB-D1E958DC9622}" srcOrd="1" destOrd="0" presId="urn:microsoft.com/office/officeart/2005/8/layout/hierarchy5"/>
    <dgm:cxn modelId="{A3255D80-DEFA-4FE7-8A10-C6C8F2F02A32}" type="presParOf" srcId="{A8980433-30E1-4B80-A3DB-D1E958DC9622}" destId="{1B37A928-BBF0-4D6B-9D16-6A78A83CF69B}" srcOrd="0" destOrd="0" presId="urn:microsoft.com/office/officeart/2005/8/layout/hierarchy5"/>
    <dgm:cxn modelId="{2CDECEA0-685D-4CED-9E35-1281B1EA6B67}" type="presParOf" srcId="{1B37A928-BBF0-4D6B-9D16-6A78A83CF69B}" destId="{D709D395-BA35-4308-BEB6-4D9DC1445167}" srcOrd="0" destOrd="0" presId="urn:microsoft.com/office/officeart/2005/8/layout/hierarchy5"/>
    <dgm:cxn modelId="{30B78EC1-8F8C-4668-A7B7-FA03680635C2}" type="presParOf" srcId="{A8980433-30E1-4B80-A3DB-D1E958DC9622}" destId="{96EE5047-0358-4B9C-AA7D-C3436962645B}" srcOrd="1" destOrd="0" presId="urn:microsoft.com/office/officeart/2005/8/layout/hierarchy5"/>
    <dgm:cxn modelId="{63FAAAB2-E8D9-42AF-9C3B-5E89980F1A1F}" type="presParOf" srcId="{96EE5047-0358-4B9C-AA7D-C3436962645B}" destId="{F6B7AA7D-C20A-4ED7-AB02-0C6E5E4C1345}" srcOrd="0" destOrd="0" presId="urn:microsoft.com/office/officeart/2005/8/layout/hierarchy5"/>
    <dgm:cxn modelId="{218EEF8C-EA53-46A1-B72E-CC3012B70C10}" type="presParOf" srcId="{96EE5047-0358-4B9C-AA7D-C3436962645B}" destId="{6CA793EB-6A91-44C3-B574-E388E2F1A7F7}" srcOrd="1" destOrd="0" presId="urn:microsoft.com/office/officeart/2005/8/layout/hierarchy5"/>
    <dgm:cxn modelId="{A69EFB51-B66A-448D-9135-72578F874DCA}" type="presParOf" srcId="{9D04AEC7-F654-4756-BF93-372EE9A0C5A7}" destId="{83050FAC-8984-4E0D-A1DD-860B3ECAE1A4}" srcOrd="2" destOrd="0" presId="urn:microsoft.com/office/officeart/2005/8/layout/hierarchy5"/>
    <dgm:cxn modelId="{962CE737-2FB1-47AE-96E9-8409E3A4B996}" type="presParOf" srcId="{83050FAC-8984-4E0D-A1DD-860B3ECAE1A4}" destId="{B8B979B1-1E4F-4DE5-B3EF-5A843A3F141C}" srcOrd="0" destOrd="0" presId="urn:microsoft.com/office/officeart/2005/8/layout/hierarchy5"/>
    <dgm:cxn modelId="{ED5C5C62-98F3-4D16-9EBA-3919BAD18287}" type="presParOf" srcId="{9D04AEC7-F654-4756-BF93-372EE9A0C5A7}" destId="{1EB80D87-B488-4BE7-93A7-6C967D3B4351}" srcOrd="3" destOrd="0" presId="urn:microsoft.com/office/officeart/2005/8/layout/hierarchy5"/>
    <dgm:cxn modelId="{B88B4FFA-010E-493A-A7A8-29919C4B4D31}" type="presParOf" srcId="{1EB80D87-B488-4BE7-93A7-6C967D3B4351}" destId="{4A065B24-C13F-4685-B07B-AA198FCB2780}" srcOrd="0" destOrd="0" presId="urn:microsoft.com/office/officeart/2005/8/layout/hierarchy5"/>
    <dgm:cxn modelId="{0D8AE8F0-193C-4ADB-8AFC-B132C7CF02BF}" type="presParOf" srcId="{1EB80D87-B488-4BE7-93A7-6C967D3B4351}" destId="{10DE3602-FAE8-428C-86FE-07A460B310A5}" srcOrd="1" destOrd="0" presId="urn:microsoft.com/office/officeart/2005/8/layout/hierarchy5"/>
    <dgm:cxn modelId="{1205DC51-0BFB-470E-BA67-A05DDEBB0F13}" type="presParOf" srcId="{10DE3602-FAE8-428C-86FE-07A460B310A5}" destId="{3A60438E-431C-4E45-BF2F-5CEC753F33BB}" srcOrd="0" destOrd="0" presId="urn:microsoft.com/office/officeart/2005/8/layout/hierarchy5"/>
    <dgm:cxn modelId="{94BDE9C8-7213-415E-93D7-F954F5A4AA29}" type="presParOf" srcId="{3A60438E-431C-4E45-BF2F-5CEC753F33BB}" destId="{D5DFA5F9-45EC-430D-8529-8E3D71E11A02}" srcOrd="0" destOrd="0" presId="urn:microsoft.com/office/officeart/2005/8/layout/hierarchy5"/>
    <dgm:cxn modelId="{666FB72E-88A1-433D-9FDE-C148C657F076}" type="presParOf" srcId="{10DE3602-FAE8-428C-86FE-07A460B310A5}" destId="{4C9D62FB-7A31-4AF8-A6BF-C49A48374426}" srcOrd="1" destOrd="0" presId="urn:microsoft.com/office/officeart/2005/8/layout/hierarchy5"/>
    <dgm:cxn modelId="{7116D1A9-8F93-4784-90DF-06C3B7DA60E5}" type="presParOf" srcId="{4C9D62FB-7A31-4AF8-A6BF-C49A48374426}" destId="{7D4EDD26-9E22-488B-95C2-C979E4AB4BAD}" srcOrd="0" destOrd="0" presId="urn:microsoft.com/office/officeart/2005/8/layout/hierarchy5"/>
    <dgm:cxn modelId="{9532BFD2-8671-4595-97D4-942997A64A68}" type="presParOf" srcId="{4C9D62FB-7A31-4AF8-A6BF-C49A48374426}" destId="{5010EDFC-6CBB-4D93-83DE-2F1284634B94}" srcOrd="1" destOrd="0" presId="urn:microsoft.com/office/officeart/2005/8/layout/hierarchy5"/>
    <dgm:cxn modelId="{3CA5C166-3EDF-4BC6-9E69-FAB0CFB588FD}" type="presParOf" srcId="{F387F7D7-E0C1-4136-9F1F-3A315464C0E0}" destId="{3729859E-BECC-4BE0-AAA1-A9B6D4D79550}" srcOrd="1" destOrd="0" presId="urn:microsoft.com/office/officeart/2005/8/layout/hierarchy5"/>
    <dgm:cxn modelId="{DDB3838E-3EF3-4CFC-AF6A-DF91E52BC45E}" type="presParOf" srcId="{3729859E-BECC-4BE0-AAA1-A9B6D4D79550}" destId="{3C6CC8FB-64F6-409A-8B90-8B177686A915}" srcOrd="0" destOrd="0" presId="urn:microsoft.com/office/officeart/2005/8/layout/hierarchy5"/>
    <dgm:cxn modelId="{FA6C112D-7400-4383-8DCA-5FEF405B4FAD}" type="presParOf" srcId="{3C6CC8FB-64F6-409A-8B90-8B177686A915}" destId="{9DDA9B01-7D95-465D-AC07-9E8AD50007C6}" srcOrd="0" destOrd="0" presId="urn:microsoft.com/office/officeart/2005/8/layout/hierarchy5"/>
    <dgm:cxn modelId="{61ACD656-0B68-400F-8CA9-9D1433C95B2E}" type="presParOf" srcId="{3C6CC8FB-64F6-409A-8B90-8B177686A915}" destId="{8DAD6D93-880D-4F5A-ABC5-E4752E7A27E9}" srcOrd="1" destOrd="0" presId="urn:microsoft.com/office/officeart/2005/8/layout/hierarchy5"/>
    <dgm:cxn modelId="{220449B3-8BFC-4DD6-B45F-957C0735695F}" type="presParOf" srcId="{3729859E-BECC-4BE0-AAA1-A9B6D4D79550}" destId="{2AF69BAD-0600-4AB9-971D-6FB16D2FFB93}" srcOrd="1" destOrd="0" presId="urn:microsoft.com/office/officeart/2005/8/layout/hierarchy5"/>
    <dgm:cxn modelId="{C56CD8A6-3E24-43AE-8FC5-66E30BFCA316}" type="presParOf" srcId="{2AF69BAD-0600-4AB9-971D-6FB16D2FFB93}" destId="{A7E214D8-AFD8-4E2B-8AE0-CF61AE927C86}" srcOrd="0" destOrd="0" presId="urn:microsoft.com/office/officeart/2005/8/layout/hierarchy5"/>
    <dgm:cxn modelId="{997242E4-0E1C-4AC7-A635-84E882EF1547}" type="presParOf" srcId="{3729859E-BECC-4BE0-AAA1-A9B6D4D79550}" destId="{694F4A55-F83B-457F-834E-5A41C9F94196}" srcOrd="2" destOrd="0" presId="urn:microsoft.com/office/officeart/2005/8/layout/hierarchy5"/>
    <dgm:cxn modelId="{E4FF1C86-A8A2-4996-9DB9-465D6588D458}" type="presParOf" srcId="{694F4A55-F83B-457F-834E-5A41C9F94196}" destId="{3BAC737B-A52F-4507-A482-5C42BF19AC33}" srcOrd="0" destOrd="0" presId="urn:microsoft.com/office/officeart/2005/8/layout/hierarchy5"/>
    <dgm:cxn modelId="{9D654122-C9FF-4779-B463-6BE2A746886B}" type="presParOf" srcId="{694F4A55-F83B-457F-834E-5A41C9F94196}" destId="{68AD21B5-E207-49CB-A79C-BFD60B0D1E0C}" srcOrd="1" destOrd="0" presId="urn:microsoft.com/office/officeart/2005/8/layout/hierarchy5"/>
    <dgm:cxn modelId="{18E0D88A-0528-4E19-8FC6-2C654700FAF8}" type="presParOf" srcId="{3729859E-BECC-4BE0-AAA1-A9B6D4D79550}" destId="{38FC561C-B752-4DAF-B757-8F93F2ECF7CD}" srcOrd="3" destOrd="0" presId="urn:microsoft.com/office/officeart/2005/8/layout/hierarchy5"/>
    <dgm:cxn modelId="{3567CDF3-0AB2-4ADF-9B2A-20E46C4FFA87}" type="presParOf" srcId="{38FC561C-B752-4DAF-B757-8F93F2ECF7CD}" destId="{AE261CCE-8314-4ED0-A501-ADDC624B3F4C}" srcOrd="0" destOrd="0" presId="urn:microsoft.com/office/officeart/2005/8/layout/hierarchy5"/>
    <dgm:cxn modelId="{50324BC0-D3E3-4E4B-8D7A-96DD0BC0DD66}" type="presParOf" srcId="{3729859E-BECC-4BE0-AAA1-A9B6D4D79550}" destId="{63B5BB36-54CB-4C42-A635-4A8C4CDA3033}" srcOrd="4" destOrd="0" presId="urn:microsoft.com/office/officeart/2005/8/layout/hierarchy5"/>
    <dgm:cxn modelId="{B3C4CD7C-40CD-48B4-9444-83F8A3CA9CB4}" type="presParOf" srcId="{63B5BB36-54CB-4C42-A635-4A8C4CDA3033}" destId="{ABFB165A-D328-4886-80FA-47D494638793}" srcOrd="0" destOrd="0" presId="urn:microsoft.com/office/officeart/2005/8/layout/hierarchy5"/>
    <dgm:cxn modelId="{3651CA45-DBEB-468E-A9A7-047681FFC34C}" type="presParOf" srcId="{63B5BB36-54CB-4C42-A635-4A8C4CDA3033}" destId="{65D5557E-4010-4CA3-9A2A-B57BE72251F8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15FA3B7-1D90-4A6D-B5BA-6A15D16542F8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9DA84CEF-17C9-44EB-A1A0-87C3828DE1AE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달성도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3F3C44C5-E60F-4019-A647-387889CD9DB3}" type="par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2D39EF3D-ABDA-45EC-8929-3CE3F141E390}" type="sib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ABAE5073-6C52-4D7C-8854-D7EAD6618303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결과물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1C1019F-5DF3-4F7D-837C-114A295FB5EC}" type="par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7E4B4FA-E5C7-4D98-B476-FC0677FEFAF5}" type="sib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5659FB8-7814-4BD3-9C88-FAB34115CABF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192588F-AACB-42A7-8B43-1ABB21CD4716}" type="par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53DDC6DF-A270-463F-8AFC-1C70971455A7}" type="sib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0DF05F39-4114-450C-9AC4-D02314D26770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차년도</a:t>
          </a:r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연구계획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ADFA539-852E-40D6-A388-8AB2DB0EA9C8}" type="par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7B4A1EE0-ECBF-4920-AC9A-96E170448509}" type="sib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84B7C6C6-BCBB-4770-B6D2-B14E0BFC6426}">
      <dgm:prSet phldrT="[텍스트]" custT="1"/>
      <dgm:spPr/>
      <dgm:t>
        <a:bodyPr/>
        <a:lstStyle/>
        <a:p>
          <a:pPr latinLnBrk="1"/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항목 별 개요</a:t>
          </a:r>
          <a:endParaRPr lang="ko-KR" altLang="en-US" sz="18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3CFE295F-FBF6-445F-B4F4-C161351B9BE2}" type="parTrans" cxnId="{0254CE0D-0388-41F0-ABCB-EF5CD78681EE}">
      <dgm:prSet/>
      <dgm:spPr/>
      <dgm:t>
        <a:bodyPr/>
        <a:lstStyle/>
        <a:p>
          <a:pPr latinLnBrk="1"/>
          <a:endParaRPr lang="ko-KR" altLang="en-US"/>
        </a:p>
      </dgm:t>
    </dgm:pt>
    <dgm:pt modelId="{0CAEA8E7-53B4-4078-BB5C-02416A827644}" type="sibTrans" cxnId="{0254CE0D-0388-41F0-ABCB-EF5CD78681EE}">
      <dgm:prSet/>
      <dgm:spPr/>
      <dgm:t>
        <a:bodyPr/>
        <a:lstStyle/>
        <a:p>
          <a:pPr latinLnBrk="1"/>
          <a:endParaRPr lang="ko-KR" altLang="en-US"/>
        </a:p>
      </dgm:t>
    </dgm:pt>
    <dgm:pt modelId="{11A0F46B-A60A-4708-85E2-6C90730364E9}">
      <dgm:prSet custT="1"/>
      <dgm:spPr/>
      <dgm:t>
        <a:bodyPr/>
        <a:lstStyle/>
        <a:p>
          <a:pPr latinLnBrk="1"/>
          <a:r>
            <a:rPr lang="ko-KR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항목 별 수행내용</a:t>
          </a:r>
        </a:p>
      </dgm:t>
    </dgm:pt>
    <dgm:pt modelId="{C5EA5CB5-84B2-4275-A393-DAACA0BE3C45}" type="parTrans" cxnId="{CD3EB19C-9140-4D42-9ECA-AE02E27BB353}">
      <dgm:prSet/>
      <dgm:spPr/>
      <dgm:t>
        <a:bodyPr/>
        <a:lstStyle/>
        <a:p>
          <a:pPr latinLnBrk="1"/>
          <a:endParaRPr lang="ko-KR" altLang="en-US"/>
        </a:p>
      </dgm:t>
    </dgm:pt>
    <dgm:pt modelId="{1999CED8-955C-4F5A-B888-CEDFF388E95D}" type="sibTrans" cxnId="{CD3EB19C-9140-4D42-9ECA-AE02E27BB353}">
      <dgm:prSet/>
      <dgm:spPr/>
      <dgm:t>
        <a:bodyPr/>
        <a:lstStyle/>
        <a:p>
          <a:pPr latinLnBrk="1"/>
          <a:endParaRPr lang="ko-KR" altLang="en-US"/>
        </a:p>
      </dgm:t>
    </dgm:pt>
    <dgm:pt modelId="{13847065-136B-4B15-A7FD-3619E7132B44}">
      <dgm:prSet custT="1"/>
      <dgm:spPr/>
      <dgm:t>
        <a:bodyPr/>
        <a:lstStyle/>
        <a:p>
          <a:pPr latinLnBrk="1"/>
          <a:r>
            <a:rPr lang="ko-KR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항목 별 평가방법</a:t>
          </a:r>
        </a:p>
      </dgm:t>
    </dgm:pt>
    <dgm:pt modelId="{A46D91D9-D550-4574-A960-DD10C8F8C60E}" type="parTrans" cxnId="{10F55139-03D0-4B14-9909-484C8B939BE6}">
      <dgm:prSet/>
      <dgm:spPr/>
      <dgm:t>
        <a:bodyPr/>
        <a:lstStyle/>
        <a:p>
          <a:pPr latinLnBrk="1"/>
          <a:endParaRPr lang="ko-KR" altLang="en-US"/>
        </a:p>
      </dgm:t>
    </dgm:pt>
    <dgm:pt modelId="{F546ED9C-7D00-4E57-B2DC-428CAD4BC76F}" type="sibTrans" cxnId="{10F55139-03D0-4B14-9909-484C8B939BE6}">
      <dgm:prSet/>
      <dgm:spPr/>
      <dgm:t>
        <a:bodyPr/>
        <a:lstStyle/>
        <a:p>
          <a:pPr latinLnBrk="1"/>
          <a:endParaRPr lang="ko-KR" altLang="en-US"/>
        </a:p>
      </dgm:t>
    </dgm:pt>
    <dgm:pt modelId="{6F45878E-03F6-4AEB-8E7D-73662896E46E}">
      <dgm:prSet custT="1"/>
      <dgm:spPr/>
      <dgm:t>
        <a:bodyPr/>
        <a:lstStyle/>
        <a:p>
          <a:pPr latinLnBrk="1"/>
          <a:r>
            <a:rPr lang="ko-KR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항목 별 계획 대비 목표 달성도</a:t>
          </a:r>
        </a:p>
      </dgm:t>
    </dgm:pt>
    <dgm:pt modelId="{85EB968B-7F0B-42C4-A542-46D077ED05E7}" type="parTrans" cxnId="{7947FC69-806C-4683-ACE3-883A6A0D8EA0}">
      <dgm:prSet/>
      <dgm:spPr/>
      <dgm:t>
        <a:bodyPr/>
        <a:lstStyle/>
        <a:p>
          <a:pPr latinLnBrk="1"/>
          <a:endParaRPr lang="ko-KR" altLang="en-US"/>
        </a:p>
      </dgm:t>
    </dgm:pt>
    <dgm:pt modelId="{7E8D0966-2C4F-461F-AD0A-941B237D77CD}" type="sibTrans" cxnId="{7947FC69-806C-4683-ACE3-883A6A0D8EA0}">
      <dgm:prSet/>
      <dgm:spPr/>
      <dgm:t>
        <a:bodyPr/>
        <a:lstStyle/>
        <a:p>
          <a:pPr latinLnBrk="1"/>
          <a:endParaRPr lang="ko-KR" altLang="en-US"/>
        </a:p>
      </dgm:t>
    </dgm:pt>
    <dgm:pt modelId="{7A2301CF-7E64-46E9-9379-64E8C5B9C316}">
      <dgm:prSet custT="1"/>
      <dgm:spPr/>
      <dgm:t>
        <a:bodyPr/>
        <a:lstStyle/>
        <a:p>
          <a:pPr latinLnBrk="1"/>
          <a:r>
            <a:rPr lang="ko-KR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계획 대비 목표 달성도 </a:t>
          </a:r>
          <a:r>
            <a:rPr lang="en-US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(</a:t>
          </a:r>
          <a:r>
            <a:rPr lang="ko-KR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요약</a:t>
          </a:r>
          <a:r>
            <a:rPr lang="en-US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)</a:t>
          </a:r>
          <a:endParaRPr lang="ko-KR" altLang="en-US" sz="18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85ED3A8-7491-469B-B854-0AE06C960DB1}" type="parTrans" cxnId="{D4401A17-AABE-4B74-88B3-CA23A79195A3}">
      <dgm:prSet/>
      <dgm:spPr/>
      <dgm:t>
        <a:bodyPr/>
        <a:lstStyle/>
        <a:p>
          <a:pPr latinLnBrk="1"/>
          <a:endParaRPr lang="ko-KR" altLang="en-US"/>
        </a:p>
      </dgm:t>
    </dgm:pt>
    <dgm:pt modelId="{351C6294-69A3-481B-8EFA-00365580D05D}" type="sibTrans" cxnId="{D4401A17-AABE-4B74-88B3-CA23A79195A3}">
      <dgm:prSet/>
      <dgm:spPr/>
      <dgm:t>
        <a:bodyPr/>
        <a:lstStyle/>
        <a:p>
          <a:pPr latinLnBrk="1"/>
          <a:endParaRPr lang="ko-KR" altLang="en-US"/>
        </a:p>
      </dgm:t>
    </dgm:pt>
    <dgm:pt modelId="{D1F9BA44-FF5E-4792-BA28-72AD0CC67664}">
      <dgm:prSet custT="1"/>
      <dgm:spPr/>
      <dgm:t>
        <a:bodyPr/>
        <a:lstStyle/>
        <a:p>
          <a:pPr latinLnBrk="1"/>
          <a:r>
            <a:rPr lang="en-US" altLang="ko-KR" sz="2400" b="0" cap="none" spc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III. </a:t>
          </a:r>
          <a:r>
            <a:rPr lang="ko-KR" altLang="en-US" sz="2400" b="0" cap="none" spc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방법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1D8411F6-00CB-4EB0-83AC-73BA915E1356}" type="parTrans" cxnId="{F75019F5-9D95-4DBA-9FEB-A6787FD99480}">
      <dgm:prSet/>
      <dgm:spPr/>
      <dgm:t>
        <a:bodyPr/>
        <a:lstStyle/>
        <a:p>
          <a:pPr latinLnBrk="1"/>
          <a:endParaRPr lang="ko-KR" altLang="en-US"/>
        </a:p>
      </dgm:t>
    </dgm:pt>
    <dgm:pt modelId="{A2B7A531-5E83-4F67-8A9B-6856B3089A43}" type="sibTrans" cxnId="{F75019F5-9D95-4DBA-9FEB-A6787FD99480}">
      <dgm:prSet/>
      <dgm:spPr/>
      <dgm:t>
        <a:bodyPr/>
        <a:lstStyle/>
        <a:p>
          <a:pPr latinLnBrk="1"/>
          <a:endParaRPr lang="ko-KR" altLang="en-US"/>
        </a:p>
      </dgm:t>
    </dgm:pt>
    <dgm:pt modelId="{4AAA10DD-A0AC-48F7-8DF0-C917D47A2D5D}" type="pres">
      <dgm:prSet presAssocID="{E15FA3B7-1D90-4A6D-B5BA-6A15D16542F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BC7ACC3-08AA-4B0E-95D3-7DF9F5D0515B}" type="pres">
      <dgm:prSet presAssocID="{D5659FB8-7814-4BD3-9C88-FAB34115CABF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7ACE5BE-AA18-4645-BA0F-F167D1B27041}" type="pres">
      <dgm:prSet presAssocID="{D5659FB8-7814-4BD3-9C88-FAB34115CABF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73C06742-8345-45BE-BFCE-2C4CA19913EB}" type="pres">
      <dgm:prSet presAssocID="{D5659FB8-7814-4BD3-9C88-FAB34115CAB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CD9E2D2-7B5F-4712-BEF4-EB5B502DD8FD}" type="pres">
      <dgm:prSet presAssocID="{D5659FB8-7814-4BD3-9C88-FAB34115CABF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09AFCA01-1A9E-4B1C-85C6-2874DB800C01}" type="pres">
      <dgm:prSet presAssocID="{D5659FB8-7814-4BD3-9C88-FAB34115CABF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23D89A0-A2BE-409A-BC1E-DAA840BFF119}" type="pres">
      <dgm:prSet presAssocID="{53DDC6DF-A270-463F-8AFC-1C70971455A7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0951A7F2-1E71-43B4-90FF-1787BD4AF019}" type="pres">
      <dgm:prSet presAssocID="{9DA84CEF-17C9-44EB-A1A0-87C3828DE1AE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DF11EFBB-97E3-4D66-9D27-E334728C912F}" type="pres">
      <dgm:prSet presAssocID="{9DA84CEF-17C9-44EB-A1A0-87C3828DE1AE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1ADC506E-807D-4FBD-9F9F-DD547A767F0C}" type="pres">
      <dgm:prSet presAssocID="{9DA84CEF-17C9-44EB-A1A0-87C3828DE1A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320DCBB-A311-4DFC-8E94-D51D084C8E6A}" type="pres">
      <dgm:prSet presAssocID="{9DA84CEF-17C9-44EB-A1A0-87C3828DE1AE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830C68AF-44B6-42BB-A397-B137DD0A7698}" type="pres">
      <dgm:prSet presAssocID="{9DA84CEF-17C9-44EB-A1A0-87C3828DE1AE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51D61CF-BE89-4E59-A2BD-0E290B415B83}" type="pres">
      <dgm:prSet presAssocID="{2D39EF3D-ABDA-45EC-8929-3CE3F141E390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1E5FF7D8-B410-44F9-A106-B146E842F0D6}" type="pres">
      <dgm:prSet presAssocID="{D1F9BA44-FF5E-4792-BA28-72AD0CC67664}" presName="parentLin" presStyleCnt="0"/>
      <dgm:spPr/>
    </dgm:pt>
    <dgm:pt modelId="{3F147CC2-0F21-499B-A26D-C7E45867B4C3}" type="pres">
      <dgm:prSet presAssocID="{D1F9BA44-FF5E-4792-BA28-72AD0CC67664}" presName="parentLeftMargin" presStyleLbl="node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B04F892A-76EA-468A-B11B-3B5D4728FA99}" type="pres">
      <dgm:prSet presAssocID="{D1F9BA44-FF5E-4792-BA28-72AD0CC6766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98CC45F-CD94-41B3-BABC-2FA494EEA8E0}" type="pres">
      <dgm:prSet presAssocID="{D1F9BA44-FF5E-4792-BA28-72AD0CC67664}" presName="negativeSpace" presStyleCnt="0"/>
      <dgm:spPr/>
    </dgm:pt>
    <dgm:pt modelId="{F01CA542-1069-4685-B666-F8C37CBB13A6}" type="pres">
      <dgm:prSet presAssocID="{D1F9BA44-FF5E-4792-BA28-72AD0CC67664}" presName="childText" presStyleLbl="conFgAcc1" presStyleIdx="2" presStyleCnt="5">
        <dgm:presLayoutVars>
          <dgm:bulletEnabled val="1"/>
        </dgm:presLayoutVars>
      </dgm:prSet>
      <dgm:spPr/>
    </dgm:pt>
    <dgm:pt modelId="{4B9227D5-AE0C-481A-B1A5-5CAF95F0B4FF}" type="pres">
      <dgm:prSet presAssocID="{A2B7A531-5E83-4F67-8A9B-6856B3089A43}" presName="spaceBetweenRectangles" presStyleCnt="0"/>
      <dgm:spPr/>
    </dgm:pt>
    <dgm:pt modelId="{80431896-12FD-4984-B69C-735F09853F40}" type="pres">
      <dgm:prSet presAssocID="{ABAE5073-6C52-4D7C-8854-D7EAD6618303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6879F7E-D1C5-4F16-93D3-8ADB8F4421FB}" type="pres">
      <dgm:prSet presAssocID="{ABAE5073-6C52-4D7C-8854-D7EAD6618303}" presName="parentLeftMargin" presStyleLbl="node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EB7CE389-B5B1-402F-B989-E968BB7B4CD5}" type="pres">
      <dgm:prSet presAssocID="{ABAE5073-6C52-4D7C-8854-D7EAD661830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1A846A-54F2-4C59-8DDF-B1FB488AEE99}" type="pres">
      <dgm:prSet presAssocID="{ABAE5073-6C52-4D7C-8854-D7EAD6618303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5839E5D4-29CA-4494-A11C-D2C19BBA1CF8}" type="pres">
      <dgm:prSet presAssocID="{ABAE5073-6C52-4D7C-8854-D7EAD6618303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4DEC9B6-B95E-4582-B50C-86C54F6CA8F0}" type="pres">
      <dgm:prSet presAssocID="{07E4B4FA-E5C7-4D98-B476-FC0677FEFAF5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43F9DB0A-6185-48FC-9A8A-2A35F34A2F71}" type="pres">
      <dgm:prSet presAssocID="{0DF05F39-4114-450C-9AC4-D02314D26770}" presName="parentLin" presStyleCnt="0"/>
      <dgm:spPr/>
    </dgm:pt>
    <dgm:pt modelId="{CCC049EB-A2E9-42D1-805A-90A54F449896}" type="pres">
      <dgm:prSet presAssocID="{0DF05F39-4114-450C-9AC4-D02314D26770}" presName="parentLeftMargin" presStyleLbl="node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4D7DFAA5-5575-4975-89A5-62338500865C}" type="pres">
      <dgm:prSet presAssocID="{0DF05F39-4114-450C-9AC4-D02314D2677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46F6C01-85F4-47AD-84CC-63228BE4ABDF}" type="pres">
      <dgm:prSet presAssocID="{0DF05F39-4114-450C-9AC4-D02314D26770}" presName="negativeSpace" presStyleCnt="0"/>
      <dgm:spPr/>
    </dgm:pt>
    <dgm:pt modelId="{16D7B8BE-04DE-4F4A-87A5-C5AF4F4A017F}" type="pres">
      <dgm:prSet presAssocID="{0DF05F39-4114-450C-9AC4-D02314D2677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7AA3110-C494-46A0-854E-B933849232FE}" type="presOf" srcId="{ABAE5073-6C52-4D7C-8854-D7EAD6618303}" destId="{EB7CE389-B5B1-402F-B989-E968BB7B4CD5}" srcOrd="1" destOrd="0" presId="urn:microsoft.com/office/officeart/2005/8/layout/list1"/>
    <dgm:cxn modelId="{260086B7-D6FB-4A1F-BBF3-2970EA9C1FF3}" type="presOf" srcId="{0DF05F39-4114-450C-9AC4-D02314D26770}" destId="{4D7DFAA5-5575-4975-89A5-62338500865C}" srcOrd="1" destOrd="0" presId="urn:microsoft.com/office/officeart/2005/8/layout/list1"/>
    <dgm:cxn modelId="{A5943483-77E5-49E3-B813-6B5401DD8A7E}" type="presOf" srcId="{9DA84CEF-17C9-44EB-A1A0-87C3828DE1AE}" destId="{DF11EFBB-97E3-4D66-9D27-E334728C912F}" srcOrd="0" destOrd="0" presId="urn:microsoft.com/office/officeart/2005/8/layout/list1"/>
    <dgm:cxn modelId="{CCBFF5BA-02F0-4251-9AB9-DFD7D7C79C23}" type="presOf" srcId="{D1F9BA44-FF5E-4792-BA28-72AD0CC67664}" destId="{3F147CC2-0F21-499B-A26D-C7E45867B4C3}" srcOrd="0" destOrd="0" presId="urn:microsoft.com/office/officeart/2005/8/layout/list1"/>
    <dgm:cxn modelId="{947B7F17-CC40-4D11-8876-6C01AA24F722}" srcId="{E15FA3B7-1D90-4A6D-B5BA-6A15D16542F8}" destId="{D5659FB8-7814-4BD3-9C88-FAB34115CABF}" srcOrd="0" destOrd="0" parTransId="{4192588F-AACB-42A7-8B43-1ABB21CD4716}" sibTransId="{53DDC6DF-A270-463F-8AFC-1C70971455A7}"/>
    <dgm:cxn modelId="{75308249-1F3F-4C9F-87FE-FC63EA9EB776}" type="presOf" srcId="{0DF05F39-4114-450C-9AC4-D02314D26770}" destId="{CCC049EB-A2E9-42D1-805A-90A54F449896}" srcOrd="0" destOrd="0" presId="urn:microsoft.com/office/officeart/2005/8/layout/list1"/>
    <dgm:cxn modelId="{7EEE0D94-B418-41D3-AE27-2617B187A539}" type="presOf" srcId="{6F45878E-03F6-4AEB-8E7D-73662896E46E}" destId="{830C68AF-44B6-42BB-A397-B137DD0A7698}" srcOrd="0" destOrd="3" presId="urn:microsoft.com/office/officeart/2005/8/layout/list1"/>
    <dgm:cxn modelId="{CE588A26-208E-498C-873D-AE13E73F9E3E}" srcId="{E15FA3B7-1D90-4A6D-B5BA-6A15D16542F8}" destId="{9DA84CEF-17C9-44EB-A1A0-87C3828DE1AE}" srcOrd="1" destOrd="0" parTransId="{3F3C44C5-E60F-4019-A647-387889CD9DB3}" sibTransId="{2D39EF3D-ABDA-45EC-8929-3CE3F141E390}"/>
    <dgm:cxn modelId="{7947FC69-806C-4683-ACE3-883A6A0D8EA0}" srcId="{9DA84CEF-17C9-44EB-A1A0-87C3828DE1AE}" destId="{6F45878E-03F6-4AEB-8E7D-73662896E46E}" srcOrd="3" destOrd="0" parTransId="{85EB968B-7F0B-42C4-A542-46D077ED05E7}" sibTransId="{7E8D0966-2C4F-461F-AD0A-941B237D77CD}"/>
    <dgm:cxn modelId="{260BEDAB-E0E2-433D-9B66-32DECE06FD28}" type="presOf" srcId="{84B7C6C6-BCBB-4770-B6D2-B14E0BFC6426}" destId="{830C68AF-44B6-42BB-A397-B137DD0A7698}" srcOrd="0" destOrd="0" presId="urn:microsoft.com/office/officeart/2005/8/layout/list1"/>
    <dgm:cxn modelId="{F75019F5-9D95-4DBA-9FEB-A6787FD99480}" srcId="{E15FA3B7-1D90-4A6D-B5BA-6A15D16542F8}" destId="{D1F9BA44-FF5E-4792-BA28-72AD0CC67664}" srcOrd="2" destOrd="0" parTransId="{1D8411F6-00CB-4EB0-83AC-73BA915E1356}" sibTransId="{A2B7A531-5E83-4F67-8A9B-6856B3089A43}"/>
    <dgm:cxn modelId="{E189AB12-A021-4B8F-A249-C13C47CDBF78}" type="presOf" srcId="{11A0F46B-A60A-4708-85E2-6C90730364E9}" destId="{830C68AF-44B6-42BB-A397-B137DD0A7698}" srcOrd="0" destOrd="1" presId="urn:microsoft.com/office/officeart/2005/8/layout/list1"/>
    <dgm:cxn modelId="{CD3EB19C-9140-4D42-9ECA-AE02E27BB353}" srcId="{9DA84CEF-17C9-44EB-A1A0-87C3828DE1AE}" destId="{11A0F46B-A60A-4708-85E2-6C90730364E9}" srcOrd="1" destOrd="0" parTransId="{C5EA5CB5-84B2-4275-A393-DAACA0BE3C45}" sibTransId="{1999CED8-955C-4F5A-B888-CEDFF388E95D}"/>
    <dgm:cxn modelId="{1E9031AF-230A-43B6-90AE-20EFD4F5476E}" type="presOf" srcId="{ABAE5073-6C52-4D7C-8854-D7EAD6618303}" destId="{F6879F7E-D1C5-4F16-93D3-8ADB8F4421FB}" srcOrd="0" destOrd="0" presId="urn:microsoft.com/office/officeart/2005/8/layout/list1"/>
    <dgm:cxn modelId="{39FB42DE-82DA-4190-A0DD-6282995DF36A}" type="presOf" srcId="{D1F9BA44-FF5E-4792-BA28-72AD0CC67664}" destId="{B04F892A-76EA-468A-B11B-3B5D4728FA99}" srcOrd="1" destOrd="0" presId="urn:microsoft.com/office/officeart/2005/8/layout/list1"/>
    <dgm:cxn modelId="{989E62F4-0076-4343-8C21-C89BF9892693}" type="presOf" srcId="{13847065-136B-4B15-A7FD-3619E7132B44}" destId="{830C68AF-44B6-42BB-A397-B137DD0A7698}" srcOrd="0" destOrd="2" presId="urn:microsoft.com/office/officeart/2005/8/layout/list1"/>
    <dgm:cxn modelId="{6FFBCC3C-94B0-4044-88C8-D3A7247E503C}" srcId="{E15FA3B7-1D90-4A6D-B5BA-6A15D16542F8}" destId="{ABAE5073-6C52-4D7C-8854-D7EAD6618303}" srcOrd="3" destOrd="0" parTransId="{D1C1019F-5DF3-4F7D-837C-114A295FB5EC}" sibTransId="{07E4B4FA-E5C7-4D98-B476-FC0677FEFAF5}"/>
    <dgm:cxn modelId="{0254CE0D-0388-41F0-ABCB-EF5CD78681EE}" srcId="{9DA84CEF-17C9-44EB-A1A0-87C3828DE1AE}" destId="{84B7C6C6-BCBB-4770-B6D2-B14E0BFC6426}" srcOrd="0" destOrd="0" parTransId="{3CFE295F-FBF6-445F-B4F4-C161351B9BE2}" sibTransId="{0CAEA8E7-53B4-4078-BB5C-02416A827644}"/>
    <dgm:cxn modelId="{985FF080-A5F2-450A-A308-0C4AF4F88FAD}" type="presOf" srcId="{9DA84CEF-17C9-44EB-A1A0-87C3828DE1AE}" destId="{1ADC506E-807D-4FBD-9F9F-DD547A767F0C}" srcOrd="1" destOrd="0" presId="urn:microsoft.com/office/officeart/2005/8/layout/list1"/>
    <dgm:cxn modelId="{0DC4E737-72E3-4A88-8AD6-E421294568C6}" type="presOf" srcId="{D5659FB8-7814-4BD3-9C88-FAB34115CABF}" destId="{F7ACE5BE-AA18-4645-BA0F-F167D1B27041}" srcOrd="0" destOrd="0" presId="urn:microsoft.com/office/officeart/2005/8/layout/list1"/>
    <dgm:cxn modelId="{A04E5D5A-0947-41C7-BF23-2C50D3C61D9A}" type="presOf" srcId="{D5659FB8-7814-4BD3-9C88-FAB34115CABF}" destId="{73C06742-8345-45BE-BFCE-2C4CA19913EB}" srcOrd="1" destOrd="0" presId="urn:microsoft.com/office/officeart/2005/8/layout/list1"/>
    <dgm:cxn modelId="{6F34E5E1-77BF-4E14-994A-85AB802C4605}" type="presOf" srcId="{7A2301CF-7E64-46E9-9379-64E8C5B9C316}" destId="{830C68AF-44B6-42BB-A397-B137DD0A7698}" srcOrd="0" destOrd="4" presId="urn:microsoft.com/office/officeart/2005/8/layout/list1"/>
    <dgm:cxn modelId="{D9E1AC16-9D36-4C9A-A993-43275988835A}" srcId="{E15FA3B7-1D90-4A6D-B5BA-6A15D16542F8}" destId="{0DF05F39-4114-450C-9AC4-D02314D26770}" srcOrd="4" destOrd="0" parTransId="{4ADFA539-852E-40D6-A388-8AB2DB0EA9C8}" sibTransId="{7B4A1EE0-ECBF-4920-AC9A-96E170448509}"/>
    <dgm:cxn modelId="{D4401A17-AABE-4B74-88B3-CA23A79195A3}" srcId="{9DA84CEF-17C9-44EB-A1A0-87C3828DE1AE}" destId="{7A2301CF-7E64-46E9-9379-64E8C5B9C316}" srcOrd="4" destOrd="0" parTransId="{085ED3A8-7491-469B-B854-0AE06C960DB1}" sibTransId="{351C6294-69A3-481B-8EFA-00365580D05D}"/>
    <dgm:cxn modelId="{6EF56254-CA36-40B6-BBD1-0D88A1C9772A}" type="presOf" srcId="{E15FA3B7-1D90-4A6D-B5BA-6A15D16542F8}" destId="{4AAA10DD-A0AC-48F7-8DF0-C917D47A2D5D}" srcOrd="0" destOrd="0" presId="urn:microsoft.com/office/officeart/2005/8/layout/list1"/>
    <dgm:cxn modelId="{10F55139-03D0-4B14-9909-484C8B939BE6}" srcId="{9DA84CEF-17C9-44EB-A1A0-87C3828DE1AE}" destId="{13847065-136B-4B15-A7FD-3619E7132B44}" srcOrd="2" destOrd="0" parTransId="{A46D91D9-D550-4574-A960-DD10C8F8C60E}" sibTransId="{F546ED9C-7D00-4E57-B2DC-428CAD4BC76F}"/>
    <dgm:cxn modelId="{D693136A-6013-410B-9164-9D31BFACE27A}" type="presParOf" srcId="{4AAA10DD-A0AC-48F7-8DF0-C917D47A2D5D}" destId="{BBC7ACC3-08AA-4B0E-95D3-7DF9F5D0515B}" srcOrd="0" destOrd="0" presId="urn:microsoft.com/office/officeart/2005/8/layout/list1"/>
    <dgm:cxn modelId="{F559D257-A015-42B1-BD10-C0E85F8571F8}" type="presParOf" srcId="{BBC7ACC3-08AA-4B0E-95D3-7DF9F5D0515B}" destId="{F7ACE5BE-AA18-4645-BA0F-F167D1B27041}" srcOrd="0" destOrd="0" presId="urn:microsoft.com/office/officeart/2005/8/layout/list1"/>
    <dgm:cxn modelId="{81D1AA32-1911-4D83-9893-A0C4C0CB27A6}" type="presParOf" srcId="{BBC7ACC3-08AA-4B0E-95D3-7DF9F5D0515B}" destId="{73C06742-8345-45BE-BFCE-2C4CA19913EB}" srcOrd="1" destOrd="0" presId="urn:microsoft.com/office/officeart/2005/8/layout/list1"/>
    <dgm:cxn modelId="{7D146DF6-A579-40A3-BCC4-D727784D155C}" type="presParOf" srcId="{4AAA10DD-A0AC-48F7-8DF0-C917D47A2D5D}" destId="{9CD9E2D2-7B5F-4712-BEF4-EB5B502DD8FD}" srcOrd="1" destOrd="0" presId="urn:microsoft.com/office/officeart/2005/8/layout/list1"/>
    <dgm:cxn modelId="{E54CE8C8-3D94-4EF3-9BFC-79DED4756BEA}" type="presParOf" srcId="{4AAA10DD-A0AC-48F7-8DF0-C917D47A2D5D}" destId="{09AFCA01-1A9E-4B1C-85C6-2874DB800C01}" srcOrd="2" destOrd="0" presId="urn:microsoft.com/office/officeart/2005/8/layout/list1"/>
    <dgm:cxn modelId="{EA3777D4-4675-4151-92A6-A29901302B52}" type="presParOf" srcId="{4AAA10DD-A0AC-48F7-8DF0-C917D47A2D5D}" destId="{C23D89A0-A2BE-409A-BC1E-DAA840BFF119}" srcOrd="3" destOrd="0" presId="urn:microsoft.com/office/officeart/2005/8/layout/list1"/>
    <dgm:cxn modelId="{CF130E52-7973-417B-95BD-A7FAD42DFE88}" type="presParOf" srcId="{4AAA10DD-A0AC-48F7-8DF0-C917D47A2D5D}" destId="{0951A7F2-1E71-43B4-90FF-1787BD4AF019}" srcOrd="4" destOrd="0" presId="urn:microsoft.com/office/officeart/2005/8/layout/list1"/>
    <dgm:cxn modelId="{F374AB77-9E57-4F78-8ED0-BCEDA0A9C83A}" type="presParOf" srcId="{0951A7F2-1E71-43B4-90FF-1787BD4AF019}" destId="{DF11EFBB-97E3-4D66-9D27-E334728C912F}" srcOrd="0" destOrd="0" presId="urn:microsoft.com/office/officeart/2005/8/layout/list1"/>
    <dgm:cxn modelId="{151DBBEE-BED8-4123-9246-6F25D26AE2D1}" type="presParOf" srcId="{0951A7F2-1E71-43B4-90FF-1787BD4AF019}" destId="{1ADC506E-807D-4FBD-9F9F-DD547A767F0C}" srcOrd="1" destOrd="0" presId="urn:microsoft.com/office/officeart/2005/8/layout/list1"/>
    <dgm:cxn modelId="{84681127-DC39-40D7-BF20-557F11918879}" type="presParOf" srcId="{4AAA10DD-A0AC-48F7-8DF0-C917D47A2D5D}" destId="{5320DCBB-A311-4DFC-8E94-D51D084C8E6A}" srcOrd="5" destOrd="0" presId="urn:microsoft.com/office/officeart/2005/8/layout/list1"/>
    <dgm:cxn modelId="{7F233D3C-202B-4008-B38B-90441A1C5CAE}" type="presParOf" srcId="{4AAA10DD-A0AC-48F7-8DF0-C917D47A2D5D}" destId="{830C68AF-44B6-42BB-A397-B137DD0A7698}" srcOrd="6" destOrd="0" presId="urn:microsoft.com/office/officeart/2005/8/layout/list1"/>
    <dgm:cxn modelId="{EBF34CC2-0CEB-47F0-865E-27519D1D14C3}" type="presParOf" srcId="{4AAA10DD-A0AC-48F7-8DF0-C917D47A2D5D}" destId="{D51D61CF-BE89-4E59-A2BD-0E290B415B83}" srcOrd="7" destOrd="0" presId="urn:microsoft.com/office/officeart/2005/8/layout/list1"/>
    <dgm:cxn modelId="{4FF22B12-3DE0-4813-A69C-332BDE456E6D}" type="presParOf" srcId="{4AAA10DD-A0AC-48F7-8DF0-C917D47A2D5D}" destId="{1E5FF7D8-B410-44F9-A106-B146E842F0D6}" srcOrd="8" destOrd="0" presId="urn:microsoft.com/office/officeart/2005/8/layout/list1"/>
    <dgm:cxn modelId="{B2B6A6BC-3ADC-4D09-9ABD-A1C0573C9819}" type="presParOf" srcId="{1E5FF7D8-B410-44F9-A106-B146E842F0D6}" destId="{3F147CC2-0F21-499B-A26D-C7E45867B4C3}" srcOrd="0" destOrd="0" presId="urn:microsoft.com/office/officeart/2005/8/layout/list1"/>
    <dgm:cxn modelId="{521D34DB-6438-4081-A87D-476B3DE088A6}" type="presParOf" srcId="{1E5FF7D8-B410-44F9-A106-B146E842F0D6}" destId="{B04F892A-76EA-468A-B11B-3B5D4728FA99}" srcOrd="1" destOrd="0" presId="urn:microsoft.com/office/officeart/2005/8/layout/list1"/>
    <dgm:cxn modelId="{A7709122-6337-4DB2-A227-9B3341B8B309}" type="presParOf" srcId="{4AAA10DD-A0AC-48F7-8DF0-C917D47A2D5D}" destId="{298CC45F-CD94-41B3-BABC-2FA494EEA8E0}" srcOrd="9" destOrd="0" presId="urn:microsoft.com/office/officeart/2005/8/layout/list1"/>
    <dgm:cxn modelId="{939D5115-54DF-402A-897B-0A48A07E58C0}" type="presParOf" srcId="{4AAA10DD-A0AC-48F7-8DF0-C917D47A2D5D}" destId="{F01CA542-1069-4685-B666-F8C37CBB13A6}" srcOrd="10" destOrd="0" presId="urn:microsoft.com/office/officeart/2005/8/layout/list1"/>
    <dgm:cxn modelId="{93B2E63C-0A5C-4903-B34F-1B07DE4F1539}" type="presParOf" srcId="{4AAA10DD-A0AC-48F7-8DF0-C917D47A2D5D}" destId="{4B9227D5-AE0C-481A-B1A5-5CAF95F0B4FF}" srcOrd="11" destOrd="0" presId="urn:microsoft.com/office/officeart/2005/8/layout/list1"/>
    <dgm:cxn modelId="{19CABF44-20D9-48D2-A44E-47B30D7716A1}" type="presParOf" srcId="{4AAA10DD-A0AC-48F7-8DF0-C917D47A2D5D}" destId="{80431896-12FD-4984-B69C-735F09853F40}" srcOrd="12" destOrd="0" presId="urn:microsoft.com/office/officeart/2005/8/layout/list1"/>
    <dgm:cxn modelId="{746E6D37-851B-4663-AB52-E0C77CEAE460}" type="presParOf" srcId="{80431896-12FD-4984-B69C-735F09853F40}" destId="{F6879F7E-D1C5-4F16-93D3-8ADB8F4421FB}" srcOrd="0" destOrd="0" presId="urn:microsoft.com/office/officeart/2005/8/layout/list1"/>
    <dgm:cxn modelId="{0C4513EE-C019-4E7A-ACB3-20B14DA0078F}" type="presParOf" srcId="{80431896-12FD-4984-B69C-735F09853F40}" destId="{EB7CE389-B5B1-402F-B989-E968BB7B4CD5}" srcOrd="1" destOrd="0" presId="urn:microsoft.com/office/officeart/2005/8/layout/list1"/>
    <dgm:cxn modelId="{44C4F406-F520-4D0A-8A15-C6BA5B20D93D}" type="presParOf" srcId="{4AAA10DD-A0AC-48F7-8DF0-C917D47A2D5D}" destId="{8F1A846A-54F2-4C59-8DDF-B1FB488AEE99}" srcOrd="13" destOrd="0" presId="urn:microsoft.com/office/officeart/2005/8/layout/list1"/>
    <dgm:cxn modelId="{EB8F92ED-6C9E-4AEF-88A7-1C7784344A70}" type="presParOf" srcId="{4AAA10DD-A0AC-48F7-8DF0-C917D47A2D5D}" destId="{5839E5D4-29CA-4494-A11C-D2C19BBA1CF8}" srcOrd="14" destOrd="0" presId="urn:microsoft.com/office/officeart/2005/8/layout/list1"/>
    <dgm:cxn modelId="{3457966F-E9B6-4C4C-BAC3-56DFE5FF526C}" type="presParOf" srcId="{4AAA10DD-A0AC-48F7-8DF0-C917D47A2D5D}" destId="{84DEC9B6-B95E-4582-B50C-86C54F6CA8F0}" srcOrd="15" destOrd="0" presId="urn:microsoft.com/office/officeart/2005/8/layout/list1"/>
    <dgm:cxn modelId="{3ECE8E42-E368-4102-8ECF-91AB39177B30}" type="presParOf" srcId="{4AAA10DD-A0AC-48F7-8DF0-C917D47A2D5D}" destId="{43F9DB0A-6185-48FC-9A8A-2A35F34A2F71}" srcOrd="16" destOrd="0" presId="urn:microsoft.com/office/officeart/2005/8/layout/list1"/>
    <dgm:cxn modelId="{4A552F68-47A7-4005-9E57-86E4686DD4CF}" type="presParOf" srcId="{43F9DB0A-6185-48FC-9A8A-2A35F34A2F71}" destId="{CCC049EB-A2E9-42D1-805A-90A54F449896}" srcOrd="0" destOrd="0" presId="urn:microsoft.com/office/officeart/2005/8/layout/list1"/>
    <dgm:cxn modelId="{D846201A-F04A-4A3C-A9BA-3F9150F267DA}" type="presParOf" srcId="{43F9DB0A-6185-48FC-9A8A-2A35F34A2F71}" destId="{4D7DFAA5-5575-4975-89A5-62338500865C}" srcOrd="1" destOrd="0" presId="urn:microsoft.com/office/officeart/2005/8/layout/list1"/>
    <dgm:cxn modelId="{D51C7617-81DF-4DA3-88E0-85E564BD213F}" type="presParOf" srcId="{4AAA10DD-A0AC-48F7-8DF0-C917D47A2D5D}" destId="{C46F6C01-85F4-47AD-84CC-63228BE4ABDF}" srcOrd="17" destOrd="0" presId="urn:microsoft.com/office/officeart/2005/8/layout/list1"/>
    <dgm:cxn modelId="{BD202D14-544E-4A52-96B2-2D4D3ED42D12}" type="presParOf" srcId="{4AAA10DD-A0AC-48F7-8DF0-C917D47A2D5D}" destId="{16D7B8BE-04DE-4F4A-87A5-C5AF4F4A017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E4BB4F-DE37-4413-B2D9-94CB03A93758}" type="doc">
      <dgm:prSet loTypeId="urn:microsoft.com/office/officeart/2005/8/layout/hierarchy2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0C28DBBD-54AF-4C5D-B255-1565875FA8FF}">
      <dgm:prSet phldrT="[텍스트]" custT="1"/>
      <dgm:spPr/>
      <dgm:t>
        <a:bodyPr/>
        <a:lstStyle/>
        <a:p>
          <a:pPr algn="ctr" latinLnBrk="0"/>
          <a:r>
            <a:rPr lang="ko-KR" altLang="en-US" sz="1800" b="0" dirty="0" smtClean="0">
              <a:solidFill>
                <a:schemeClr val="tx1"/>
              </a:solidFill>
              <a:effectLst/>
            </a:rPr>
            <a:t>기존 </a:t>
          </a:r>
          <a:r>
            <a:rPr lang="ko-KR" altLang="en-US" sz="1800" b="0" dirty="0" err="1" smtClean="0">
              <a:solidFill>
                <a:schemeClr val="tx1"/>
              </a:solidFill>
              <a:effectLst/>
            </a:rPr>
            <a:t>음원의</a:t>
          </a:r>
          <a:r>
            <a:rPr lang="ko-KR" altLang="en-US" sz="1800" b="0" dirty="0" smtClean="0">
              <a:solidFill>
                <a:schemeClr val="tx1"/>
              </a:solidFill>
              <a:effectLst/>
            </a:rPr>
            <a:t> 활용을 위한 </a:t>
          </a:r>
          <a:r>
            <a:rPr lang="ko-KR" altLang="en-US" sz="1800" b="0" dirty="0" err="1" smtClean="0">
              <a:solidFill>
                <a:schemeClr val="tx1"/>
              </a:solidFill>
              <a:effectLst/>
            </a:rPr>
            <a:t>음원</a:t>
          </a:r>
          <a:r>
            <a:rPr lang="ko-KR" altLang="en-US" sz="1800" b="0" dirty="0" smtClean="0">
              <a:solidFill>
                <a:schemeClr val="tx1"/>
              </a:solidFill>
              <a:effectLst/>
            </a:rPr>
            <a:t> 분리 기술 연구</a:t>
          </a:r>
          <a:endParaRPr lang="en-US" altLang="ko-KR" sz="1800" b="0" dirty="0" smtClean="0">
            <a:solidFill>
              <a:schemeClr val="tx1"/>
            </a:solidFill>
            <a:effectLst/>
          </a:endParaRPr>
        </a:p>
        <a:p>
          <a:pPr marL="82550" indent="-82550" algn="l" latinLnBrk="0"/>
          <a:r>
            <a:rPr lang="en-US" altLang="ko-KR" sz="1800" b="0" dirty="0" smtClean="0">
              <a:solidFill>
                <a:schemeClr val="tx1"/>
              </a:solidFill>
              <a:effectLst/>
            </a:rPr>
            <a:t>-</a:t>
          </a:r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음원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 분리를 위한 </a:t>
          </a:r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음원의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 특징 추출 연구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7EBCE2C1-2EDC-4B92-A3D8-F035F01AA886}" type="parTrans" cxnId="{E573A038-A346-4D5C-85CC-FC8E94AB6FEE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1119BC6F-C2AB-4DFB-9A1B-E01E6D358A8B}" type="sibTrans" cxnId="{E573A038-A346-4D5C-85CC-FC8E94AB6FEE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F7C90AE3-ACFD-447B-A719-1648A7124D69}">
      <dgm:prSet phldrT="[텍스트]"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시간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/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주파수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/ 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음상 영역에서의 </a:t>
          </a:r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음원별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 특징 연구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11DF8D89-3FF2-4496-81FF-F2F0FA52FE4C}" type="parTrans" cxnId="{3E56A017-85A7-41E7-BD32-2A89A5574CBA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1AE93A48-0F76-41D4-A06E-AA669FE93791}" type="sibTrans" cxnId="{3E56A017-85A7-41E7-BD32-2A89A5574CBA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517ACB59-7FF7-474C-A8D4-393FDF91AEE1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참조 모델 구현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FCFDD334-14BF-4C18-82E3-E5352843F994}" type="parTrans" cxnId="{408F2AE9-C3BC-4986-AA56-A7FF7CF96CC6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E119E976-B9BE-4656-B025-3C5395EB1AE9}" type="sibTrans" cxnId="{408F2AE9-C3BC-4986-AA56-A7FF7CF96CC6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24457CC2-2860-4B72-B6D3-A22B7E612C0D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보컬 음원 분리 참조 모델 구현 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음정 특징 활용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>)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6221C1C7-0D12-43A2-8490-3F078E5A3AE5}" type="parTrans" cxnId="{6973762F-4E58-4AB2-93CE-EAAC9F8AE09B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3F635D20-79A0-4652-9AD5-44114ACB9E11}" type="sibTrans" cxnId="{6973762F-4E58-4AB2-93CE-EAAC9F8AE09B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CD4415EF-8626-4DD2-8233-E332A672351A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타악기 음원 분리 참조 모델 구현 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시간 및 주파수 영역 특징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>)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473E99DF-3654-4AF9-8896-2E36D365F78E}" type="parTrans" cxnId="{B0833D4E-C84B-45CB-A297-896F50091CA8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F0309793-C079-493A-9DC4-48736983D9AA}" type="sibTrans" cxnId="{B0833D4E-C84B-45CB-A297-896F50091CA8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8410A998-16C5-46A4-924E-EE6BDFCCA0FF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센터 채널 추출 기술 도입 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보컬 음상 특징 활용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>)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F2A319BB-DCC1-413E-BD59-E2E0F8BA0002}" type="parTrans" cxnId="{6271855E-DDF0-4159-B36B-C0A60A9CD666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B3FC1182-30F7-4EBE-B6E7-F137A2F3900F}" type="sibTrans" cxnId="{6271855E-DDF0-4159-B36B-C0A60A9CD666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8C4687A3-2C12-4434-BC0E-51AACA851A49}">
      <dgm:prSet custT="1"/>
      <dgm:spPr/>
      <dgm:t>
        <a:bodyPr/>
        <a:lstStyle/>
        <a:p>
          <a:pPr latinLnBrk="0"/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음원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 분리 알고리즘 자체 개발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3BC3C750-2511-49C4-8F98-AA5B73161958}" type="parTrans" cxnId="{4CD485EC-784A-4F9F-8CEE-8D795B6289C1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1D119A03-F38C-47F1-9E2D-256EF2EBEA57}" type="sibTrans" cxnId="{4CD485EC-784A-4F9F-8CEE-8D795B6289C1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03514476-1BC8-444C-BCF0-9484EAF584EC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주요 음원 분리 알고리즘 개발 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/>
          </a:r>
          <a:br>
            <a:rPr lang="en-US" altLang="ko-KR" sz="1200" b="0" dirty="0" smtClean="0">
              <a:solidFill>
                <a:schemeClr val="tx1"/>
              </a:solidFill>
              <a:effectLst/>
            </a:rPr>
          </a:br>
          <a:r>
            <a:rPr lang="en-US" altLang="en-US" sz="1200" b="0" dirty="0" smtClean="0">
              <a:solidFill>
                <a:schemeClr val="tx1"/>
              </a:solidFill>
              <a:effectLst/>
            </a:rPr>
            <a:t>(NMPCF)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E0C12141-19C2-43C7-B55B-6E25D09E01F2}" type="parTrans" cxnId="{4FC08A57-AC17-4D95-9B53-E5C74E8BBC2D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E06AB241-688C-4680-B5FD-C983FB5A090B}" type="sibTrans" cxnId="{4FC08A57-AC17-4D95-9B53-E5C74E8BBC2D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FDD43084-D366-4218-BE2F-20CFB246E182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메인 보컬 분리 알고리즘 개발 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센터 음상 특징 활용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>)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75014329-944A-4A4C-BF01-D3E48A0637D8}" type="parTrans" cxnId="{8265F25C-2AE5-4009-811C-5A2C8CEC0CED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B6EEABFD-3281-4FB3-A3A5-D40F2407E5A2}" type="sibTrans" cxnId="{8265F25C-2AE5-4009-811C-5A2C8CEC0CED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752B2900-398B-4C5A-B5C0-ECC33D2E3BB3}">
      <dgm:prSet phldrT="[텍스트]"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주요 </a:t>
          </a:r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음원에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 대한 특징 데이터베이스 생성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B357B5FB-C312-4257-A06F-F5128821F6AA}" type="parTrans" cxnId="{A9765752-8D19-4527-8A93-CDB6A285D89D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6722142E-57EF-43C1-8C36-AFBC8CB9859E}" type="sibTrans" cxnId="{A9765752-8D19-4527-8A93-CDB6A285D89D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4F3F4591-AE1F-4720-92E7-49C4F88EB38D}">
      <dgm:prSet phldrT="[텍스트]"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주요 </a:t>
          </a:r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음원의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 특징 데이터베이스 구축 및 활용 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>(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Music 2.0 </a:t>
          </a:r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음원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 및 가상 악기를 활용</a:t>
          </a:r>
          <a:r>
            <a:rPr lang="en-US" altLang="ko-KR" sz="1200" b="0" dirty="0" smtClean="0">
              <a:solidFill>
                <a:schemeClr val="tx1"/>
              </a:solidFill>
              <a:effectLst/>
            </a:rPr>
            <a:t>)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85994B26-39BE-431D-8BF6-8D55A472A011}" type="parTrans" cxnId="{EBC0D075-C78A-4810-B671-26965AD347FF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8F4D54B0-8C26-4493-AB33-F8BF79A696A8}" type="sibTrans" cxnId="{EBC0D075-C78A-4810-B671-26965AD347FF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C0A82668-8629-43EE-B06F-E44B5B18F10B}">
      <dgm:prSet phldrT="[텍스트]"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상기 신호적 특징의 </a:t>
          </a:r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음원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 분리에 대한 활용도 검토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7E501B11-925F-4A1F-B178-DBD66459FDA9}" type="parTrans" cxnId="{A6BF5043-2C00-471A-9D97-E9145BE38818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E7E7F30C-E12F-4A22-9B24-BA4C6867D130}" type="sibTrans" cxnId="{A6BF5043-2C00-471A-9D97-E9145BE38818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3C1C47FD-D44A-430A-9022-362987DAB8C0}">
      <dgm:prSet phldrT="[텍스트]"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멀티트랙 확보가 불가능한 기존 </a:t>
          </a:r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음원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(ex. 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김현식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, 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유재하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)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에 대한 음원 분리 활용도 검토 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C0032B48-3B16-487B-A8B9-6400A8B7E31C}" type="parTrans" cxnId="{C5CAB109-29DA-4C4C-B2C2-0B9609B755A4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4B9E48FD-3E81-4E82-A4F6-6E39C15CAE68}" type="sibTrans" cxnId="{C5CAB109-29DA-4C4C-B2C2-0B9609B755A4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2C2EC08B-8F41-4362-8AD4-5EB49B20E5D3}">
      <dgm:prSet phldrT="[텍스트]"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공동연구기관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오디즌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)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의 요구사항 반영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B1280593-B643-4BAF-A86E-42B39982F343}" type="parTrans" cxnId="{7B7DED4B-26A1-4183-93FF-16A263E542D3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90F14096-72E5-47A8-8644-56132C96F5E4}" type="sibTrans" cxnId="{7B7DED4B-26A1-4183-93FF-16A263E542D3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1796A937-FDD3-4AD5-B8FD-4BFCDF0C5861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외국 노래방 사업 진출을 위한 음원 분리 기술 활용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, 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고품질 노래방 음원 제작 진행 중 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755AD201-023B-4E4D-8C83-DA09CC01EA17}" type="parTrans" cxnId="{C6504623-E282-43D9-98B8-8232DA236D66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F0AD8F62-2F2C-4ECA-98C9-7026789E8FC1}" type="sibTrans" cxnId="{C6504623-E282-43D9-98B8-8232DA236D66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E20D8386-143E-4B45-8477-A9AF78D8577B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</a:rPr>
            <a:t>공동연구기관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엔터기술</a:t>
          </a:r>
          <a:r>
            <a:rPr lang="en-US" altLang="en-US" sz="1200" b="0" dirty="0" smtClean="0">
              <a:solidFill>
                <a:schemeClr val="tx1"/>
              </a:solidFill>
              <a:effectLst/>
            </a:rPr>
            <a:t>)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의 요구사항 반영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393C5847-D2AA-44C4-B53A-6F9BF83EDB4C}" type="parTrans" cxnId="{BDB18308-B2C5-4A52-AE57-8FCF522819C7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A9CD216B-BBA4-47A9-9F11-D8FDE9977F68}" type="sibTrans" cxnId="{BDB18308-B2C5-4A52-AE57-8FCF522819C7}">
      <dgm:prSet/>
      <dgm:spPr/>
      <dgm:t>
        <a:bodyPr/>
        <a:lstStyle/>
        <a:p>
          <a:pPr latinLnBrk="1"/>
          <a:endParaRPr lang="ko-KR" altLang="en-US" b="0">
            <a:solidFill>
              <a:schemeClr val="tx1"/>
            </a:solidFill>
            <a:effectLst/>
          </a:endParaRPr>
        </a:p>
      </dgm:t>
    </dgm:pt>
    <dgm:pt modelId="{04387717-8951-4E20-B97D-B847F7859D3E}" type="pres">
      <dgm:prSet presAssocID="{EDE4BB4F-DE37-4413-B2D9-94CB03A9375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0E98ECC-A60F-40C4-A16B-4E13B014BBB9}" type="pres">
      <dgm:prSet presAssocID="{0C28DBBD-54AF-4C5D-B255-1565875FA8FF}" presName="root1" presStyleCnt="0"/>
      <dgm:spPr/>
    </dgm:pt>
    <dgm:pt modelId="{50E8C2D0-86CC-4FFD-B504-E6F1353C617B}" type="pres">
      <dgm:prSet presAssocID="{0C28DBBD-54AF-4C5D-B255-1565875FA8FF}" presName="LevelOneTextNode" presStyleLbl="node0" presStyleIdx="0" presStyleCnt="1" custScaleX="137940" custScaleY="682488" custLinFactNeighborX="-5721" custLinFactNeighborY="-524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292DD92-4C45-4BA9-8862-7C1E558050D0}" type="pres">
      <dgm:prSet presAssocID="{0C28DBBD-54AF-4C5D-B255-1565875FA8FF}" presName="level2hierChild" presStyleCnt="0"/>
      <dgm:spPr/>
    </dgm:pt>
    <dgm:pt modelId="{533FFE40-C8BC-451B-BDEF-EC5503871135}" type="pres">
      <dgm:prSet presAssocID="{11DF8D89-3FF2-4496-81FF-F2F0FA52FE4C}" presName="conn2-1" presStyleLbl="parChTrans1D2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E789B87D-D4FB-4BF8-9158-F5F90AF303AF}" type="pres">
      <dgm:prSet presAssocID="{11DF8D89-3FF2-4496-81FF-F2F0FA52FE4C}" presName="connTx" presStyleLbl="parChTrans1D2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F0A901E5-3B9D-4F89-9D07-685DE860AF13}" type="pres">
      <dgm:prSet presAssocID="{F7C90AE3-ACFD-447B-A719-1648A7124D69}" presName="root2" presStyleCnt="0"/>
      <dgm:spPr/>
    </dgm:pt>
    <dgm:pt modelId="{5040C5D3-0786-433E-AECA-4AC94BC4C7A7}" type="pres">
      <dgm:prSet presAssocID="{F7C90AE3-ACFD-447B-A719-1648A7124D69}" presName="LevelTwoTextNode" presStyleLbl="node2" presStyleIdx="0" presStyleCnt="3" custScaleX="147910" custScaleY="234269" custLinFactNeighborX="-10635" custLinFactNeighborY="-31798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1A203E0-C9FB-44F3-95C8-9573945DCF75}" type="pres">
      <dgm:prSet presAssocID="{F7C90AE3-ACFD-447B-A719-1648A7124D69}" presName="level3hierChild" presStyleCnt="0"/>
      <dgm:spPr/>
    </dgm:pt>
    <dgm:pt modelId="{4E5FE196-2EA7-4934-912A-3D591F28C9F1}" type="pres">
      <dgm:prSet presAssocID="{FCFDD334-14BF-4C18-82E3-E5352843F994}" presName="conn2-1" presStyleLbl="parChTrans1D3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0F206BED-4D9A-4D13-9382-22B26645D033}" type="pres">
      <dgm:prSet presAssocID="{FCFDD334-14BF-4C18-82E3-E5352843F994}" presName="connTx" presStyleLbl="parChTrans1D3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5A4994DB-C41F-439F-8E39-2B0CD6A86583}" type="pres">
      <dgm:prSet presAssocID="{517ACB59-7FF7-474C-A8D4-393FDF91AEE1}" presName="root2" presStyleCnt="0"/>
      <dgm:spPr/>
    </dgm:pt>
    <dgm:pt modelId="{00F9D93E-18E9-40DE-8AD1-92D5303895CB}" type="pres">
      <dgm:prSet presAssocID="{517ACB59-7FF7-474C-A8D4-393FDF91AEE1}" presName="LevelTwoTextNode" presStyleLbl="node3" presStyleIdx="0" presStyleCnt="5" custScaleX="299084" custScaleY="148319" custLinFactNeighborX="-18136" custLinFactNeighborY="1343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B238F0F-257A-4817-91FB-E5503F3D7E86}" type="pres">
      <dgm:prSet presAssocID="{517ACB59-7FF7-474C-A8D4-393FDF91AEE1}" presName="level3hierChild" presStyleCnt="0"/>
      <dgm:spPr/>
    </dgm:pt>
    <dgm:pt modelId="{08C6C7CC-DEEE-4073-80E1-3329C8030856}" type="pres">
      <dgm:prSet presAssocID="{6221C1C7-0D12-43A2-8490-3F078E5A3AE5}" presName="conn2-1" presStyleLbl="parChTrans1D4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30815591-811A-47E5-8F90-4859739A6421}" type="pres">
      <dgm:prSet presAssocID="{6221C1C7-0D12-43A2-8490-3F078E5A3AE5}" presName="connTx" presStyleLbl="parChTrans1D4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B450E630-54B5-46E7-927D-95F474E43BEF}" type="pres">
      <dgm:prSet presAssocID="{24457CC2-2860-4B72-B6D3-A22B7E612C0D}" presName="root2" presStyleCnt="0"/>
      <dgm:spPr/>
    </dgm:pt>
    <dgm:pt modelId="{1562CCAF-8442-41AA-B316-76F5C3B2AF75}" type="pres">
      <dgm:prSet presAssocID="{24457CC2-2860-4B72-B6D3-A22B7E612C0D}" presName="LevelTwoTextNode" presStyleLbl="node4" presStyleIdx="0" presStyleCnt="7" custScaleX="329263" custLinFactNeighborX="-15113" custLinFactNeighborY="6540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754E5AC-837B-4FC1-B755-441CBEC3B376}" type="pres">
      <dgm:prSet presAssocID="{24457CC2-2860-4B72-B6D3-A22B7E612C0D}" presName="level3hierChild" presStyleCnt="0"/>
      <dgm:spPr/>
    </dgm:pt>
    <dgm:pt modelId="{826A1D9F-8156-46D1-835D-93CCDD764F4E}" type="pres">
      <dgm:prSet presAssocID="{473E99DF-3654-4AF9-8896-2E36D365F78E}" presName="conn2-1" presStyleLbl="parChTrans1D4" presStyleIdx="1" presStyleCnt="7"/>
      <dgm:spPr/>
      <dgm:t>
        <a:bodyPr/>
        <a:lstStyle/>
        <a:p>
          <a:pPr latinLnBrk="1"/>
          <a:endParaRPr lang="ko-KR" altLang="en-US"/>
        </a:p>
      </dgm:t>
    </dgm:pt>
    <dgm:pt modelId="{8FD7A4AA-FAFB-4A22-A365-4259DA48E2FE}" type="pres">
      <dgm:prSet presAssocID="{473E99DF-3654-4AF9-8896-2E36D365F78E}" presName="connTx" presStyleLbl="parChTrans1D4" presStyleIdx="1" presStyleCnt="7"/>
      <dgm:spPr/>
      <dgm:t>
        <a:bodyPr/>
        <a:lstStyle/>
        <a:p>
          <a:pPr latinLnBrk="1"/>
          <a:endParaRPr lang="ko-KR" altLang="en-US"/>
        </a:p>
      </dgm:t>
    </dgm:pt>
    <dgm:pt modelId="{EDB5842E-B06F-403C-8309-AB9B30361193}" type="pres">
      <dgm:prSet presAssocID="{CD4415EF-8626-4DD2-8233-E332A672351A}" presName="root2" presStyleCnt="0"/>
      <dgm:spPr/>
    </dgm:pt>
    <dgm:pt modelId="{8EBCE17C-B6BC-4949-A3CA-0A7095E77BDB}" type="pres">
      <dgm:prSet presAssocID="{CD4415EF-8626-4DD2-8233-E332A672351A}" presName="LevelTwoTextNode" presStyleLbl="node4" presStyleIdx="1" presStyleCnt="7" custScaleX="329263" custLinFactNeighborX="-15113" custLinFactNeighborY="6540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46620CC-B1E1-4A47-83CF-706A92DDE7D4}" type="pres">
      <dgm:prSet presAssocID="{CD4415EF-8626-4DD2-8233-E332A672351A}" presName="level3hierChild" presStyleCnt="0"/>
      <dgm:spPr/>
    </dgm:pt>
    <dgm:pt modelId="{809EA9AC-8E53-43EC-9C96-9691B03263AD}" type="pres">
      <dgm:prSet presAssocID="{F2A319BB-DCC1-413E-BD59-E2E0F8BA0002}" presName="conn2-1" presStyleLbl="parChTrans1D4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5E8AE949-35B4-4824-B26D-268ECB28E722}" type="pres">
      <dgm:prSet presAssocID="{F2A319BB-DCC1-413E-BD59-E2E0F8BA0002}" presName="connTx" presStyleLbl="parChTrans1D4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D2D842AA-D8A5-4054-BE0F-3472C15B2203}" type="pres">
      <dgm:prSet presAssocID="{8410A998-16C5-46A4-924E-EE6BDFCCA0FF}" presName="root2" presStyleCnt="0"/>
      <dgm:spPr/>
    </dgm:pt>
    <dgm:pt modelId="{0FD275A4-6BC6-4CA3-9A8C-236E329B0124}" type="pres">
      <dgm:prSet presAssocID="{8410A998-16C5-46A4-924E-EE6BDFCCA0FF}" presName="LevelTwoTextNode" presStyleLbl="node4" presStyleIdx="2" presStyleCnt="7" custScaleX="329263" custLinFactNeighborX="-15113" custLinFactNeighborY="6540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0788457-EEF7-4021-9477-9CA26AD7D454}" type="pres">
      <dgm:prSet presAssocID="{8410A998-16C5-46A4-924E-EE6BDFCCA0FF}" presName="level3hierChild" presStyleCnt="0"/>
      <dgm:spPr/>
    </dgm:pt>
    <dgm:pt modelId="{B9D31316-C171-413A-A6BF-524AE0104041}" type="pres">
      <dgm:prSet presAssocID="{3BC3C750-2511-49C4-8F98-AA5B73161958}" presName="conn2-1" presStyleLbl="parChTrans1D3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6EEAB8C7-B5FE-4488-B35E-6703774A901C}" type="pres">
      <dgm:prSet presAssocID="{3BC3C750-2511-49C4-8F98-AA5B73161958}" presName="connTx" presStyleLbl="parChTrans1D3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E2D48891-FC28-4E20-A3F6-C7A7EC7CB1FF}" type="pres">
      <dgm:prSet presAssocID="{8C4687A3-2C12-4434-BC0E-51AACA851A49}" presName="root2" presStyleCnt="0"/>
      <dgm:spPr/>
    </dgm:pt>
    <dgm:pt modelId="{6C03747C-6E5D-4A28-A589-D580147D0511}" type="pres">
      <dgm:prSet presAssocID="{8C4687A3-2C12-4434-BC0E-51AACA851A49}" presName="LevelTwoTextNode" presStyleLbl="node3" presStyleIdx="1" presStyleCnt="5" custScaleX="299084" custScaleY="148319" custLinFactNeighborX="-18136" custLinFactNeighborY="2727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4BA30BF-A602-43C5-8DD8-C3CD8DE2A917}" type="pres">
      <dgm:prSet presAssocID="{8C4687A3-2C12-4434-BC0E-51AACA851A49}" presName="level3hierChild" presStyleCnt="0"/>
      <dgm:spPr/>
    </dgm:pt>
    <dgm:pt modelId="{48B48073-F8E1-4FAD-85BF-9219E5C26964}" type="pres">
      <dgm:prSet presAssocID="{E0C12141-19C2-43C7-B55B-6E25D09E01F2}" presName="conn2-1" presStyleLbl="parChTrans1D4" presStyleIdx="3" presStyleCnt="7"/>
      <dgm:spPr/>
      <dgm:t>
        <a:bodyPr/>
        <a:lstStyle/>
        <a:p>
          <a:pPr latinLnBrk="1"/>
          <a:endParaRPr lang="ko-KR" altLang="en-US"/>
        </a:p>
      </dgm:t>
    </dgm:pt>
    <dgm:pt modelId="{587414B7-87E8-4B1C-A1C5-EDE83047C2EF}" type="pres">
      <dgm:prSet presAssocID="{E0C12141-19C2-43C7-B55B-6E25D09E01F2}" presName="connTx" presStyleLbl="parChTrans1D4" presStyleIdx="3" presStyleCnt="7"/>
      <dgm:spPr/>
      <dgm:t>
        <a:bodyPr/>
        <a:lstStyle/>
        <a:p>
          <a:pPr latinLnBrk="1"/>
          <a:endParaRPr lang="ko-KR" altLang="en-US"/>
        </a:p>
      </dgm:t>
    </dgm:pt>
    <dgm:pt modelId="{331E8562-4929-4F04-9E59-3FFC725EE46D}" type="pres">
      <dgm:prSet presAssocID="{03514476-1BC8-444C-BCF0-9484EAF584EC}" presName="root2" presStyleCnt="0"/>
      <dgm:spPr/>
    </dgm:pt>
    <dgm:pt modelId="{4CA39F1E-F236-4323-BF4B-675C277FF504}" type="pres">
      <dgm:prSet presAssocID="{03514476-1BC8-444C-BCF0-9484EAF584EC}" presName="LevelTwoTextNode" presStyleLbl="node4" presStyleIdx="3" presStyleCnt="7" custScaleX="329263" custLinFactNeighborX="-15113" custLinFactNeighborY="68757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8327F4A-3CFE-4F94-9F3A-2D12A0E275B2}" type="pres">
      <dgm:prSet presAssocID="{03514476-1BC8-444C-BCF0-9484EAF584EC}" presName="level3hierChild" presStyleCnt="0"/>
      <dgm:spPr/>
    </dgm:pt>
    <dgm:pt modelId="{B6FBA8C3-1F47-40A5-B04D-35874B921B7D}" type="pres">
      <dgm:prSet presAssocID="{75014329-944A-4A4C-BF01-D3E48A0637D8}" presName="conn2-1" presStyleLbl="parChTrans1D4" presStyleIdx="4" presStyleCnt="7"/>
      <dgm:spPr/>
      <dgm:t>
        <a:bodyPr/>
        <a:lstStyle/>
        <a:p>
          <a:pPr latinLnBrk="1"/>
          <a:endParaRPr lang="ko-KR" altLang="en-US"/>
        </a:p>
      </dgm:t>
    </dgm:pt>
    <dgm:pt modelId="{7B01D7B1-F0E1-4FF9-997E-D36E25AF22D2}" type="pres">
      <dgm:prSet presAssocID="{75014329-944A-4A4C-BF01-D3E48A0637D8}" presName="connTx" presStyleLbl="parChTrans1D4" presStyleIdx="4" presStyleCnt="7"/>
      <dgm:spPr/>
      <dgm:t>
        <a:bodyPr/>
        <a:lstStyle/>
        <a:p>
          <a:pPr latinLnBrk="1"/>
          <a:endParaRPr lang="ko-KR" altLang="en-US"/>
        </a:p>
      </dgm:t>
    </dgm:pt>
    <dgm:pt modelId="{FBB4C89B-15C6-4CAE-97AB-5EECD4D06777}" type="pres">
      <dgm:prSet presAssocID="{FDD43084-D366-4218-BE2F-20CFB246E182}" presName="root2" presStyleCnt="0"/>
      <dgm:spPr/>
    </dgm:pt>
    <dgm:pt modelId="{5698DD9E-7288-4BE4-94BE-658EBD2CFDF2}" type="pres">
      <dgm:prSet presAssocID="{FDD43084-D366-4218-BE2F-20CFB246E182}" presName="LevelTwoTextNode" presStyleLbl="node4" presStyleIdx="4" presStyleCnt="7" custScaleX="329263" custLinFactNeighborX="-15113" custLinFactNeighborY="7429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F013DC7-5959-4816-A178-645301C81B75}" type="pres">
      <dgm:prSet presAssocID="{FDD43084-D366-4218-BE2F-20CFB246E182}" presName="level3hierChild" presStyleCnt="0"/>
      <dgm:spPr/>
    </dgm:pt>
    <dgm:pt modelId="{09583962-8041-43BF-AE10-A7B1F6CEF418}" type="pres">
      <dgm:prSet presAssocID="{B357B5FB-C312-4257-A06F-F5128821F6AA}" presName="conn2-1" presStyleLbl="parChTrans1D2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1B53E121-7A58-4B88-82FB-B1A1AF0924A5}" type="pres">
      <dgm:prSet presAssocID="{B357B5FB-C312-4257-A06F-F5128821F6AA}" presName="connTx" presStyleLbl="parChTrans1D2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8647CB5B-3BAD-4788-8A8F-C8041F9D435C}" type="pres">
      <dgm:prSet presAssocID="{752B2900-398B-4C5A-B5C0-ECC33D2E3BB3}" presName="root2" presStyleCnt="0"/>
      <dgm:spPr/>
    </dgm:pt>
    <dgm:pt modelId="{F818D185-5A2B-4075-86D2-9A8E24B99597}" type="pres">
      <dgm:prSet presAssocID="{752B2900-398B-4C5A-B5C0-ECC33D2E3BB3}" presName="LevelTwoTextNode" presStyleLbl="node2" presStyleIdx="1" presStyleCnt="3" custScaleX="147910" custScaleY="234269" custLinFactNeighborX="-10635" custLinFactNeighborY="3072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F478E89-B7A3-4DDF-B352-FA840A44A7ED}" type="pres">
      <dgm:prSet presAssocID="{752B2900-398B-4C5A-B5C0-ECC33D2E3BB3}" presName="level3hierChild" presStyleCnt="0"/>
      <dgm:spPr/>
    </dgm:pt>
    <dgm:pt modelId="{68B987F8-A65D-4A8C-9FC9-DA1686351D01}" type="pres">
      <dgm:prSet presAssocID="{85994B26-39BE-431D-8BF6-8D55A472A011}" presName="conn2-1" presStyleLbl="parChTrans1D3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EEFA471C-81B9-42B1-ACE0-CE741CB30A50}" type="pres">
      <dgm:prSet presAssocID="{85994B26-39BE-431D-8BF6-8D55A472A011}" presName="connTx" presStyleLbl="parChTrans1D3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7A183153-AA1E-49A2-A7F4-63AFE5B4643F}" type="pres">
      <dgm:prSet presAssocID="{4F3F4591-AE1F-4720-92E7-49C4F88EB38D}" presName="root2" presStyleCnt="0"/>
      <dgm:spPr/>
    </dgm:pt>
    <dgm:pt modelId="{D5F413FE-8E01-49AC-94D1-B16D0BC1F770}" type="pres">
      <dgm:prSet presAssocID="{4F3F4591-AE1F-4720-92E7-49C4F88EB38D}" presName="LevelTwoTextNode" presStyleLbl="node3" presStyleIdx="2" presStyleCnt="5" custScaleX="299084" custScaleY="148319" custLinFactNeighborX="-18136" custLinFactNeighborY="2563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028347A-269F-43DC-A0BC-650737326E25}" type="pres">
      <dgm:prSet presAssocID="{4F3F4591-AE1F-4720-92E7-49C4F88EB38D}" presName="level3hierChild" presStyleCnt="0"/>
      <dgm:spPr/>
    </dgm:pt>
    <dgm:pt modelId="{08B87269-9177-4344-82A1-6245B3312185}" type="pres">
      <dgm:prSet presAssocID="{7E501B11-925F-4A1F-B178-DBD66459FDA9}" presName="conn2-1" presStyleLbl="parChTrans1D2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118F77F2-4415-4A66-8C81-D5AF4AAF71D0}" type="pres">
      <dgm:prSet presAssocID="{7E501B11-925F-4A1F-B178-DBD66459FDA9}" presName="connTx" presStyleLbl="parChTrans1D2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721A1E72-2D03-4CEB-A9E2-4A53AAD69BFA}" type="pres">
      <dgm:prSet presAssocID="{C0A82668-8629-43EE-B06F-E44B5B18F10B}" presName="root2" presStyleCnt="0"/>
      <dgm:spPr/>
    </dgm:pt>
    <dgm:pt modelId="{9CA0007D-9D7F-4F43-BA92-A4CA47E9DF1A}" type="pres">
      <dgm:prSet presAssocID="{C0A82668-8629-43EE-B06F-E44B5B18F10B}" presName="LevelTwoTextNode" presStyleLbl="node2" presStyleIdx="2" presStyleCnt="3" custScaleX="147910" custScaleY="234269" custLinFactNeighborX="-10635" custLinFactNeighborY="3072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84DA6BE-929E-4011-9862-EFABF7978697}" type="pres">
      <dgm:prSet presAssocID="{C0A82668-8629-43EE-B06F-E44B5B18F10B}" presName="level3hierChild" presStyleCnt="0"/>
      <dgm:spPr/>
    </dgm:pt>
    <dgm:pt modelId="{2ED2F62A-1994-4377-A657-DCF3A0E27718}" type="pres">
      <dgm:prSet presAssocID="{C0032B48-3B16-487B-A8B9-6400A8B7E31C}" presName="conn2-1" presStyleLbl="parChTrans1D3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E57CC938-064D-4B04-BFEB-7D37165FBB70}" type="pres">
      <dgm:prSet presAssocID="{C0032B48-3B16-487B-A8B9-6400A8B7E31C}" presName="connTx" presStyleLbl="parChTrans1D3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AD6AE574-6736-4EA8-A761-864659AC22D6}" type="pres">
      <dgm:prSet presAssocID="{3C1C47FD-D44A-430A-9022-362987DAB8C0}" presName="root2" presStyleCnt="0"/>
      <dgm:spPr/>
    </dgm:pt>
    <dgm:pt modelId="{439CF562-F9F1-49E3-AE1A-DD8F376B1425}" type="pres">
      <dgm:prSet presAssocID="{3C1C47FD-D44A-430A-9022-362987DAB8C0}" presName="LevelTwoTextNode" presStyleLbl="node3" presStyleIdx="3" presStyleCnt="5" custScaleX="299084" custScaleY="148319" custLinFactNeighborX="-18136" custLinFactNeighborY="2355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BD8D629-7946-4C73-9B1D-09ACA331C033}" type="pres">
      <dgm:prSet presAssocID="{3C1C47FD-D44A-430A-9022-362987DAB8C0}" presName="level3hierChild" presStyleCnt="0"/>
      <dgm:spPr/>
    </dgm:pt>
    <dgm:pt modelId="{98AC46E5-0742-4734-97E2-DC0CBD96B68A}" type="pres">
      <dgm:prSet presAssocID="{B1280593-B643-4BAF-A86E-42B39982F343}" presName="conn2-1" presStyleLbl="parChTrans1D4" presStyleIdx="5" presStyleCnt="7"/>
      <dgm:spPr/>
      <dgm:t>
        <a:bodyPr/>
        <a:lstStyle/>
        <a:p>
          <a:pPr latinLnBrk="1"/>
          <a:endParaRPr lang="ko-KR" altLang="en-US"/>
        </a:p>
      </dgm:t>
    </dgm:pt>
    <dgm:pt modelId="{23EE0EB8-9843-4409-9EEA-BC348FFD816B}" type="pres">
      <dgm:prSet presAssocID="{B1280593-B643-4BAF-A86E-42B39982F343}" presName="connTx" presStyleLbl="parChTrans1D4" presStyleIdx="5" presStyleCnt="7"/>
      <dgm:spPr/>
      <dgm:t>
        <a:bodyPr/>
        <a:lstStyle/>
        <a:p>
          <a:pPr latinLnBrk="1"/>
          <a:endParaRPr lang="ko-KR" altLang="en-US"/>
        </a:p>
      </dgm:t>
    </dgm:pt>
    <dgm:pt modelId="{D4CDE5BF-1912-4EAD-988C-079A357D10E5}" type="pres">
      <dgm:prSet presAssocID="{2C2EC08B-8F41-4362-8AD4-5EB49B20E5D3}" presName="root2" presStyleCnt="0"/>
      <dgm:spPr/>
    </dgm:pt>
    <dgm:pt modelId="{21BDB0E0-9CCB-4BA3-9423-017139758A68}" type="pres">
      <dgm:prSet presAssocID="{2C2EC08B-8F41-4362-8AD4-5EB49B20E5D3}" presName="LevelTwoTextNode" presStyleLbl="node4" presStyleIdx="5" presStyleCnt="7" custScaleX="329263" custLinFactNeighborX="-15113" custLinFactNeighborY="2440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95DE70E-8772-429E-92BE-A331D500198C}" type="pres">
      <dgm:prSet presAssocID="{2C2EC08B-8F41-4362-8AD4-5EB49B20E5D3}" presName="level3hierChild" presStyleCnt="0"/>
      <dgm:spPr/>
    </dgm:pt>
    <dgm:pt modelId="{341DA3C5-C12D-423C-96FF-B9A51A5492DA}" type="pres">
      <dgm:prSet presAssocID="{755AD201-023B-4E4D-8C83-DA09CC01EA17}" presName="conn2-1" presStyleLbl="parChTrans1D3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096009E0-7F3C-40A5-AD55-71E9E2E0A3D6}" type="pres">
      <dgm:prSet presAssocID="{755AD201-023B-4E4D-8C83-DA09CC01EA17}" presName="connTx" presStyleLbl="parChTrans1D3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A559C775-4956-41A7-B835-0EDB7CD137EE}" type="pres">
      <dgm:prSet presAssocID="{1796A937-FDD3-4AD5-B8FD-4BFCDF0C5861}" presName="root2" presStyleCnt="0"/>
      <dgm:spPr/>
    </dgm:pt>
    <dgm:pt modelId="{47305A0C-5286-4BAA-B7E1-2152C6567E6F}" type="pres">
      <dgm:prSet presAssocID="{1796A937-FDD3-4AD5-B8FD-4BFCDF0C5861}" presName="LevelTwoTextNode" presStyleLbl="node3" presStyleIdx="4" presStyleCnt="5" custScaleX="299084" custScaleY="148319" custLinFactNeighborX="-18136" custLinFactNeighborY="2355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61AAAEB-61BE-4616-B0D8-512E402E5CF5}" type="pres">
      <dgm:prSet presAssocID="{1796A937-FDD3-4AD5-B8FD-4BFCDF0C5861}" presName="level3hierChild" presStyleCnt="0"/>
      <dgm:spPr/>
    </dgm:pt>
    <dgm:pt modelId="{DB201921-3470-41B6-9339-29B91216E0A4}" type="pres">
      <dgm:prSet presAssocID="{393C5847-D2AA-44C4-B53A-6F9BF83EDB4C}" presName="conn2-1" presStyleLbl="parChTrans1D4" presStyleIdx="6" presStyleCnt="7"/>
      <dgm:spPr/>
      <dgm:t>
        <a:bodyPr/>
        <a:lstStyle/>
        <a:p>
          <a:pPr latinLnBrk="1"/>
          <a:endParaRPr lang="ko-KR" altLang="en-US"/>
        </a:p>
      </dgm:t>
    </dgm:pt>
    <dgm:pt modelId="{03E7CC9B-A429-4502-B5D7-2C021CE7D203}" type="pres">
      <dgm:prSet presAssocID="{393C5847-D2AA-44C4-B53A-6F9BF83EDB4C}" presName="connTx" presStyleLbl="parChTrans1D4" presStyleIdx="6" presStyleCnt="7"/>
      <dgm:spPr/>
      <dgm:t>
        <a:bodyPr/>
        <a:lstStyle/>
        <a:p>
          <a:pPr latinLnBrk="1"/>
          <a:endParaRPr lang="ko-KR" altLang="en-US"/>
        </a:p>
      </dgm:t>
    </dgm:pt>
    <dgm:pt modelId="{3F9D6789-6377-4FFD-A5CB-107EB50B678C}" type="pres">
      <dgm:prSet presAssocID="{E20D8386-143E-4B45-8477-A9AF78D8577B}" presName="root2" presStyleCnt="0"/>
      <dgm:spPr/>
    </dgm:pt>
    <dgm:pt modelId="{8776F025-50E2-4620-ADFA-013AFC237954}" type="pres">
      <dgm:prSet presAssocID="{E20D8386-143E-4B45-8477-A9AF78D8577B}" presName="LevelTwoTextNode" presStyleLbl="node4" presStyleIdx="6" presStyleCnt="7" custScaleX="329263" custLinFactNeighborX="-15113" custLinFactNeighborY="2383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CF4B9C8-2B8B-449C-9190-B6F7DFA98484}" type="pres">
      <dgm:prSet presAssocID="{E20D8386-143E-4B45-8477-A9AF78D8577B}" presName="level3hierChild" presStyleCnt="0"/>
      <dgm:spPr/>
    </dgm:pt>
  </dgm:ptLst>
  <dgm:cxnLst>
    <dgm:cxn modelId="{EBC0D075-C78A-4810-B671-26965AD347FF}" srcId="{752B2900-398B-4C5A-B5C0-ECC33D2E3BB3}" destId="{4F3F4591-AE1F-4720-92E7-49C4F88EB38D}" srcOrd="0" destOrd="0" parTransId="{85994B26-39BE-431D-8BF6-8D55A472A011}" sibTransId="{8F4D54B0-8C26-4493-AB33-F8BF79A696A8}"/>
    <dgm:cxn modelId="{66CDC1D3-C6DF-4C39-91C7-35318B8B21E3}" type="presOf" srcId="{8410A998-16C5-46A4-924E-EE6BDFCCA0FF}" destId="{0FD275A4-6BC6-4CA3-9A8C-236E329B0124}" srcOrd="0" destOrd="0" presId="urn:microsoft.com/office/officeart/2005/8/layout/hierarchy2"/>
    <dgm:cxn modelId="{72A58902-5652-47E7-936A-10E7E622FE18}" type="presOf" srcId="{4F3F4591-AE1F-4720-92E7-49C4F88EB38D}" destId="{D5F413FE-8E01-49AC-94D1-B16D0BC1F770}" srcOrd="0" destOrd="0" presId="urn:microsoft.com/office/officeart/2005/8/layout/hierarchy2"/>
    <dgm:cxn modelId="{8054E488-F6B5-4EDC-88C0-BA12163530B4}" type="presOf" srcId="{8C4687A3-2C12-4434-BC0E-51AACA851A49}" destId="{6C03747C-6E5D-4A28-A589-D580147D0511}" srcOrd="0" destOrd="0" presId="urn:microsoft.com/office/officeart/2005/8/layout/hierarchy2"/>
    <dgm:cxn modelId="{2551D865-FB74-4C5E-AC0E-930AC6203878}" type="presOf" srcId="{B1280593-B643-4BAF-A86E-42B39982F343}" destId="{23EE0EB8-9843-4409-9EEA-BC348FFD816B}" srcOrd="1" destOrd="0" presId="urn:microsoft.com/office/officeart/2005/8/layout/hierarchy2"/>
    <dgm:cxn modelId="{A4B75EE8-FF8D-42C3-8F2F-29D40F7F5D70}" type="presOf" srcId="{F2A319BB-DCC1-413E-BD59-E2E0F8BA0002}" destId="{809EA9AC-8E53-43EC-9C96-9691B03263AD}" srcOrd="0" destOrd="0" presId="urn:microsoft.com/office/officeart/2005/8/layout/hierarchy2"/>
    <dgm:cxn modelId="{81CE6B6B-9324-4FE0-8874-FA78BD3E1DC8}" type="presOf" srcId="{393C5847-D2AA-44C4-B53A-6F9BF83EDB4C}" destId="{DB201921-3470-41B6-9339-29B91216E0A4}" srcOrd="0" destOrd="0" presId="urn:microsoft.com/office/officeart/2005/8/layout/hierarchy2"/>
    <dgm:cxn modelId="{4CD485EC-784A-4F9F-8CEE-8D795B6289C1}" srcId="{F7C90AE3-ACFD-447B-A719-1648A7124D69}" destId="{8C4687A3-2C12-4434-BC0E-51AACA851A49}" srcOrd="1" destOrd="0" parTransId="{3BC3C750-2511-49C4-8F98-AA5B73161958}" sibTransId="{1D119A03-F38C-47F1-9E2D-256EF2EBEA57}"/>
    <dgm:cxn modelId="{C6504623-E282-43D9-98B8-8232DA236D66}" srcId="{C0A82668-8629-43EE-B06F-E44B5B18F10B}" destId="{1796A937-FDD3-4AD5-B8FD-4BFCDF0C5861}" srcOrd="1" destOrd="0" parTransId="{755AD201-023B-4E4D-8C83-DA09CC01EA17}" sibTransId="{F0AD8F62-2F2C-4ECA-98C9-7026789E8FC1}"/>
    <dgm:cxn modelId="{5533EA28-A077-4EA0-BBAC-AEA3897B455A}" type="presOf" srcId="{755AD201-023B-4E4D-8C83-DA09CC01EA17}" destId="{096009E0-7F3C-40A5-AD55-71E9E2E0A3D6}" srcOrd="1" destOrd="0" presId="urn:microsoft.com/office/officeart/2005/8/layout/hierarchy2"/>
    <dgm:cxn modelId="{A6BF5043-2C00-471A-9D97-E9145BE38818}" srcId="{0C28DBBD-54AF-4C5D-B255-1565875FA8FF}" destId="{C0A82668-8629-43EE-B06F-E44B5B18F10B}" srcOrd="2" destOrd="0" parTransId="{7E501B11-925F-4A1F-B178-DBD66459FDA9}" sibTransId="{E7E7F30C-E12F-4A22-9B24-BA4C6867D130}"/>
    <dgm:cxn modelId="{6AC526DF-439C-4347-B924-1C1CB5C255E2}" type="presOf" srcId="{3C1C47FD-D44A-430A-9022-362987DAB8C0}" destId="{439CF562-F9F1-49E3-AE1A-DD8F376B1425}" srcOrd="0" destOrd="0" presId="urn:microsoft.com/office/officeart/2005/8/layout/hierarchy2"/>
    <dgm:cxn modelId="{A2C0F9C6-03C7-4E2A-A368-6A9291825DCF}" type="presOf" srcId="{752B2900-398B-4C5A-B5C0-ECC33D2E3BB3}" destId="{F818D185-5A2B-4075-86D2-9A8E24B99597}" srcOrd="0" destOrd="0" presId="urn:microsoft.com/office/officeart/2005/8/layout/hierarchy2"/>
    <dgm:cxn modelId="{F54473A1-2BC5-4272-B8EB-84E34B231DDC}" type="presOf" srcId="{F7C90AE3-ACFD-447B-A719-1648A7124D69}" destId="{5040C5D3-0786-433E-AECA-4AC94BC4C7A7}" srcOrd="0" destOrd="0" presId="urn:microsoft.com/office/officeart/2005/8/layout/hierarchy2"/>
    <dgm:cxn modelId="{4199B2BB-F3E3-4CD0-8B2C-142D4F4E3427}" type="presOf" srcId="{75014329-944A-4A4C-BF01-D3E48A0637D8}" destId="{B6FBA8C3-1F47-40A5-B04D-35874B921B7D}" srcOrd="0" destOrd="0" presId="urn:microsoft.com/office/officeart/2005/8/layout/hierarchy2"/>
    <dgm:cxn modelId="{58DBCC5E-E65B-46DC-83AE-FC221CADCFE2}" type="presOf" srcId="{0C28DBBD-54AF-4C5D-B255-1565875FA8FF}" destId="{50E8C2D0-86CC-4FFD-B504-E6F1353C617B}" srcOrd="0" destOrd="0" presId="urn:microsoft.com/office/officeart/2005/8/layout/hierarchy2"/>
    <dgm:cxn modelId="{C117EE2E-1463-4294-9048-6D23C306BBEE}" type="presOf" srcId="{24457CC2-2860-4B72-B6D3-A22B7E612C0D}" destId="{1562CCAF-8442-41AA-B316-76F5C3B2AF75}" srcOrd="0" destOrd="0" presId="urn:microsoft.com/office/officeart/2005/8/layout/hierarchy2"/>
    <dgm:cxn modelId="{47002F13-BE49-484A-8720-A38D073899AB}" type="presOf" srcId="{FCFDD334-14BF-4C18-82E3-E5352843F994}" destId="{4E5FE196-2EA7-4934-912A-3D591F28C9F1}" srcOrd="0" destOrd="0" presId="urn:microsoft.com/office/officeart/2005/8/layout/hierarchy2"/>
    <dgm:cxn modelId="{4FC08A57-AC17-4D95-9B53-E5C74E8BBC2D}" srcId="{8C4687A3-2C12-4434-BC0E-51AACA851A49}" destId="{03514476-1BC8-444C-BCF0-9484EAF584EC}" srcOrd="0" destOrd="0" parTransId="{E0C12141-19C2-43C7-B55B-6E25D09E01F2}" sibTransId="{E06AB241-688C-4680-B5FD-C983FB5A090B}"/>
    <dgm:cxn modelId="{00D717C6-4056-49ED-81C1-F418CB123D4A}" type="presOf" srcId="{85994B26-39BE-431D-8BF6-8D55A472A011}" destId="{EEFA471C-81B9-42B1-ACE0-CE741CB30A50}" srcOrd="1" destOrd="0" presId="urn:microsoft.com/office/officeart/2005/8/layout/hierarchy2"/>
    <dgm:cxn modelId="{BDB18308-B2C5-4A52-AE57-8FCF522819C7}" srcId="{1796A937-FDD3-4AD5-B8FD-4BFCDF0C5861}" destId="{E20D8386-143E-4B45-8477-A9AF78D8577B}" srcOrd="0" destOrd="0" parTransId="{393C5847-D2AA-44C4-B53A-6F9BF83EDB4C}" sibTransId="{A9CD216B-BBA4-47A9-9F11-D8FDE9977F68}"/>
    <dgm:cxn modelId="{2B8AF1E0-7202-4514-B1E9-75BC8D58553B}" type="presOf" srcId="{EDE4BB4F-DE37-4413-B2D9-94CB03A93758}" destId="{04387717-8951-4E20-B97D-B847F7859D3E}" srcOrd="0" destOrd="0" presId="urn:microsoft.com/office/officeart/2005/8/layout/hierarchy2"/>
    <dgm:cxn modelId="{A0A84FAD-27A1-403A-AF01-B5E95B0487A0}" type="presOf" srcId="{6221C1C7-0D12-43A2-8490-3F078E5A3AE5}" destId="{30815591-811A-47E5-8F90-4859739A6421}" srcOrd="1" destOrd="0" presId="urn:microsoft.com/office/officeart/2005/8/layout/hierarchy2"/>
    <dgm:cxn modelId="{4AE19584-CBE9-4243-BEC1-4D304DB1D81E}" type="presOf" srcId="{E0C12141-19C2-43C7-B55B-6E25D09E01F2}" destId="{587414B7-87E8-4B1C-A1C5-EDE83047C2EF}" srcOrd="1" destOrd="0" presId="urn:microsoft.com/office/officeart/2005/8/layout/hierarchy2"/>
    <dgm:cxn modelId="{1F1DC7C5-E7DC-4B4B-B6C0-680280BE838C}" type="presOf" srcId="{C0A82668-8629-43EE-B06F-E44B5B18F10B}" destId="{9CA0007D-9D7F-4F43-BA92-A4CA47E9DF1A}" srcOrd="0" destOrd="0" presId="urn:microsoft.com/office/officeart/2005/8/layout/hierarchy2"/>
    <dgm:cxn modelId="{66F77F7C-BDCD-4514-A999-6E23A3257674}" type="presOf" srcId="{11DF8D89-3FF2-4496-81FF-F2F0FA52FE4C}" destId="{533FFE40-C8BC-451B-BDEF-EC5503871135}" srcOrd="0" destOrd="0" presId="urn:microsoft.com/office/officeart/2005/8/layout/hierarchy2"/>
    <dgm:cxn modelId="{A9765752-8D19-4527-8A93-CDB6A285D89D}" srcId="{0C28DBBD-54AF-4C5D-B255-1565875FA8FF}" destId="{752B2900-398B-4C5A-B5C0-ECC33D2E3BB3}" srcOrd="1" destOrd="0" parTransId="{B357B5FB-C312-4257-A06F-F5128821F6AA}" sibTransId="{6722142E-57EF-43C1-8C36-AFBC8CB9859E}"/>
    <dgm:cxn modelId="{20C63BCB-38DB-40D8-BB84-7F7C576F3614}" type="presOf" srcId="{7E501B11-925F-4A1F-B178-DBD66459FDA9}" destId="{08B87269-9177-4344-82A1-6245B3312185}" srcOrd="0" destOrd="0" presId="urn:microsoft.com/office/officeart/2005/8/layout/hierarchy2"/>
    <dgm:cxn modelId="{0623BBA1-0BE7-4D40-9030-6EC746E2DB91}" type="presOf" srcId="{75014329-944A-4A4C-BF01-D3E48A0637D8}" destId="{7B01D7B1-F0E1-4FF9-997E-D36E25AF22D2}" srcOrd="1" destOrd="0" presId="urn:microsoft.com/office/officeart/2005/8/layout/hierarchy2"/>
    <dgm:cxn modelId="{C5CAB109-29DA-4C4C-B2C2-0B9609B755A4}" srcId="{C0A82668-8629-43EE-B06F-E44B5B18F10B}" destId="{3C1C47FD-D44A-430A-9022-362987DAB8C0}" srcOrd="0" destOrd="0" parTransId="{C0032B48-3B16-487B-A8B9-6400A8B7E31C}" sibTransId="{4B9E48FD-3E81-4E82-A4F6-6E39C15CAE68}"/>
    <dgm:cxn modelId="{33DB65A2-3A02-457C-8FFA-97E80D74B55E}" type="presOf" srcId="{393C5847-D2AA-44C4-B53A-6F9BF83EDB4C}" destId="{03E7CC9B-A429-4502-B5D7-2C021CE7D203}" srcOrd="1" destOrd="0" presId="urn:microsoft.com/office/officeart/2005/8/layout/hierarchy2"/>
    <dgm:cxn modelId="{EB691129-87E8-4524-9775-1D3578F4A5C2}" type="presOf" srcId="{03514476-1BC8-444C-BCF0-9484EAF584EC}" destId="{4CA39F1E-F236-4323-BF4B-675C277FF504}" srcOrd="0" destOrd="0" presId="urn:microsoft.com/office/officeart/2005/8/layout/hierarchy2"/>
    <dgm:cxn modelId="{0216F543-CDB6-4DF8-BB04-F309F56F96A2}" type="presOf" srcId="{11DF8D89-3FF2-4496-81FF-F2F0FA52FE4C}" destId="{E789B87D-D4FB-4BF8-9158-F5F90AF303AF}" srcOrd="1" destOrd="0" presId="urn:microsoft.com/office/officeart/2005/8/layout/hierarchy2"/>
    <dgm:cxn modelId="{39627390-7144-4225-90C8-01C9898023A9}" type="presOf" srcId="{E0C12141-19C2-43C7-B55B-6E25D09E01F2}" destId="{48B48073-F8E1-4FAD-85BF-9219E5C26964}" srcOrd="0" destOrd="0" presId="urn:microsoft.com/office/officeart/2005/8/layout/hierarchy2"/>
    <dgm:cxn modelId="{CBE07E64-79EE-4A20-A599-E1AC3A9F9338}" type="presOf" srcId="{85994B26-39BE-431D-8BF6-8D55A472A011}" destId="{68B987F8-A65D-4A8C-9FC9-DA1686351D01}" srcOrd="0" destOrd="0" presId="urn:microsoft.com/office/officeart/2005/8/layout/hierarchy2"/>
    <dgm:cxn modelId="{4EDC0145-C33D-4E81-ACFD-19EE84CA1FAE}" type="presOf" srcId="{3BC3C750-2511-49C4-8F98-AA5B73161958}" destId="{B9D31316-C171-413A-A6BF-524AE0104041}" srcOrd="0" destOrd="0" presId="urn:microsoft.com/office/officeart/2005/8/layout/hierarchy2"/>
    <dgm:cxn modelId="{8F186C31-F46A-4494-9A35-F67F79DFD925}" type="presOf" srcId="{6221C1C7-0D12-43A2-8490-3F078E5A3AE5}" destId="{08C6C7CC-DEEE-4073-80E1-3329C8030856}" srcOrd="0" destOrd="0" presId="urn:microsoft.com/office/officeart/2005/8/layout/hierarchy2"/>
    <dgm:cxn modelId="{C4088CB8-CAFA-4352-B9E0-935F88BD1CB6}" type="presOf" srcId="{F2A319BB-DCC1-413E-BD59-E2E0F8BA0002}" destId="{5E8AE949-35B4-4824-B26D-268ECB28E722}" srcOrd="1" destOrd="0" presId="urn:microsoft.com/office/officeart/2005/8/layout/hierarchy2"/>
    <dgm:cxn modelId="{B38A66E0-2BF0-4731-ABEE-7C712758B360}" type="presOf" srcId="{C0032B48-3B16-487B-A8B9-6400A8B7E31C}" destId="{2ED2F62A-1994-4377-A657-DCF3A0E27718}" srcOrd="0" destOrd="0" presId="urn:microsoft.com/office/officeart/2005/8/layout/hierarchy2"/>
    <dgm:cxn modelId="{625A5F7C-D0E4-4E8D-AC91-EAFAD52CD0C5}" type="presOf" srcId="{B357B5FB-C312-4257-A06F-F5128821F6AA}" destId="{09583962-8041-43BF-AE10-A7B1F6CEF418}" srcOrd="0" destOrd="0" presId="urn:microsoft.com/office/officeart/2005/8/layout/hierarchy2"/>
    <dgm:cxn modelId="{8265F25C-2AE5-4009-811C-5A2C8CEC0CED}" srcId="{8C4687A3-2C12-4434-BC0E-51AACA851A49}" destId="{FDD43084-D366-4218-BE2F-20CFB246E182}" srcOrd="1" destOrd="0" parTransId="{75014329-944A-4A4C-BF01-D3E48A0637D8}" sibTransId="{B6EEABFD-3281-4FB3-A3A5-D40F2407E5A2}"/>
    <dgm:cxn modelId="{6E859AC3-FB3A-4DF8-B166-3D99D328DC74}" type="presOf" srcId="{755AD201-023B-4E4D-8C83-DA09CC01EA17}" destId="{341DA3C5-C12D-423C-96FF-B9A51A5492DA}" srcOrd="0" destOrd="0" presId="urn:microsoft.com/office/officeart/2005/8/layout/hierarchy2"/>
    <dgm:cxn modelId="{3E56A017-85A7-41E7-BD32-2A89A5574CBA}" srcId="{0C28DBBD-54AF-4C5D-B255-1565875FA8FF}" destId="{F7C90AE3-ACFD-447B-A719-1648A7124D69}" srcOrd="0" destOrd="0" parTransId="{11DF8D89-3FF2-4496-81FF-F2F0FA52FE4C}" sibTransId="{1AE93A48-0F76-41D4-A06E-AA669FE93791}"/>
    <dgm:cxn modelId="{39866761-B6F4-478D-8C3E-9755C6F658BB}" type="presOf" srcId="{B357B5FB-C312-4257-A06F-F5128821F6AA}" destId="{1B53E121-7A58-4B88-82FB-B1A1AF0924A5}" srcOrd="1" destOrd="0" presId="urn:microsoft.com/office/officeart/2005/8/layout/hierarchy2"/>
    <dgm:cxn modelId="{408F2AE9-C3BC-4986-AA56-A7FF7CF96CC6}" srcId="{F7C90AE3-ACFD-447B-A719-1648A7124D69}" destId="{517ACB59-7FF7-474C-A8D4-393FDF91AEE1}" srcOrd="0" destOrd="0" parTransId="{FCFDD334-14BF-4C18-82E3-E5352843F994}" sibTransId="{E119E976-B9BE-4656-B025-3C5395EB1AE9}"/>
    <dgm:cxn modelId="{7808AF45-A310-4FBF-B715-226003D2549A}" type="presOf" srcId="{FDD43084-D366-4218-BE2F-20CFB246E182}" destId="{5698DD9E-7288-4BE4-94BE-658EBD2CFDF2}" srcOrd="0" destOrd="0" presId="urn:microsoft.com/office/officeart/2005/8/layout/hierarchy2"/>
    <dgm:cxn modelId="{7B7DED4B-26A1-4183-93FF-16A263E542D3}" srcId="{3C1C47FD-D44A-430A-9022-362987DAB8C0}" destId="{2C2EC08B-8F41-4362-8AD4-5EB49B20E5D3}" srcOrd="0" destOrd="0" parTransId="{B1280593-B643-4BAF-A86E-42B39982F343}" sibTransId="{90F14096-72E5-47A8-8644-56132C96F5E4}"/>
    <dgm:cxn modelId="{5104FC39-B1CF-4880-BB38-29E195D24233}" type="presOf" srcId="{2C2EC08B-8F41-4362-8AD4-5EB49B20E5D3}" destId="{21BDB0E0-9CCB-4BA3-9423-017139758A68}" srcOrd="0" destOrd="0" presId="urn:microsoft.com/office/officeart/2005/8/layout/hierarchy2"/>
    <dgm:cxn modelId="{4DE75D1C-2D11-4D6D-BCA7-7E5038493B6B}" type="presOf" srcId="{CD4415EF-8626-4DD2-8233-E332A672351A}" destId="{8EBCE17C-B6BC-4949-A3CA-0A7095E77BDB}" srcOrd="0" destOrd="0" presId="urn:microsoft.com/office/officeart/2005/8/layout/hierarchy2"/>
    <dgm:cxn modelId="{828D9595-2A76-47A9-97E1-C3F60246DB87}" type="presOf" srcId="{473E99DF-3654-4AF9-8896-2E36D365F78E}" destId="{8FD7A4AA-FAFB-4A22-A365-4259DA48E2FE}" srcOrd="1" destOrd="0" presId="urn:microsoft.com/office/officeart/2005/8/layout/hierarchy2"/>
    <dgm:cxn modelId="{E058CB7B-6621-4BFB-AA0A-08A14FEA2186}" type="presOf" srcId="{B1280593-B643-4BAF-A86E-42B39982F343}" destId="{98AC46E5-0742-4734-97E2-DC0CBD96B68A}" srcOrd="0" destOrd="0" presId="urn:microsoft.com/office/officeart/2005/8/layout/hierarchy2"/>
    <dgm:cxn modelId="{507E986F-B125-4485-A930-B7F1148CC5A0}" type="presOf" srcId="{FCFDD334-14BF-4C18-82E3-E5352843F994}" destId="{0F206BED-4D9A-4D13-9382-22B26645D033}" srcOrd="1" destOrd="0" presId="urn:microsoft.com/office/officeart/2005/8/layout/hierarchy2"/>
    <dgm:cxn modelId="{F133088A-28FC-4960-90C5-0058BF25BFF1}" type="presOf" srcId="{473E99DF-3654-4AF9-8896-2E36D365F78E}" destId="{826A1D9F-8156-46D1-835D-93CCDD764F4E}" srcOrd="0" destOrd="0" presId="urn:microsoft.com/office/officeart/2005/8/layout/hierarchy2"/>
    <dgm:cxn modelId="{52A4233D-C489-4BD5-81EF-D54111FD5D76}" type="presOf" srcId="{C0032B48-3B16-487B-A8B9-6400A8B7E31C}" destId="{E57CC938-064D-4B04-BFEB-7D37165FBB70}" srcOrd="1" destOrd="0" presId="urn:microsoft.com/office/officeart/2005/8/layout/hierarchy2"/>
    <dgm:cxn modelId="{6973762F-4E58-4AB2-93CE-EAAC9F8AE09B}" srcId="{517ACB59-7FF7-474C-A8D4-393FDF91AEE1}" destId="{24457CC2-2860-4B72-B6D3-A22B7E612C0D}" srcOrd="0" destOrd="0" parTransId="{6221C1C7-0D12-43A2-8490-3F078E5A3AE5}" sibTransId="{3F635D20-79A0-4652-9AD5-44114ACB9E11}"/>
    <dgm:cxn modelId="{B0833D4E-C84B-45CB-A297-896F50091CA8}" srcId="{517ACB59-7FF7-474C-A8D4-393FDF91AEE1}" destId="{CD4415EF-8626-4DD2-8233-E332A672351A}" srcOrd="1" destOrd="0" parTransId="{473E99DF-3654-4AF9-8896-2E36D365F78E}" sibTransId="{F0309793-C079-493A-9DC4-48736983D9AA}"/>
    <dgm:cxn modelId="{6C2DC507-2D44-4A4B-AB1E-A0E4E4447E63}" type="presOf" srcId="{1796A937-FDD3-4AD5-B8FD-4BFCDF0C5861}" destId="{47305A0C-5286-4BAA-B7E1-2152C6567E6F}" srcOrd="0" destOrd="0" presId="urn:microsoft.com/office/officeart/2005/8/layout/hierarchy2"/>
    <dgm:cxn modelId="{28727CF1-E032-4C94-9552-F1A4A3A1E9DB}" type="presOf" srcId="{517ACB59-7FF7-474C-A8D4-393FDF91AEE1}" destId="{00F9D93E-18E9-40DE-8AD1-92D5303895CB}" srcOrd="0" destOrd="0" presId="urn:microsoft.com/office/officeart/2005/8/layout/hierarchy2"/>
    <dgm:cxn modelId="{6271855E-DDF0-4159-B36B-C0A60A9CD666}" srcId="{517ACB59-7FF7-474C-A8D4-393FDF91AEE1}" destId="{8410A998-16C5-46A4-924E-EE6BDFCCA0FF}" srcOrd="2" destOrd="0" parTransId="{F2A319BB-DCC1-413E-BD59-E2E0F8BA0002}" sibTransId="{B3FC1182-30F7-4EBE-B6E7-F137A2F3900F}"/>
    <dgm:cxn modelId="{E573A038-A346-4D5C-85CC-FC8E94AB6FEE}" srcId="{EDE4BB4F-DE37-4413-B2D9-94CB03A93758}" destId="{0C28DBBD-54AF-4C5D-B255-1565875FA8FF}" srcOrd="0" destOrd="0" parTransId="{7EBCE2C1-2EDC-4B92-A3D8-F035F01AA886}" sibTransId="{1119BC6F-C2AB-4DFB-9A1B-E01E6D358A8B}"/>
    <dgm:cxn modelId="{C503A3F9-8CCE-47B3-8E4B-29C0C93EF3A8}" type="presOf" srcId="{7E501B11-925F-4A1F-B178-DBD66459FDA9}" destId="{118F77F2-4415-4A66-8C81-D5AF4AAF71D0}" srcOrd="1" destOrd="0" presId="urn:microsoft.com/office/officeart/2005/8/layout/hierarchy2"/>
    <dgm:cxn modelId="{CAAAAC2A-A9FA-4B2F-AAB9-A85C6D62EA9E}" type="presOf" srcId="{3BC3C750-2511-49C4-8F98-AA5B73161958}" destId="{6EEAB8C7-B5FE-4488-B35E-6703774A901C}" srcOrd="1" destOrd="0" presId="urn:microsoft.com/office/officeart/2005/8/layout/hierarchy2"/>
    <dgm:cxn modelId="{0BD9E3E2-89B4-4526-B437-6349D7202E3C}" type="presOf" srcId="{E20D8386-143E-4B45-8477-A9AF78D8577B}" destId="{8776F025-50E2-4620-ADFA-013AFC237954}" srcOrd="0" destOrd="0" presId="urn:microsoft.com/office/officeart/2005/8/layout/hierarchy2"/>
    <dgm:cxn modelId="{2D5EB924-E210-44E2-928B-66452FE67C85}" type="presParOf" srcId="{04387717-8951-4E20-B97D-B847F7859D3E}" destId="{D0E98ECC-A60F-40C4-A16B-4E13B014BBB9}" srcOrd="0" destOrd="0" presId="urn:microsoft.com/office/officeart/2005/8/layout/hierarchy2"/>
    <dgm:cxn modelId="{13CEDC4B-BDE5-4F49-87AF-18B69EC56C12}" type="presParOf" srcId="{D0E98ECC-A60F-40C4-A16B-4E13B014BBB9}" destId="{50E8C2D0-86CC-4FFD-B504-E6F1353C617B}" srcOrd="0" destOrd="0" presId="urn:microsoft.com/office/officeart/2005/8/layout/hierarchy2"/>
    <dgm:cxn modelId="{1F42D7E2-1C5B-4BAB-BBDE-0D6D0D458797}" type="presParOf" srcId="{D0E98ECC-A60F-40C4-A16B-4E13B014BBB9}" destId="{E292DD92-4C45-4BA9-8862-7C1E558050D0}" srcOrd="1" destOrd="0" presId="urn:microsoft.com/office/officeart/2005/8/layout/hierarchy2"/>
    <dgm:cxn modelId="{96E015E9-E9D2-4A38-AE03-56A23B8185FF}" type="presParOf" srcId="{E292DD92-4C45-4BA9-8862-7C1E558050D0}" destId="{533FFE40-C8BC-451B-BDEF-EC5503871135}" srcOrd="0" destOrd="0" presId="urn:microsoft.com/office/officeart/2005/8/layout/hierarchy2"/>
    <dgm:cxn modelId="{BEC5009A-805E-47C6-B7C5-996BE221A348}" type="presParOf" srcId="{533FFE40-C8BC-451B-BDEF-EC5503871135}" destId="{E789B87D-D4FB-4BF8-9158-F5F90AF303AF}" srcOrd="0" destOrd="0" presId="urn:microsoft.com/office/officeart/2005/8/layout/hierarchy2"/>
    <dgm:cxn modelId="{6EDF5DC5-3FE0-4504-95CD-3371D48FFB5E}" type="presParOf" srcId="{E292DD92-4C45-4BA9-8862-7C1E558050D0}" destId="{F0A901E5-3B9D-4F89-9D07-685DE860AF13}" srcOrd="1" destOrd="0" presId="urn:microsoft.com/office/officeart/2005/8/layout/hierarchy2"/>
    <dgm:cxn modelId="{3388545C-306F-4F9D-A58B-9BF89583F0F1}" type="presParOf" srcId="{F0A901E5-3B9D-4F89-9D07-685DE860AF13}" destId="{5040C5D3-0786-433E-AECA-4AC94BC4C7A7}" srcOrd="0" destOrd="0" presId="urn:microsoft.com/office/officeart/2005/8/layout/hierarchy2"/>
    <dgm:cxn modelId="{86A2A3D3-66BE-4399-846A-4496329E99C4}" type="presParOf" srcId="{F0A901E5-3B9D-4F89-9D07-685DE860AF13}" destId="{D1A203E0-C9FB-44F3-95C8-9573945DCF75}" srcOrd="1" destOrd="0" presId="urn:microsoft.com/office/officeart/2005/8/layout/hierarchy2"/>
    <dgm:cxn modelId="{39E63EF0-6CE2-488D-9605-68C52BD128FA}" type="presParOf" srcId="{D1A203E0-C9FB-44F3-95C8-9573945DCF75}" destId="{4E5FE196-2EA7-4934-912A-3D591F28C9F1}" srcOrd="0" destOrd="0" presId="urn:microsoft.com/office/officeart/2005/8/layout/hierarchy2"/>
    <dgm:cxn modelId="{BDFE0CE9-E217-4F44-B0D2-42762AE1EF5A}" type="presParOf" srcId="{4E5FE196-2EA7-4934-912A-3D591F28C9F1}" destId="{0F206BED-4D9A-4D13-9382-22B26645D033}" srcOrd="0" destOrd="0" presId="urn:microsoft.com/office/officeart/2005/8/layout/hierarchy2"/>
    <dgm:cxn modelId="{CFBEF4EE-F457-43A8-B717-CDBEF6E4E321}" type="presParOf" srcId="{D1A203E0-C9FB-44F3-95C8-9573945DCF75}" destId="{5A4994DB-C41F-439F-8E39-2B0CD6A86583}" srcOrd="1" destOrd="0" presId="urn:microsoft.com/office/officeart/2005/8/layout/hierarchy2"/>
    <dgm:cxn modelId="{1E7EDD28-4A16-485D-AA31-9E1F602C4F1F}" type="presParOf" srcId="{5A4994DB-C41F-439F-8E39-2B0CD6A86583}" destId="{00F9D93E-18E9-40DE-8AD1-92D5303895CB}" srcOrd="0" destOrd="0" presId="urn:microsoft.com/office/officeart/2005/8/layout/hierarchy2"/>
    <dgm:cxn modelId="{004A0E8C-EAFF-4419-83AD-E1BC7BE7EC18}" type="presParOf" srcId="{5A4994DB-C41F-439F-8E39-2B0CD6A86583}" destId="{AB238F0F-257A-4817-91FB-E5503F3D7E86}" srcOrd="1" destOrd="0" presId="urn:microsoft.com/office/officeart/2005/8/layout/hierarchy2"/>
    <dgm:cxn modelId="{D24AF42C-AF10-485D-B8B8-7A78A79107B5}" type="presParOf" srcId="{AB238F0F-257A-4817-91FB-E5503F3D7E86}" destId="{08C6C7CC-DEEE-4073-80E1-3329C8030856}" srcOrd="0" destOrd="0" presId="urn:microsoft.com/office/officeart/2005/8/layout/hierarchy2"/>
    <dgm:cxn modelId="{A065FD7B-04E8-4CFB-B2D8-F5D685196DA8}" type="presParOf" srcId="{08C6C7CC-DEEE-4073-80E1-3329C8030856}" destId="{30815591-811A-47E5-8F90-4859739A6421}" srcOrd="0" destOrd="0" presId="urn:microsoft.com/office/officeart/2005/8/layout/hierarchy2"/>
    <dgm:cxn modelId="{FCEED902-6473-4BF4-92DC-D0B5895DCE69}" type="presParOf" srcId="{AB238F0F-257A-4817-91FB-E5503F3D7E86}" destId="{B450E630-54B5-46E7-927D-95F474E43BEF}" srcOrd="1" destOrd="0" presId="urn:microsoft.com/office/officeart/2005/8/layout/hierarchy2"/>
    <dgm:cxn modelId="{76C4CE25-D59F-4975-9FFC-01D2E741E56A}" type="presParOf" srcId="{B450E630-54B5-46E7-927D-95F474E43BEF}" destId="{1562CCAF-8442-41AA-B316-76F5C3B2AF75}" srcOrd="0" destOrd="0" presId="urn:microsoft.com/office/officeart/2005/8/layout/hierarchy2"/>
    <dgm:cxn modelId="{4B2FE472-2603-4B96-86F4-2C5DC11FD7B2}" type="presParOf" srcId="{B450E630-54B5-46E7-927D-95F474E43BEF}" destId="{6754E5AC-837B-4FC1-B755-441CBEC3B376}" srcOrd="1" destOrd="0" presId="urn:microsoft.com/office/officeart/2005/8/layout/hierarchy2"/>
    <dgm:cxn modelId="{6D1448BF-6A45-49AA-B650-D4114685C15A}" type="presParOf" srcId="{AB238F0F-257A-4817-91FB-E5503F3D7E86}" destId="{826A1D9F-8156-46D1-835D-93CCDD764F4E}" srcOrd="2" destOrd="0" presId="urn:microsoft.com/office/officeart/2005/8/layout/hierarchy2"/>
    <dgm:cxn modelId="{D6BA0709-3A32-4672-8D6F-1D6C93720D68}" type="presParOf" srcId="{826A1D9F-8156-46D1-835D-93CCDD764F4E}" destId="{8FD7A4AA-FAFB-4A22-A365-4259DA48E2FE}" srcOrd="0" destOrd="0" presId="urn:microsoft.com/office/officeart/2005/8/layout/hierarchy2"/>
    <dgm:cxn modelId="{0C6F8AEF-4BC0-44F8-8747-BA662082BBAA}" type="presParOf" srcId="{AB238F0F-257A-4817-91FB-E5503F3D7E86}" destId="{EDB5842E-B06F-403C-8309-AB9B30361193}" srcOrd="3" destOrd="0" presId="urn:microsoft.com/office/officeart/2005/8/layout/hierarchy2"/>
    <dgm:cxn modelId="{25C8AEF9-C7CE-4A0F-956A-467EFC35AC27}" type="presParOf" srcId="{EDB5842E-B06F-403C-8309-AB9B30361193}" destId="{8EBCE17C-B6BC-4949-A3CA-0A7095E77BDB}" srcOrd="0" destOrd="0" presId="urn:microsoft.com/office/officeart/2005/8/layout/hierarchy2"/>
    <dgm:cxn modelId="{40AC4E57-CD17-46C4-88D8-3F8B7C9906CE}" type="presParOf" srcId="{EDB5842E-B06F-403C-8309-AB9B30361193}" destId="{546620CC-B1E1-4A47-83CF-706A92DDE7D4}" srcOrd="1" destOrd="0" presId="urn:microsoft.com/office/officeart/2005/8/layout/hierarchy2"/>
    <dgm:cxn modelId="{1DFA3832-887A-444B-BB87-4C53CE23C2A6}" type="presParOf" srcId="{AB238F0F-257A-4817-91FB-E5503F3D7E86}" destId="{809EA9AC-8E53-43EC-9C96-9691B03263AD}" srcOrd="4" destOrd="0" presId="urn:microsoft.com/office/officeart/2005/8/layout/hierarchy2"/>
    <dgm:cxn modelId="{981948D9-A867-4932-AA95-6DDC19DE5010}" type="presParOf" srcId="{809EA9AC-8E53-43EC-9C96-9691B03263AD}" destId="{5E8AE949-35B4-4824-B26D-268ECB28E722}" srcOrd="0" destOrd="0" presId="urn:microsoft.com/office/officeart/2005/8/layout/hierarchy2"/>
    <dgm:cxn modelId="{0110B77D-B534-45DA-B70B-1369D3D87755}" type="presParOf" srcId="{AB238F0F-257A-4817-91FB-E5503F3D7E86}" destId="{D2D842AA-D8A5-4054-BE0F-3472C15B2203}" srcOrd="5" destOrd="0" presId="urn:microsoft.com/office/officeart/2005/8/layout/hierarchy2"/>
    <dgm:cxn modelId="{90A00AE4-AE5B-468D-9B44-307D63A3955F}" type="presParOf" srcId="{D2D842AA-D8A5-4054-BE0F-3472C15B2203}" destId="{0FD275A4-6BC6-4CA3-9A8C-236E329B0124}" srcOrd="0" destOrd="0" presId="urn:microsoft.com/office/officeart/2005/8/layout/hierarchy2"/>
    <dgm:cxn modelId="{7E010A24-B7D1-4E97-99C5-1FB633E34C6A}" type="presParOf" srcId="{D2D842AA-D8A5-4054-BE0F-3472C15B2203}" destId="{A0788457-EEF7-4021-9477-9CA26AD7D454}" srcOrd="1" destOrd="0" presId="urn:microsoft.com/office/officeart/2005/8/layout/hierarchy2"/>
    <dgm:cxn modelId="{BF93B89A-B7AE-4D67-84D8-F8A1B6BCC8D8}" type="presParOf" srcId="{D1A203E0-C9FB-44F3-95C8-9573945DCF75}" destId="{B9D31316-C171-413A-A6BF-524AE0104041}" srcOrd="2" destOrd="0" presId="urn:microsoft.com/office/officeart/2005/8/layout/hierarchy2"/>
    <dgm:cxn modelId="{440BE359-8A14-4FD5-AE34-A436F7D58EA5}" type="presParOf" srcId="{B9D31316-C171-413A-A6BF-524AE0104041}" destId="{6EEAB8C7-B5FE-4488-B35E-6703774A901C}" srcOrd="0" destOrd="0" presId="urn:microsoft.com/office/officeart/2005/8/layout/hierarchy2"/>
    <dgm:cxn modelId="{BFE35C26-6BDE-46F2-BB41-33DD32A3381A}" type="presParOf" srcId="{D1A203E0-C9FB-44F3-95C8-9573945DCF75}" destId="{E2D48891-FC28-4E20-A3F6-C7A7EC7CB1FF}" srcOrd="3" destOrd="0" presId="urn:microsoft.com/office/officeart/2005/8/layout/hierarchy2"/>
    <dgm:cxn modelId="{DBA74805-A340-4B8A-A1CE-EE859F941CFC}" type="presParOf" srcId="{E2D48891-FC28-4E20-A3F6-C7A7EC7CB1FF}" destId="{6C03747C-6E5D-4A28-A589-D580147D0511}" srcOrd="0" destOrd="0" presId="urn:microsoft.com/office/officeart/2005/8/layout/hierarchy2"/>
    <dgm:cxn modelId="{4A6C2A88-5A9C-4FAF-847B-3347357EA590}" type="presParOf" srcId="{E2D48891-FC28-4E20-A3F6-C7A7EC7CB1FF}" destId="{44BA30BF-A602-43C5-8DD8-C3CD8DE2A917}" srcOrd="1" destOrd="0" presId="urn:microsoft.com/office/officeart/2005/8/layout/hierarchy2"/>
    <dgm:cxn modelId="{7F486A4B-5197-4D10-83C7-20BB22FE8100}" type="presParOf" srcId="{44BA30BF-A602-43C5-8DD8-C3CD8DE2A917}" destId="{48B48073-F8E1-4FAD-85BF-9219E5C26964}" srcOrd="0" destOrd="0" presId="urn:microsoft.com/office/officeart/2005/8/layout/hierarchy2"/>
    <dgm:cxn modelId="{D3FC60B2-2CDB-4FED-9F8A-F82129E219A2}" type="presParOf" srcId="{48B48073-F8E1-4FAD-85BF-9219E5C26964}" destId="{587414B7-87E8-4B1C-A1C5-EDE83047C2EF}" srcOrd="0" destOrd="0" presId="urn:microsoft.com/office/officeart/2005/8/layout/hierarchy2"/>
    <dgm:cxn modelId="{B9C09411-FE19-45D3-A9A0-BB945329B221}" type="presParOf" srcId="{44BA30BF-A602-43C5-8DD8-C3CD8DE2A917}" destId="{331E8562-4929-4F04-9E59-3FFC725EE46D}" srcOrd="1" destOrd="0" presId="urn:microsoft.com/office/officeart/2005/8/layout/hierarchy2"/>
    <dgm:cxn modelId="{C4FD5113-6834-48A8-8285-EA865B993F31}" type="presParOf" srcId="{331E8562-4929-4F04-9E59-3FFC725EE46D}" destId="{4CA39F1E-F236-4323-BF4B-675C277FF504}" srcOrd="0" destOrd="0" presId="urn:microsoft.com/office/officeart/2005/8/layout/hierarchy2"/>
    <dgm:cxn modelId="{7FCAB858-FCB1-4F81-8CAC-0D627770CEC9}" type="presParOf" srcId="{331E8562-4929-4F04-9E59-3FFC725EE46D}" destId="{08327F4A-3CFE-4F94-9F3A-2D12A0E275B2}" srcOrd="1" destOrd="0" presId="urn:microsoft.com/office/officeart/2005/8/layout/hierarchy2"/>
    <dgm:cxn modelId="{293EF726-B24D-46DB-AAC9-D0100C418161}" type="presParOf" srcId="{44BA30BF-A602-43C5-8DD8-C3CD8DE2A917}" destId="{B6FBA8C3-1F47-40A5-B04D-35874B921B7D}" srcOrd="2" destOrd="0" presId="urn:microsoft.com/office/officeart/2005/8/layout/hierarchy2"/>
    <dgm:cxn modelId="{4056074D-D74D-4244-B75F-0B956EB7AC08}" type="presParOf" srcId="{B6FBA8C3-1F47-40A5-B04D-35874B921B7D}" destId="{7B01D7B1-F0E1-4FF9-997E-D36E25AF22D2}" srcOrd="0" destOrd="0" presId="urn:microsoft.com/office/officeart/2005/8/layout/hierarchy2"/>
    <dgm:cxn modelId="{1138443B-CB27-4D99-A83B-0E9D33CF2360}" type="presParOf" srcId="{44BA30BF-A602-43C5-8DD8-C3CD8DE2A917}" destId="{FBB4C89B-15C6-4CAE-97AB-5EECD4D06777}" srcOrd="3" destOrd="0" presId="urn:microsoft.com/office/officeart/2005/8/layout/hierarchy2"/>
    <dgm:cxn modelId="{AEE40FE9-A72B-45F2-9DD0-7EDDC096E786}" type="presParOf" srcId="{FBB4C89B-15C6-4CAE-97AB-5EECD4D06777}" destId="{5698DD9E-7288-4BE4-94BE-658EBD2CFDF2}" srcOrd="0" destOrd="0" presId="urn:microsoft.com/office/officeart/2005/8/layout/hierarchy2"/>
    <dgm:cxn modelId="{A6D9F9A1-B1FE-435C-B57A-3CF824C18C70}" type="presParOf" srcId="{FBB4C89B-15C6-4CAE-97AB-5EECD4D06777}" destId="{EF013DC7-5959-4816-A178-645301C81B75}" srcOrd="1" destOrd="0" presId="urn:microsoft.com/office/officeart/2005/8/layout/hierarchy2"/>
    <dgm:cxn modelId="{203EB36D-B1C1-4260-A989-7DE95C182522}" type="presParOf" srcId="{E292DD92-4C45-4BA9-8862-7C1E558050D0}" destId="{09583962-8041-43BF-AE10-A7B1F6CEF418}" srcOrd="2" destOrd="0" presId="urn:microsoft.com/office/officeart/2005/8/layout/hierarchy2"/>
    <dgm:cxn modelId="{7A32AA0E-502D-4A58-B5BB-E11104B038FE}" type="presParOf" srcId="{09583962-8041-43BF-AE10-A7B1F6CEF418}" destId="{1B53E121-7A58-4B88-82FB-B1A1AF0924A5}" srcOrd="0" destOrd="0" presId="urn:microsoft.com/office/officeart/2005/8/layout/hierarchy2"/>
    <dgm:cxn modelId="{30A824EA-5C31-4C62-ABAF-8E630A13332F}" type="presParOf" srcId="{E292DD92-4C45-4BA9-8862-7C1E558050D0}" destId="{8647CB5B-3BAD-4788-8A8F-C8041F9D435C}" srcOrd="3" destOrd="0" presId="urn:microsoft.com/office/officeart/2005/8/layout/hierarchy2"/>
    <dgm:cxn modelId="{BD66BA7E-5D77-4476-A70B-5D62C628B1BD}" type="presParOf" srcId="{8647CB5B-3BAD-4788-8A8F-C8041F9D435C}" destId="{F818D185-5A2B-4075-86D2-9A8E24B99597}" srcOrd="0" destOrd="0" presId="urn:microsoft.com/office/officeart/2005/8/layout/hierarchy2"/>
    <dgm:cxn modelId="{B5E55399-DFDA-45AA-9DB1-71746DAB9DFC}" type="presParOf" srcId="{8647CB5B-3BAD-4788-8A8F-C8041F9D435C}" destId="{AF478E89-B7A3-4DDF-B352-FA840A44A7ED}" srcOrd="1" destOrd="0" presId="urn:microsoft.com/office/officeart/2005/8/layout/hierarchy2"/>
    <dgm:cxn modelId="{7568CCD7-71DE-4F78-B01F-F159A6AA5A24}" type="presParOf" srcId="{AF478E89-B7A3-4DDF-B352-FA840A44A7ED}" destId="{68B987F8-A65D-4A8C-9FC9-DA1686351D01}" srcOrd="0" destOrd="0" presId="urn:microsoft.com/office/officeart/2005/8/layout/hierarchy2"/>
    <dgm:cxn modelId="{91B8247F-6BB4-4A5F-A2D2-3B3AF5530459}" type="presParOf" srcId="{68B987F8-A65D-4A8C-9FC9-DA1686351D01}" destId="{EEFA471C-81B9-42B1-ACE0-CE741CB30A50}" srcOrd="0" destOrd="0" presId="urn:microsoft.com/office/officeart/2005/8/layout/hierarchy2"/>
    <dgm:cxn modelId="{8A03F11F-0627-483F-A900-01EC47C62C70}" type="presParOf" srcId="{AF478E89-B7A3-4DDF-B352-FA840A44A7ED}" destId="{7A183153-AA1E-49A2-A7F4-63AFE5B4643F}" srcOrd="1" destOrd="0" presId="urn:microsoft.com/office/officeart/2005/8/layout/hierarchy2"/>
    <dgm:cxn modelId="{12DD27BD-C5FA-45FD-AEBD-D40A57E88280}" type="presParOf" srcId="{7A183153-AA1E-49A2-A7F4-63AFE5B4643F}" destId="{D5F413FE-8E01-49AC-94D1-B16D0BC1F770}" srcOrd="0" destOrd="0" presId="urn:microsoft.com/office/officeart/2005/8/layout/hierarchy2"/>
    <dgm:cxn modelId="{055552B1-B5C6-4F87-9674-D4123F22DACC}" type="presParOf" srcId="{7A183153-AA1E-49A2-A7F4-63AFE5B4643F}" destId="{0028347A-269F-43DC-A0BC-650737326E25}" srcOrd="1" destOrd="0" presId="urn:microsoft.com/office/officeart/2005/8/layout/hierarchy2"/>
    <dgm:cxn modelId="{02D542C4-9B7E-4D9F-8D6B-5C69F893EB03}" type="presParOf" srcId="{E292DD92-4C45-4BA9-8862-7C1E558050D0}" destId="{08B87269-9177-4344-82A1-6245B3312185}" srcOrd="4" destOrd="0" presId="urn:microsoft.com/office/officeart/2005/8/layout/hierarchy2"/>
    <dgm:cxn modelId="{956CF44C-85D2-400A-905B-C9BFF0337024}" type="presParOf" srcId="{08B87269-9177-4344-82A1-6245B3312185}" destId="{118F77F2-4415-4A66-8C81-D5AF4AAF71D0}" srcOrd="0" destOrd="0" presId="urn:microsoft.com/office/officeart/2005/8/layout/hierarchy2"/>
    <dgm:cxn modelId="{CD9C6D7C-3544-4ABB-AAA8-BFBAC09A5F2B}" type="presParOf" srcId="{E292DD92-4C45-4BA9-8862-7C1E558050D0}" destId="{721A1E72-2D03-4CEB-A9E2-4A53AAD69BFA}" srcOrd="5" destOrd="0" presId="urn:microsoft.com/office/officeart/2005/8/layout/hierarchy2"/>
    <dgm:cxn modelId="{A5B12AF0-7D59-469B-B561-FA4AB6E071EE}" type="presParOf" srcId="{721A1E72-2D03-4CEB-A9E2-4A53AAD69BFA}" destId="{9CA0007D-9D7F-4F43-BA92-A4CA47E9DF1A}" srcOrd="0" destOrd="0" presId="urn:microsoft.com/office/officeart/2005/8/layout/hierarchy2"/>
    <dgm:cxn modelId="{037E17DC-D429-4221-BFE1-0A7E9F621F3D}" type="presParOf" srcId="{721A1E72-2D03-4CEB-A9E2-4A53AAD69BFA}" destId="{B84DA6BE-929E-4011-9862-EFABF7978697}" srcOrd="1" destOrd="0" presId="urn:microsoft.com/office/officeart/2005/8/layout/hierarchy2"/>
    <dgm:cxn modelId="{15AC5B78-44DE-4ABF-8E95-46EBEEAF9479}" type="presParOf" srcId="{B84DA6BE-929E-4011-9862-EFABF7978697}" destId="{2ED2F62A-1994-4377-A657-DCF3A0E27718}" srcOrd="0" destOrd="0" presId="urn:microsoft.com/office/officeart/2005/8/layout/hierarchy2"/>
    <dgm:cxn modelId="{442666EF-DD0E-4BE8-A8C4-F86232FD3DB4}" type="presParOf" srcId="{2ED2F62A-1994-4377-A657-DCF3A0E27718}" destId="{E57CC938-064D-4B04-BFEB-7D37165FBB70}" srcOrd="0" destOrd="0" presId="urn:microsoft.com/office/officeart/2005/8/layout/hierarchy2"/>
    <dgm:cxn modelId="{B24E312B-437F-4446-A881-1B49995ADBCC}" type="presParOf" srcId="{B84DA6BE-929E-4011-9862-EFABF7978697}" destId="{AD6AE574-6736-4EA8-A761-864659AC22D6}" srcOrd="1" destOrd="0" presId="urn:microsoft.com/office/officeart/2005/8/layout/hierarchy2"/>
    <dgm:cxn modelId="{0FCEF459-5436-4FE8-82D0-396E5D2EC371}" type="presParOf" srcId="{AD6AE574-6736-4EA8-A761-864659AC22D6}" destId="{439CF562-F9F1-49E3-AE1A-DD8F376B1425}" srcOrd="0" destOrd="0" presId="urn:microsoft.com/office/officeart/2005/8/layout/hierarchy2"/>
    <dgm:cxn modelId="{66A26EAD-DB36-40F8-B9B5-D3BE0E516116}" type="presParOf" srcId="{AD6AE574-6736-4EA8-A761-864659AC22D6}" destId="{1BD8D629-7946-4C73-9B1D-09ACA331C033}" srcOrd="1" destOrd="0" presId="urn:microsoft.com/office/officeart/2005/8/layout/hierarchy2"/>
    <dgm:cxn modelId="{516A7931-D670-4D9E-A8F2-B496CC6682E7}" type="presParOf" srcId="{1BD8D629-7946-4C73-9B1D-09ACA331C033}" destId="{98AC46E5-0742-4734-97E2-DC0CBD96B68A}" srcOrd="0" destOrd="0" presId="urn:microsoft.com/office/officeart/2005/8/layout/hierarchy2"/>
    <dgm:cxn modelId="{AD8217B5-FF8D-4896-8310-4330847FD8E1}" type="presParOf" srcId="{98AC46E5-0742-4734-97E2-DC0CBD96B68A}" destId="{23EE0EB8-9843-4409-9EEA-BC348FFD816B}" srcOrd="0" destOrd="0" presId="urn:microsoft.com/office/officeart/2005/8/layout/hierarchy2"/>
    <dgm:cxn modelId="{C94B2597-C1A5-4777-8C8F-E1DFBD5E88EC}" type="presParOf" srcId="{1BD8D629-7946-4C73-9B1D-09ACA331C033}" destId="{D4CDE5BF-1912-4EAD-988C-079A357D10E5}" srcOrd="1" destOrd="0" presId="urn:microsoft.com/office/officeart/2005/8/layout/hierarchy2"/>
    <dgm:cxn modelId="{6A897A94-D588-4251-B6D4-9CCEE961C3A4}" type="presParOf" srcId="{D4CDE5BF-1912-4EAD-988C-079A357D10E5}" destId="{21BDB0E0-9CCB-4BA3-9423-017139758A68}" srcOrd="0" destOrd="0" presId="urn:microsoft.com/office/officeart/2005/8/layout/hierarchy2"/>
    <dgm:cxn modelId="{8D834CAE-1DDD-4FAC-97C4-89FE63B6B469}" type="presParOf" srcId="{D4CDE5BF-1912-4EAD-988C-079A357D10E5}" destId="{E95DE70E-8772-429E-92BE-A331D500198C}" srcOrd="1" destOrd="0" presId="urn:microsoft.com/office/officeart/2005/8/layout/hierarchy2"/>
    <dgm:cxn modelId="{B459DD0A-F73F-4559-86A7-474303AB4C5F}" type="presParOf" srcId="{B84DA6BE-929E-4011-9862-EFABF7978697}" destId="{341DA3C5-C12D-423C-96FF-B9A51A5492DA}" srcOrd="2" destOrd="0" presId="urn:microsoft.com/office/officeart/2005/8/layout/hierarchy2"/>
    <dgm:cxn modelId="{CE203FD8-6E53-405D-B76F-D46CE9AE04ED}" type="presParOf" srcId="{341DA3C5-C12D-423C-96FF-B9A51A5492DA}" destId="{096009E0-7F3C-40A5-AD55-71E9E2E0A3D6}" srcOrd="0" destOrd="0" presId="urn:microsoft.com/office/officeart/2005/8/layout/hierarchy2"/>
    <dgm:cxn modelId="{1C285E6F-F4F5-4EEC-8B48-B103964D7AB3}" type="presParOf" srcId="{B84DA6BE-929E-4011-9862-EFABF7978697}" destId="{A559C775-4956-41A7-B835-0EDB7CD137EE}" srcOrd="3" destOrd="0" presId="urn:microsoft.com/office/officeart/2005/8/layout/hierarchy2"/>
    <dgm:cxn modelId="{7C6C0F6F-77FC-4BE5-AFB3-E6A075A41004}" type="presParOf" srcId="{A559C775-4956-41A7-B835-0EDB7CD137EE}" destId="{47305A0C-5286-4BAA-B7E1-2152C6567E6F}" srcOrd="0" destOrd="0" presId="urn:microsoft.com/office/officeart/2005/8/layout/hierarchy2"/>
    <dgm:cxn modelId="{9B672D2A-BFF9-4A9F-BCB3-80907E23153A}" type="presParOf" srcId="{A559C775-4956-41A7-B835-0EDB7CD137EE}" destId="{261AAAEB-61BE-4616-B0D8-512E402E5CF5}" srcOrd="1" destOrd="0" presId="urn:microsoft.com/office/officeart/2005/8/layout/hierarchy2"/>
    <dgm:cxn modelId="{7053BDBF-87EA-40B1-923E-409DABBB873E}" type="presParOf" srcId="{261AAAEB-61BE-4616-B0D8-512E402E5CF5}" destId="{DB201921-3470-41B6-9339-29B91216E0A4}" srcOrd="0" destOrd="0" presId="urn:microsoft.com/office/officeart/2005/8/layout/hierarchy2"/>
    <dgm:cxn modelId="{55AABCA1-2527-4FF7-83FA-F458DC49FA2E}" type="presParOf" srcId="{DB201921-3470-41B6-9339-29B91216E0A4}" destId="{03E7CC9B-A429-4502-B5D7-2C021CE7D203}" srcOrd="0" destOrd="0" presId="urn:microsoft.com/office/officeart/2005/8/layout/hierarchy2"/>
    <dgm:cxn modelId="{B8DDF789-3936-4531-8BD5-2AA5057811A0}" type="presParOf" srcId="{261AAAEB-61BE-4616-B0D8-512E402E5CF5}" destId="{3F9D6789-6377-4FFD-A5CB-107EB50B678C}" srcOrd="1" destOrd="0" presId="urn:microsoft.com/office/officeart/2005/8/layout/hierarchy2"/>
    <dgm:cxn modelId="{B1AC9E4C-B945-4D4C-9264-60D2763922BC}" type="presParOf" srcId="{3F9D6789-6377-4FFD-A5CB-107EB50B678C}" destId="{8776F025-50E2-4620-ADFA-013AFC237954}" srcOrd="0" destOrd="0" presId="urn:microsoft.com/office/officeart/2005/8/layout/hierarchy2"/>
    <dgm:cxn modelId="{071FA5C5-CBA9-4785-A000-8490913CA1CD}" type="presParOf" srcId="{3F9D6789-6377-4FFD-A5CB-107EB50B678C}" destId="{4CF4B9C8-2B8B-449C-9190-B6F7DFA9848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DE4BB4F-DE37-4413-B2D9-94CB03A93758}" type="doc">
      <dgm:prSet loTypeId="urn:microsoft.com/office/officeart/2005/8/layout/hierarchy2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0C28DBBD-54AF-4C5D-B255-1565875FA8FF}">
      <dgm:prSet phldrT="[텍스트]" custT="1"/>
      <dgm:spPr/>
      <dgm:t>
        <a:bodyPr/>
        <a:lstStyle/>
        <a:p>
          <a:pPr algn="ctr" latinLnBrk="0"/>
          <a:r>
            <a:rPr lang="ko-KR" altLang="en-US" sz="1800" dirty="0" smtClean="0">
              <a:ln>
                <a:noFill/>
              </a:ln>
              <a:solidFill>
                <a:schemeClr val="tx1"/>
              </a:solidFill>
              <a:effectLst/>
            </a:rPr>
            <a:t>고효율 </a:t>
          </a:r>
          <a:r>
            <a:rPr lang="ko-KR" altLang="en-US" sz="1800" dirty="0" err="1" smtClean="0">
              <a:ln>
                <a:noFill/>
              </a:ln>
              <a:solidFill>
                <a:schemeClr val="tx1"/>
              </a:solidFill>
              <a:effectLst/>
            </a:rPr>
            <a:t>다객체</a:t>
          </a:r>
          <a:r>
            <a:rPr lang="ko-KR" altLang="en-US" sz="1800" dirty="0" smtClean="0">
              <a:ln>
                <a:noFill/>
              </a:ln>
              <a:solidFill>
                <a:schemeClr val="tx1"/>
              </a:solidFill>
              <a:effectLst/>
            </a:rPr>
            <a:t> 오디오 압축 기술 개발</a:t>
          </a:r>
          <a:endParaRPr lang="en-US" altLang="ko-KR" sz="1800" dirty="0" smtClean="0">
            <a:ln>
              <a:noFill/>
            </a:ln>
            <a:solidFill>
              <a:schemeClr val="tx1"/>
            </a:solidFill>
            <a:effectLst/>
          </a:endParaRPr>
        </a:p>
        <a:p>
          <a:pPr marL="82550" indent="-82550" algn="l" latinLnBrk="0"/>
          <a:r>
            <a:rPr lang="en-US" altLang="ko-KR" sz="1400" b="1" dirty="0" smtClean="0">
              <a:ln>
                <a:noFill/>
              </a:ln>
              <a:solidFill>
                <a:schemeClr val="tx1"/>
              </a:solidFill>
              <a:effectLst/>
            </a:rPr>
            <a:t>-</a:t>
          </a:r>
          <a:r>
            <a:rPr lang="ko-KR" altLang="en-US" sz="1400" b="1" dirty="0" err="1" smtClean="0">
              <a:ln>
                <a:noFill/>
              </a:ln>
              <a:solidFill>
                <a:schemeClr val="tx1"/>
              </a:solidFill>
              <a:effectLst/>
            </a:rPr>
            <a:t>파라미터</a:t>
          </a:r>
          <a:r>
            <a:rPr lang="ko-KR" altLang="en-US" sz="1400" b="1" dirty="0" smtClean="0">
              <a:ln>
                <a:noFill/>
              </a:ln>
              <a:solidFill>
                <a:schemeClr val="tx1"/>
              </a:solidFill>
              <a:effectLst/>
            </a:rPr>
            <a:t> 기반 고효율 </a:t>
          </a:r>
          <a:r>
            <a:rPr lang="ko-KR" altLang="en-US" sz="1400" b="1" dirty="0" err="1" smtClean="0">
              <a:ln>
                <a:noFill/>
              </a:ln>
              <a:solidFill>
                <a:schemeClr val="tx1"/>
              </a:solidFill>
              <a:effectLst/>
            </a:rPr>
            <a:t>다객체</a:t>
          </a:r>
          <a:r>
            <a:rPr lang="ko-KR" altLang="en-US" sz="1400" b="1" dirty="0" smtClean="0">
              <a:ln>
                <a:noFill/>
              </a:ln>
              <a:solidFill>
                <a:schemeClr val="tx1"/>
              </a:solidFill>
              <a:effectLst/>
            </a:rPr>
            <a:t> 오디오 압축 기술 개발</a:t>
          </a:r>
          <a:endParaRPr lang="ko-KR" altLang="en-US" sz="1050" b="1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7EBCE2C1-2EDC-4B92-A3D8-F035F01AA886}" type="parTrans" cxnId="{E573A038-A346-4D5C-85CC-FC8E94AB6FEE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1119BC6F-C2AB-4DFB-9A1B-E01E6D358A8B}" type="sibTrans" cxnId="{E573A038-A346-4D5C-85CC-FC8E94AB6FEE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F7C90AE3-ACFD-447B-A719-1648A7124D69}">
      <dgm:prSet phldrT="[텍스트]" custT="1"/>
      <dgm:spPr/>
      <dgm:t>
        <a:bodyPr/>
        <a:lstStyle/>
        <a:p>
          <a:pPr latinLnBrk="0"/>
          <a:r>
            <a:rPr lang="ko-KR" altLang="en-US" sz="1600" dirty="0" smtClean="0">
              <a:ln>
                <a:noFill/>
              </a:ln>
              <a:solidFill>
                <a:schemeClr val="tx1"/>
              </a:solidFill>
              <a:effectLst/>
            </a:rPr>
            <a:t>효율적인 공간 큐 </a:t>
          </a:r>
          <a:r>
            <a:rPr lang="ko-KR" altLang="en-US" sz="1600" dirty="0" err="1" smtClean="0">
              <a:ln>
                <a:noFill/>
              </a:ln>
              <a:solidFill>
                <a:schemeClr val="tx1"/>
              </a:solidFill>
              <a:effectLst/>
            </a:rPr>
            <a:t>파라미터</a:t>
          </a:r>
          <a:r>
            <a:rPr lang="ko-KR" altLang="en-US" sz="1600" dirty="0" smtClean="0">
              <a:ln>
                <a:noFill/>
              </a:ln>
              <a:solidFill>
                <a:schemeClr val="tx1"/>
              </a:solidFill>
              <a:effectLst/>
            </a:rPr>
            <a:t> 표현 및 양자화 방법 연구</a:t>
          </a:r>
          <a:endParaRPr lang="ko-KR" altLang="en-US" sz="160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11DF8D89-3FF2-4496-81FF-F2F0FA52FE4C}" type="parTrans" cxnId="{3E56A017-85A7-41E7-BD32-2A89A5574CBA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1AE93A48-0F76-41D4-A06E-AA669FE93791}" type="sibTrans" cxnId="{3E56A017-85A7-41E7-BD32-2A89A5574CBA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517ACB59-7FF7-474C-A8D4-393FDF91AEE1}">
      <dgm:prSet custT="1"/>
      <dgm:spPr/>
      <dgm:t>
        <a:bodyPr/>
        <a:lstStyle/>
        <a:p>
          <a:pPr latinLnBrk="0"/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다양한 </a:t>
          </a:r>
          <a:r>
            <a:rPr lang="en-US" altLang="ko-KR" sz="1400" dirty="0" smtClean="0">
              <a:ln>
                <a:noFill/>
              </a:ln>
              <a:solidFill>
                <a:schemeClr val="tx1"/>
              </a:solidFill>
              <a:effectLst/>
            </a:rPr>
            <a:t>Transform </a:t>
          </a:r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영역에서의 공간 큐 추출 방법 연구</a:t>
          </a:r>
          <a:endParaRPr lang="ko-KR" altLang="en-US" sz="140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FCFDD334-14BF-4C18-82E3-E5352843F994}" type="parTrans" cxnId="{408F2AE9-C3BC-4986-AA56-A7FF7CF96CC6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E119E976-B9BE-4656-B025-3C5395EB1AE9}" type="sibTrans" cxnId="{408F2AE9-C3BC-4986-AA56-A7FF7CF96CC6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8C4687A3-2C12-4434-BC0E-51AACA851A49}">
      <dgm:prSet custT="1"/>
      <dgm:spPr/>
      <dgm:t>
        <a:bodyPr/>
        <a:lstStyle/>
        <a:p>
          <a:pPr latinLnBrk="0"/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스테레오</a:t>
          </a:r>
          <a:r>
            <a:rPr lang="en-US" altLang="ko-KR" sz="1400" dirty="0" smtClean="0">
              <a:ln>
                <a:noFill/>
              </a:ln>
              <a:solidFill>
                <a:schemeClr val="tx1"/>
              </a:solidFill>
              <a:effectLst/>
            </a:rPr>
            <a:t>/</a:t>
          </a:r>
          <a:r>
            <a:rPr lang="ko-KR" altLang="en-US" sz="1400" dirty="0" err="1" smtClean="0">
              <a:ln>
                <a:noFill/>
              </a:ln>
              <a:solidFill>
                <a:schemeClr val="tx1"/>
              </a:solidFill>
              <a:effectLst/>
            </a:rPr>
            <a:t>모노</a:t>
          </a:r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 객체에 대한 공간 큐 분석 방법 정의</a:t>
          </a:r>
          <a:endParaRPr lang="ko-KR" altLang="en-US" sz="140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3BC3C750-2511-49C4-8F98-AA5B73161958}" type="parTrans" cxnId="{4CD485EC-784A-4F9F-8CEE-8D795B6289C1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1D119A03-F38C-47F1-9E2D-256EF2EBEA57}" type="sibTrans" cxnId="{4CD485EC-784A-4F9F-8CEE-8D795B6289C1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C0A82668-8629-43EE-B06F-E44B5B18F10B}">
      <dgm:prSet phldrT="[텍스트]" custT="1"/>
      <dgm:spPr/>
      <dgm:t>
        <a:bodyPr/>
        <a:lstStyle/>
        <a:p>
          <a:pPr latinLnBrk="0"/>
          <a:r>
            <a:rPr lang="ko-KR" altLang="en-US" sz="1600" dirty="0" err="1" smtClean="0">
              <a:ln>
                <a:noFill/>
              </a:ln>
              <a:solidFill>
                <a:schemeClr val="tx1"/>
              </a:solidFill>
              <a:effectLst/>
            </a:rPr>
            <a:t>다객체</a:t>
          </a:r>
          <a:r>
            <a:rPr lang="ko-KR" altLang="en-US" sz="1600" dirty="0" smtClean="0">
              <a:ln>
                <a:noFill/>
              </a:ln>
              <a:solidFill>
                <a:schemeClr val="tx1"/>
              </a:solidFill>
              <a:effectLst/>
            </a:rPr>
            <a:t> 오디오 부</a:t>
          </a:r>
          <a:r>
            <a:rPr lang="en-US" altLang="ko-KR" sz="1600" dirty="0" smtClean="0">
              <a:ln>
                <a:noFill/>
              </a:ln>
              <a:solidFill>
                <a:schemeClr val="tx1"/>
              </a:solidFill>
              <a:effectLst/>
            </a:rPr>
            <a:t>/</a:t>
          </a:r>
          <a:r>
            <a:rPr lang="ko-KR" altLang="en-US" sz="1600" dirty="0" err="1" smtClean="0">
              <a:ln>
                <a:noFill/>
              </a:ln>
              <a:solidFill>
                <a:schemeClr val="tx1"/>
              </a:solidFill>
              <a:effectLst/>
            </a:rPr>
            <a:t>복호화기</a:t>
          </a:r>
          <a:r>
            <a:rPr lang="ko-KR" altLang="en-US" sz="1600" dirty="0" smtClean="0">
              <a:ln>
                <a:noFill/>
              </a:ln>
              <a:solidFill>
                <a:schemeClr val="tx1"/>
              </a:solidFill>
              <a:effectLst/>
            </a:rPr>
            <a:t> 구조 연구</a:t>
          </a:r>
          <a:endParaRPr lang="ko-KR" altLang="en-US" sz="160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7E501B11-925F-4A1F-B178-DBD66459FDA9}" type="parTrans" cxnId="{A6BF5043-2C00-471A-9D97-E9145BE38818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E7E7F30C-E12F-4A22-9B24-BA4C6867D130}" type="sibTrans" cxnId="{A6BF5043-2C00-471A-9D97-E9145BE38818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1796A937-FDD3-4AD5-B8FD-4BFCDF0C5861}">
      <dgm:prSet custT="1"/>
      <dgm:spPr/>
      <dgm:t>
        <a:bodyPr/>
        <a:lstStyle/>
        <a:p>
          <a:pPr latinLnBrk="0"/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메인 보컬 등 주요 객체 분석을 위한 </a:t>
          </a:r>
          <a:r>
            <a:rPr lang="ko-KR" altLang="en-US" sz="1400" dirty="0" err="1" smtClean="0">
              <a:ln>
                <a:noFill/>
              </a:ln>
              <a:solidFill>
                <a:schemeClr val="tx1"/>
              </a:solidFill>
              <a:effectLst/>
            </a:rPr>
            <a:t>코덱</a:t>
          </a:r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 구조 제시 </a:t>
          </a:r>
          <a:r>
            <a:rPr lang="en-US" altLang="ko-KR" sz="1400" dirty="0" smtClean="0">
              <a:ln>
                <a:noFill/>
              </a:ln>
              <a:solidFill>
                <a:schemeClr val="tx1"/>
              </a:solidFill>
              <a:effectLst/>
            </a:rPr>
            <a:t/>
          </a:r>
          <a:br>
            <a:rPr lang="en-US" altLang="ko-KR" sz="1400" dirty="0" smtClean="0">
              <a:ln>
                <a:noFill/>
              </a:ln>
              <a:solidFill>
                <a:schemeClr val="tx1"/>
              </a:solidFill>
              <a:effectLst/>
            </a:rPr>
          </a:br>
          <a:r>
            <a:rPr lang="en-US" altLang="ko-KR" sz="1400" dirty="0" smtClean="0">
              <a:ln>
                <a:noFill/>
              </a:ln>
              <a:solidFill>
                <a:schemeClr val="tx1"/>
              </a:solidFill>
              <a:effectLst/>
            </a:rPr>
            <a:t>(Two-way analyzer)</a:t>
          </a:r>
          <a:endParaRPr lang="ko-KR" altLang="en-US" sz="140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755AD201-023B-4E4D-8C83-DA09CC01EA17}" type="parTrans" cxnId="{C6504623-E282-43D9-98B8-8232DA236D66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F0AD8F62-2F2C-4ECA-98C9-7026789E8FC1}" type="sibTrans" cxnId="{C6504623-E282-43D9-98B8-8232DA236D66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E53434A4-C65B-4518-B9D9-85946D96DDFE}">
      <dgm:prSet custT="1"/>
      <dgm:spPr/>
      <dgm:t>
        <a:bodyPr/>
        <a:lstStyle/>
        <a:p>
          <a:pPr latinLnBrk="0"/>
          <a:r>
            <a:rPr lang="ko-KR" altLang="en-US" sz="1400" dirty="0" err="1" smtClean="0">
              <a:ln>
                <a:noFill/>
              </a:ln>
              <a:solidFill>
                <a:schemeClr val="tx1"/>
              </a:solidFill>
              <a:effectLst/>
            </a:rPr>
            <a:t>다객체</a:t>
          </a:r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 신호를 효율적으로 표현하기 위한 공간 큐 분석의 적정 해상도 도출</a:t>
          </a:r>
          <a:endParaRPr lang="ko-KR" altLang="en-US" sz="140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D8475C2F-8213-4B96-A717-7CCD241E0443}" type="parTrans" cxnId="{49D707A8-EBC7-458D-B63C-548B61461CD9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984C0766-4E34-4347-80F7-39D3E5D14C93}" type="sibTrans" cxnId="{49D707A8-EBC7-458D-B63C-548B61461CD9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6205E329-9282-4DA6-AB23-5DE5D9BC0541}">
      <dgm:prSet custT="1"/>
      <dgm:spPr/>
      <dgm:t>
        <a:bodyPr/>
        <a:lstStyle/>
        <a:p>
          <a:pPr latinLnBrk="0"/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주요</a:t>
          </a:r>
          <a:r>
            <a:rPr lang="en-US" altLang="ko-KR" sz="1400" dirty="0" smtClean="0">
              <a:ln>
                <a:noFill/>
              </a:ln>
              <a:solidFill>
                <a:schemeClr val="tx1"/>
              </a:solidFill>
              <a:effectLst/>
            </a:rPr>
            <a:t> </a:t>
          </a:r>
          <a:r>
            <a:rPr lang="ko-KR" altLang="en-US" sz="1400" dirty="0" err="1" smtClean="0">
              <a:ln>
                <a:noFill/>
              </a:ln>
              <a:solidFill>
                <a:schemeClr val="tx1"/>
              </a:solidFill>
              <a:effectLst/>
            </a:rPr>
            <a:t>파라메트릭</a:t>
          </a:r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 부</a:t>
          </a:r>
          <a:r>
            <a:rPr lang="en-US" altLang="ko-KR" sz="1400" dirty="0" smtClean="0">
              <a:ln>
                <a:noFill/>
              </a:ln>
              <a:solidFill>
                <a:schemeClr val="tx1"/>
              </a:solidFill>
              <a:effectLst/>
            </a:rPr>
            <a:t>/</a:t>
          </a:r>
          <a:r>
            <a:rPr lang="ko-KR" altLang="en-US" sz="1400" dirty="0" err="1" smtClean="0">
              <a:ln>
                <a:noFill/>
              </a:ln>
              <a:solidFill>
                <a:schemeClr val="tx1"/>
              </a:solidFill>
              <a:effectLst/>
            </a:rPr>
            <a:t>복호화기</a:t>
          </a:r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 모듈 구현</a:t>
          </a:r>
          <a:endParaRPr lang="ko-KR" altLang="en-US" sz="140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7E19B548-47DE-4DF4-B6E2-77597F3FA7E3}" type="parTrans" cxnId="{F23BE332-BEB7-4867-8101-4B6A4C0AF256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E1E4D389-8ACD-4139-9187-B26CF74A2832}" type="sibTrans" cxnId="{F23BE332-BEB7-4867-8101-4B6A4C0AF256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DBAB429F-7D02-4689-9D58-75E63F162F61}">
      <dgm:prSet custT="1"/>
      <dgm:spPr/>
      <dgm:t>
        <a:bodyPr/>
        <a:lstStyle/>
        <a:p>
          <a:pPr latinLnBrk="0"/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구조적</a:t>
          </a:r>
          <a:r>
            <a:rPr lang="en-US" altLang="ko-KR" sz="1400" dirty="0" smtClean="0">
              <a:ln>
                <a:noFill/>
              </a:ln>
              <a:solidFill>
                <a:schemeClr val="tx1"/>
              </a:solidFill>
              <a:effectLst/>
            </a:rPr>
            <a:t>/</a:t>
          </a:r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계산적 복잡도 최소화를 고려한 </a:t>
          </a:r>
          <a:r>
            <a:rPr lang="ko-KR" altLang="en-US" sz="1400" dirty="0" err="1" smtClean="0">
              <a:ln>
                <a:noFill/>
              </a:ln>
              <a:solidFill>
                <a:schemeClr val="tx1"/>
              </a:solidFill>
              <a:effectLst/>
            </a:rPr>
            <a:t>코덱</a:t>
          </a:r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 설계</a:t>
          </a:r>
          <a:endParaRPr lang="ko-KR" altLang="en-US" sz="140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87927160-E204-40BC-AF79-6897B1C03510}" type="parTrans" cxnId="{58297EDF-AAC9-4E15-B221-AAF243B0F789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43C2418A-5B4A-4B88-92BB-0AF201C86B91}" type="sibTrans" cxnId="{58297EDF-AAC9-4E15-B221-AAF243B0F789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CAB5E2D6-1F0D-4A00-9482-E4E50221BE69}">
      <dgm:prSet custT="1"/>
      <dgm:spPr/>
      <dgm:t>
        <a:bodyPr/>
        <a:lstStyle/>
        <a:p>
          <a:pPr latinLnBrk="0"/>
          <a:r>
            <a:rPr lang="ko-KR" altLang="en-US" sz="1400" dirty="0" err="1" smtClean="0">
              <a:ln>
                <a:noFill/>
              </a:ln>
              <a:solidFill>
                <a:schemeClr val="tx1"/>
              </a:solidFill>
              <a:effectLst/>
            </a:rPr>
            <a:t>객체별</a:t>
          </a:r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 오디오 </a:t>
          </a:r>
          <a:r>
            <a:rPr lang="ko-KR" altLang="en-US" sz="1400" dirty="0" err="1" smtClean="0">
              <a:ln>
                <a:noFill/>
              </a:ln>
              <a:solidFill>
                <a:schemeClr val="tx1"/>
              </a:solidFill>
              <a:effectLst/>
            </a:rPr>
            <a:t>부복호화</a:t>
          </a:r>
          <a:r>
            <a:rPr lang="ko-KR" altLang="en-US" sz="1400" dirty="0" smtClean="0">
              <a:ln>
                <a:noFill/>
              </a:ln>
              <a:solidFill>
                <a:schemeClr val="tx1"/>
              </a:solidFill>
              <a:effectLst/>
            </a:rPr>
            <a:t> 알고리즘 개발</a:t>
          </a:r>
          <a:endParaRPr lang="ko-KR" altLang="en-US" sz="140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E8E5B2F1-4B29-493A-8ADF-272C50361EDD}" type="parTrans" cxnId="{EC2BF6E1-8FD9-47DF-80DA-B8F2F606D398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F5B412DA-6F36-4E8C-9B90-13093C4D35A9}" type="sibTrans" cxnId="{EC2BF6E1-8FD9-47DF-80DA-B8F2F606D398}">
      <dgm:prSet/>
      <dgm:spPr/>
      <dgm:t>
        <a:bodyPr/>
        <a:lstStyle/>
        <a:p>
          <a:pPr latinLnBrk="1"/>
          <a:endParaRPr lang="ko-KR" altLang="en-US">
            <a:ln>
              <a:noFill/>
            </a:ln>
            <a:solidFill>
              <a:schemeClr val="tx1"/>
            </a:solidFill>
            <a:effectLst/>
          </a:endParaRPr>
        </a:p>
      </dgm:t>
    </dgm:pt>
    <dgm:pt modelId="{04387717-8951-4E20-B97D-B847F7859D3E}" type="pres">
      <dgm:prSet presAssocID="{EDE4BB4F-DE37-4413-B2D9-94CB03A9375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0E98ECC-A60F-40C4-A16B-4E13B014BBB9}" type="pres">
      <dgm:prSet presAssocID="{0C28DBBD-54AF-4C5D-B255-1565875FA8FF}" presName="root1" presStyleCnt="0"/>
      <dgm:spPr/>
    </dgm:pt>
    <dgm:pt modelId="{50E8C2D0-86CC-4FFD-B504-E6F1353C617B}" type="pres">
      <dgm:prSet presAssocID="{0C28DBBD-54AF-4C5D-B255-1565875FA8FF}" presName="LevelOneTextNode" presStyleLbl="node0" presStyleIdx="0" presStyleCnt="1" custScaleX="137940" custScaleY="506262" custLinFactNeighborX="-10817" custLinFactNeighborY="-524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292DD92-4C45-4BA9-8862-7C1E558050D0}" type="pres">
      <dgm:prSet presAssocID="{0C28DBBD-54AF-4C5D-B255-1565875FA8FF}" presName="level2hierChild" presStyleCnt="0"/>
      <dgm:spPr/>
    </dgm:pt>
    <dgm:pt modelId="{533FFE40-C8BC-451B-BDEF-EC5503871135}" type="pres">
      <dgm:prSet presAssocID="{11DF8D89-3FF2-4496-81FF-F2F0FA52FE4C}" presName="conn2-1" presStyleLbl="parChTrans1D2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E789B87D-D4FB-4BF8-9158-F5F90AF303AF}" type="pres">
      <dgm:prSet presAssocID="{11DF8D89-3FF2-4496-81FF-F2F0FA52FE4C}" presName="connTx" presStyleLbl="parChTrans1D2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F0A901E5-3B9D-4F89-9D07-685DE860AF13}" type="pres">
      <dgm:prSet presAssocID="{F7C90AE3-ACFD-447B-A719-1648A7124D69}" presName="root2" presStyleCnt="0"/>
      <dgm:spPr/>
    </dgm:pt>
    <dgm:pt modelId="{5040C5D3-0786-433E-AECA-4AC94BC4C7A7}" type="pres">
      <dgm:prSet presAssocID="{F7C90AE3-ACFD-447B-A719-1648A7124D69}" presName="LevelTwoTextNode" presStyleLbl="node2" presStyleIdx="0" presStyleCnt="2" custScaleX="147910" custScaleY="234269" custLinFactNeighborX="1951" custLinFactNeighborY="-1459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1A203E0-C9FB-44F3-95C8-9573945DCF75}" type="pres">
      <dgm:prSet presAssocID="{F7C90AE3-ACFD-447B-A719-1648A7124D69}" presName="level3hierChild" presStyleCnt="0"/>
      <dgm:spPr/>
    </dgm:pt>
    <dgm:pt modelId="{4E5FE196-2EA7-4934-912A-3D591F28C9F1}" type="pres">
      <dgm:prSet presAssocID="{FCFDD334-14BF-4C18-82E3-E5352843F994}" presName="conn2-1" presStyleLbl="parChTrans1D3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0F206BED-4D9A-4D13-9382-22B26645D033}" type="pres">
      <dgm:prSet presAssocID="{FCFDD334-14BF-4C18-82E3-E5352843F994}" presName="connTx" presStyleLbl="parChTrans1D3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5A4994DB-C41F-439F-8E39-2B0CD6A86583}" type="pres">
      <dgm:prSet presAssocID="{517ACB59-7FF7-474C-A8D4-393FDF91AEE1}" presName="root2" presStyleCnt="0"/>
      <dgm:spPr/>
    </dgm:pt>
    <dgm:pt modelId="{00F9D93E-18E9-40DE-8AD1-92D5303895CB}" type="pres">
      <dgm:prSet presAssocID="{517ACB59-7FF7-474C-A8D4-393FDF91AEE1}" presName="LevelTwoTextNode" presStyleLbl="node3" presStyleIdx="0" presStyleCnt="7" custScaleX="393725" custScaleY="65545" custLinFactNeighborX="-7066" custLinFactNeighborY="-523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B238F0F-257A-4817-91FB-E5503F3D7E86}" type="pres">
      <dgm:prSet presAssocID="{517ACB59-7FF7-474C-A8D4-393FDF91AEE1}" presName="level3hierChild" presStyleCnt="0"/>
      <dgm:spPr/>
    </dgm:pt>
    <dgm:pt modelId="{B9D31316-C171-413A-A6BF-524AE0104041}" type="pres">
      <dgm:prSet presAssocID="{3BC3C750-2511-49C4-8F98-AA5B73161958}" presName="conn2-1" presStyleLbl="parChTrans1D3" presStyleIdx="1" presStyleCnt="7"/>
      <dgm:spPr/>
      <dgm:t>
        <a:bodyPr/>
        <a:lstStyle/>
        <a:p>
          <a:pPr latinLnBrk="1"/>
          <a:endParaRPr lang="ko-KR" altLang="en-US"/>
        </a:p>
      </dgm:t>
    </dgm:pt>
    <dgm:pt modelId="{6EEAB8C7-B5FE-4488-B35E-6703774A901C}" type="pres">
      <dgm:prSet presAssocID="{3BC3C750-2511-49C4-8F98-AA5B73161958}" presName="connTx" presStyleLbl="parChTrans1D3" presStyleIdx="1" presStyleCnt="7"/>
      <dgm:spPr/>
      <dgm:t>
        <a:bodyPr/>
        <a:lstStyle/>
        <a:p>
          <a:pPr latinLnBrk="1"/>
          <a:endParaRPr lang="ko-KR" altLang="en-US"/>
        </a:p>
      </dgm:t>
    </dgm:pt>
    <dgm:pt modelId="{E2D48891-FC28-4E20-A3F6-C7A7EC7CB1FF}" type="pres">
      <dgm:prSet presAssocID="{8C4687A3-2C12-4434-BC0E-51AACA851A49}" presName="root2" presStyleCnt="0"/>
      <dgm:spPr/>
    </dgm:pt>
    <dgm:pt modelId="{6C03747C-6E5D-4A28-A589-D580147D0511}" type="pres">
      <dgm:prSet presAssocID="{8C4687A3-2C12-4434-BC0E-51AACA851A49}" presName="LevelTwoTextNode" presStyleLbl="node3" presStyleIdx="1" presStyleCnt="7" custScaleX="393725" custScaleY="65545" custLinFactNeighborX="-7066" custLinFactNeighborY="-1023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4BA30BF-A602-43C5-8DD8-C3CD8DE2A917}" type="pres">
      <dgm:prSet presAssocID="{8C4687A3-2C12-4434-BC0E-51AACA851A49}" presName="level3hierChild" presStyleCnt="0"/>
      <dgm:spPr/>
    </dgm:pt>
    <dgm:pt modelId="{3440FDDF-30C2-4936-AF80-8001192BF05C}" type="pres">
      <dgm:prSet presAssocID="{D8475C2F-8213-4B96-A717-7CCD241E0443}" presName="conn2-1" presStyleLbl="parChTrans1D3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2B98A6B6-DDEC-4C0B-B1DB-AD56E34316D2}" type="pres">
      <dgm:prSet presAssocID="{D8475C2F-8213-4B96-A717-7CCD241E0443}" presName="connTx" presStyleLbl="parChTrans1D3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E369FEBD-D530-46A1-8A40-9FC54EEDCD1C}" type="pres">
      <dgm:prSet presAssocID="{E53434A4-C65B-4518-B9D9-85946D96DDFE}" presName="root2" presStyleCnt="0"/>
      <dgm:spPr/>
    </dgm:pt>
    <dgm:pt modelId="{A70382C5-F94E-4F34-885A-6FA593EDE68A}" type="pres">
      <dgm:prSet presAssocID="{E53434A4-C65B-4518-B9D9-85946D96DDFE}" presName="LevelTwoTextNode" presStyleLbl="node3" presStyleIdx="2" presStyleCnt="7" custScaleX="394517" custLinFactNeighborX="-8168" custLinFactNeighborY="-1221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F6927BD-9F51-400D-8FE3-56D6E1596454}" type="pres">
      <dgm:prSet presAssocID="{E53434A4-C65B-4518-B9D9-85946D96DDFE}" presName="level3hierChild" presStyleCnt="0"/>
      <dgm:spPr/>
    </dgm:pt>
    <dgm:pt modelId="{08B87269-9177-4344-82A1-6245B3312185}" type="pres">
      <dgm:prSet presAssocID="{7E501B11-925F-4A1F-B178-DBD66459FDA9}" presName="conn2-1" presStyleLbl="parChTrans1D2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118F77F2-4415-4A66-8C81-D5AF4AAF71D0}" type="pres">
      <dgm:prSet presAssocID="{7E501B11-925F-4A1F-B178-DBD66459FDA9}" presName="connTx" presStyleLbl="parChTrans1D2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721A1E72-2D03-4CEB-A9E2-4A53AAD69BFA}" type="pres">
      <dgm:prSet presAssocID="{C0A82668-8629-43EE-B06F-E44B5B18F10B}" presName="root2" presStyleCnt="0"/>
      <dgm:spPr/>
    </dgm:pt>
    <dgm:pt modelId="{9CA0007D-9D7F-4F43-BA92-A4CA47E9DF1A}" type="pres">
      <dgm:prSet presAssocID="{C0A82668-8629-43EE-B06F-E44B5B18F10B}" presName="LevelTwoTextNode" presStyleLbl="node2" presStyleIdx="1" presStyleCnt="2" custScaleX="147910" custScaleY="234269" custLinFactNeighborX="1223" custLinFactNeighborY="10538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84DA6BE-929E-4011-9862-EFABF7978697}" type="pres">
      <dgm:prSet presAssocID="{C0A82668-8629-43EE-B06F-E44B5B18F10B}" presName="level3hierChild" presStyleCnt="0"/>
      <dgm:spPr/>
    </dgm:pt>
    <dgm:pt modelId="{341DA3C5-C12D-423C-96FF-B9A51A5492DA}" type="pres">
      <dgm:prSet presAssocID="{755AD201-023B-4E4D-8C83-DA09CC01EA17}" presName="conn2-1" presStyleLbl="parChTrans1D3" presStyleIdx="3" presStyleCnt="7"/>
      <dgm:spPr/>
      <dgm:t>
        <a:bodyPr/>
        <a:lstStyle/>
        <a:p>
          <a:pPr latinLnBrk="1"/>
          <a:endParaRPr lang="ko-KR" altLang="en-US"/>
        </a:p>
      </dgm:t>
    </dgm:pt>
    <dgm:pt modelId="{096009E0-7F3C-40A5-AD55-71E9E2E0A3D6}" type="pres">
      <dgm:prSet presAssocID="{755AD201-023B-4E4D-8C83-DA09CC01EA17}" presName="connTx" presStyleLbl="parChTrans1D3" presStyleIdx="3" presStyleCnt="7"/>
      <dgm:spPr/>
      <dgm:t>
        <a:bodyPr/>
        <a:lstStyle/>
        <a:p>
          <a:pPr latinLnBrk="1"/>
          <a:endParaRPr lang="ko-KR" altLang="en-US"/>
        </a:p>
      </dgm:t>
    </dgm:pt>
    <dgm:pt modelId="{A559C775-4956-41A7-B835-0EDB7CD137EE}" type="pres">
      <dgm:prSet presAssocID="{1796A937-FDD3-4AD5-B8FD-4BFCDF0C5861}" presName="root2" presStyleCnt="0"/>
      <dgm:spPr/>
    </dgm:pt>
    <dgm:pt modelId="{47305A0C-5286-4BAA-B7E1-2152C6567E6F}" type="pres">
      <dgm:prSet presAssocID="{1796A937-FDD3-4AD5-B8FD-4BFCDF0C5861}" presName="LevelTwoTextNode" presStyleLbl="node3" presStyleIdx="3" presStyleCnt="7" custScaleX="393725" custScaleY="116005" custLinFactNeighborX="-7066" custLinFactNeighborY="796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61AAAEB-61BE-4616-B0D8-512E402E5CF5}" type="pres">
      <dgm:prSet presAssocID="{1796A937-FDD3-4AD5-B8FD-4BFCDF0C5861}" presName="level3hierChild" presStyleCnt="0"/>
      <dgm:spPr/>
    </dgm:pt>
    <dgm:pt modelId="{A704B5D5-CB85-44FD-98C0-09F36DF0534A}" type="pres">
      <dgm:prSet presAssocID="{87927160-E204-40BC-AF79-6897B1C03510}" presName="conn2-1" presStyleLbl="parChTrans1D3" presStyleIdx="4" presStyleCnt="7"/>
      <dgm:spPr/>
      <dgm:t>
        <a:bodyPr/>
        <a:lstStyle/>
        <a:p>
          <a:pPr latinLnBrk="1"/>
          <a:endParaRPr lang="ko-KR" altLang="en-US"/>
        </a:p>
      </dgm:t>
    </dgm:pt>
    <dgm:pt modelId="{BBF020C8-3CDA-4016-8FC7-C5CB9928B3D6}" type="pres">
      <dgm:prSet presAssocID="{87927160-E204-40BC-AF79-6897B1C03510}" presName="connTx" presStyleLbl="parChTrans1D3" presStyleIdx="4" presStyleCnt="7"/>
      <dgm:spPr/>
      <dgm:t>
        <a:bodyPr/>
        <a:lstStyle/>
        <a:p>
          <a:pPr latinLnBrk="1"/>
          <a:endParaRPr lang="ko-KR" altLang="en-US"/>
        </a:p>
      </dgm:t>
    </dgm:pt>
    <dgm:pt modelId="{D25FE31E-2A23-4A62-A300-2DCB621C8C3F}" type="pres">
      <dgm:prSet presAssocID="{DBAB429F-7D02-4689-9D58-75E63F162F61}" presName="root2" presStyleCnt="0"/>
      <dgm:spPr/>
    </dgm:pt>
    <dgm:pt modelId="{F68B40BC-D3F3-4A68-90A1-9BDA4CA75A9C}" type="pres">
      <dgm:prSet presAssocID="{DBAB429F-7D02-4689-9D58-75E63F162F61}" presName="LevelTwoTextNode" presStyleLbl="node3" presStyleIdx="4" presStyleCnt="7" custScaleX="392364" custScaleY="71956" custLinFactNeighborX="-6042" custLinFactNeighborY="264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6E7A095-775A-4E12-A9BA-3BB5C4B85CF3}" type="pres">
      <dgm:prSet presAssocID="{DBAB429F-7D02-4689-9D58-75E63F162F61}" presName="level3hierChild" presStyleCnt="0"/>
      <dgm:spPr/>
    </dgm:pt>
    <dgm:pt modelId="{8B649813-9F0B-484B-9F41-C87B9824FDCB}" type="pres">
      <dgm:prSet presAssocID="{7E19B548-47DE-4DF4-B6E2-77597F3FA7E3}" presName="conn2-1" presStyleLbl="parChTrans1D3" presStyleIdx="5" presStyleCnt="7"/>
      <dgm:spPr/>
      <dgm:t>
        <a:bodyPr/>
        <a:lstStyle/>
        <a:p>
          <a:pPr latinLnBrk="1"/>
          <a:endParaRPr lang="ko-KR" altLang="en-US"/>
        </a:p>
      </dgm:t>
    </dgm:pt>
    <dgm:pt modelId="{C8FC829D-0F42-4430-9582-A42EF64A55BE}" type="pres">
      <dgm:prSet presAssocID="{7E19B548-47DE-4DF4-B6E2-77597F3FA7E3}" presName="connTx" presStyleLbl="parChTrans1D3" presStyleIdx="5" presStyleCnt="7"/>
      <dgm:spPr/>
      <dgm:t>
        <a:bodyPr/>
        <a:lstStyle/>
        <a:p>
          <a:pPr latinLnBrk="1"/>
          <a:endParaRPr lang="ko-KR" altLang="en-US"/>
        </a:p>
      </dgm:t>
    </dgm:pt>
    <dgm:pt modelId="{205744C4-E1E1-49CD-9E5A-F675CB5303B8}" type="pres">
      <dgm:prSet presAssocID="{6205E329-9282-4DA6-AB23-5DE5D9BC0541}" presName="root2" presStyleCnt="0"/>
      <dgm:spPr/>
    </dgm:pt>
    <dgm:pt modelId="{04D40013-163A-48D5-8013-7033DA6B9DAC}" type="pres">
      <dgm:prSet presAssocID="{6205E329-9282-4DA6-AB23-5DE5D9BC0541}" presName="LevelTwoTextNode" presStyleLbl="node3" presStyleIdx="5" presStyleCnt="7" custScaleX="389878" custScaleY="71956" custLinFactNeighborX="-604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BC92F58-4916-4663-BCBD-173444AFA16A}" type="pres">
      <dgm:prSet presAssocID="{6205E329-9282-4DA6-AB23-5DE5D9BC0541}" presName="level3hierChild" presStyleCnt="0"/>
      <dgm:spPr/>
    </dgm:pt>
    <dgm:pt modelId="{08651863-7461-47D6-A2F7-CFEED36B4804}" type="pres">
      <dgm:prSet presAssocID="{E8E5B2F1-4B29-493A-8ADF-272C50361EDD}" presName="conn2-1" presStyleLbl="parChTrans1D3" presStyleIdx="6" presStyleCnt="7"/>
      <dgm:spPr/>
      <dgm:t>
        <a:bodyPr/>
        <a:lstStyle/>
        <a:p>
          <a:pPr latinLnBrk="1"/>
          <a:endParaRPr lang="ko-KR" altLang="en-US"/>
        </a:p>
      </dgm:t>
    </dgm:pt>
    <dgm:pt modelId="{69397994-8B9B-427C-9035-8BC73E6BD552}" type="pres">
      <dgm:prSet presAssocID="{E8E5B2F1-4B29-493A-8ADF-272C50361EDD}" presName="connTx" presStyleLbl="parChTrans1D3" presStyleIdx="6" presStyleCnt="7"/>
      <dgm:spPr/>
      <dgm:t>
        <a:bodyPr/>
        <a:lstStyle/>
        <a:p>
          <a:pPr latinLnBrk="1"/>
          <a:endParaRPr lang="ko-KR" altLang="en-US"/>
        </a:p>
      </dgm:t>
    </dgm:pt>
    <dgm:pt modelId="{EB26703B-763A-4755-931A-D3885BB77238}" type="pres">
      <dgm:prSet presAssocID="{CAB5E2D6-1F0D-4A00-9482-E4E50221BE69}" presName="root2" presStyleCnt="0"/>
      <dgm:spPr/>
    </dgm:pt>
    <dgm:pt modelId="{A3C888A5-2544-42E3-9EF5-EC2F18A4E1BF}" type="pres">
      <dgm:prSet presAssocID="{CAB5E2D6-1F0D-4A00-9482-E4E50221BE69}" presName="LevelTwoTextNode" presStyleLbl="node3" presStyleIdx="6" presStyleCnt="7" custScaleX="391827" custScaleY="71956" custLinFactNeighborX="-5160" custLinFactNeighborY="-138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134142-7510-43A0-9515-CE1985E92151}" type="pres">
      <dgm:prSet presAssocID="{CAB5E2D6-1F0D-4A00-9482-E4E50221BE69}" presName="level3hierChild" presStyleCnt="0"/>
      <dgm:spPr/>
    </dgm:pt>
  </dgm:ptLst>
  <dgm:cxnLst>
    <dgm:cxn modelId="{3BB0D324-2E61-42D6-9389-7F7FCB8AD5AD}" type="presOf" srcId="{7E501B11-925F-4A1F-B178-DBD66459FDA9}" destId="{08B87269-9177-4344-82A1-6245B3312185}" srcOrd="0" destOrd="0" presId="urn:microsoft.com/office/officeart/2005/8/layout/hierarchy2"/>
    <dgm:cxn modelId="{AF2492BF-B227-45D8-8D1C-3754C6BDA839}" type="presOf" srcId="{DBAB429F-7D02-4689-9D58-75E63F162F61}" destId="{F68B40BC-D3F3-4A68-90A1-9BDA4CA75A9C}" srcOrd="0" destOrd="0" presId="urn:microsoft.com/office/officeart/2005/8/layout/hierarchy2"/>
    <dgm:cxn modelId="{2B4A6D66-96D3-43C0-9DDB-04C3240787F8}" type="presOf" srcId="{D8475C2F-8213-4B96-A717-7CCD241E0443}" destId="{2B98A6B6-DDEC-4C0B-B1DB-AD56E34316D2}" srcOrd="1" destOrd="0" presId="urn:microsoft.com/office/officeart/2005/8/layout/hierarchy2"/>
    <dgm:cxn modelId="{E573A038-A346-4D5C-85CC-FC8E94AB6FEE}" srcId="{EDE4BB4F-DE37-4413-B2D9-94CB03A93758}" destId="{0C28DBBD-54AF-4C5D-B255-1565875FA8FF}" srcOrd="0" destOrd="0" parTransId="{7EBCE2C1-2EDC-4B92-A3D8-F035F01AA886}" sibTransId="{1119BC6F-C2AB-4DFB-9A1B-E01E6D358A8B}"/>
    <dgm:cxn modelId="{408F2AE9-C3BC-4986-AA56-A7FF7CF96CC6}" srcId="{F7C90AE3-ACFD-447B-A719-1648A7124D69}" destId="{517ACB59-7FF7-474C-A8D4-393FDF91AEE1}" srcOrd="0" destOrd="0" parTransId="{FCFDD334-14BF-4C18-82E3-E5352843F994}" sibTransId="{E119E976-B9BE-4656-B025-3C5395EB1AE9}"/>
    <dgm:cxn modelId="{E165993B-0B07-4230-8C01-B3BB44D8575D}" type="presOf" srcId="{11DF8D89-3FF2-4496-81FF-F2F0FA52FE4C}" destId="{E789B87D-D4FB-4BF8-9158-F5F90AF303AF}" srcOrd="1" destOrd="0" presId="urn:microsoft.com/office/officeart/2005/8/layout/hierarchy2"/>
    <dgm:cxn modelId="{1F02007C-1D0D-4F57-BA5E-30721AA1A8C1}" type="presOf" srcId="{0C28DBBD-54AF-4C5D-B255-1565875FA8FF}" destId="{50E8C2D0-86CC-4FFD-B504-E6F1353C617B}" srcOrd="0" destOrd="0" presId="urn:microsoft.com/office/officeart/2005/8/layout/hierarchy2"/>
    <dgm:cxn modelId="{92F61147-AFE7-4367-A5D8-30B086A86489}" type="presOf" srcId="{F7C90AE3-ACFD-447B-A719-1648A7124D69}" destId="{5040C5D3-0786-433E-AECA-4AC94BC4C7A7}" srcOrd="0" destOrd="0" presId="urn:microsoft.com/office/officeart/2005/8/layout/hierarchy2"/>
    <dgm:cxn modelId="{4CD485EC-784A-4F9F-8CEE-8D795B6289C1}" srcId="{F7C90AE3-ACFD-447B-A719-1648A7124D69}" destId="{8C4687A3-2C12-4434-BC0E-51AACA851A49}" srcOrd="1" destOrd="0" parTransId="{3BC3C750-2511-49C4-8F98-AA5B73161958}" sibTransId="{1D119A03-F38C-47F1-9E2D-256EF2EBEA57}"/>
    <dgm:cxn modelId="{CC903985-4229-42DC-9B89-461408D3AAC9}" type="presOf" srcId="{755AD201-023B-4E4D-8C83-DA09CC01EA17}" destId="{341DA3C5-C12D-423C-96FF-B9A51A5492DA}" srcOrd="0" destOrd="0" presId="urn:microsoft.com/office/officeart/2005/8/layout/hierarchy2"/>
    <dgm:cxn modelId="{222FE4D5-A157-4AEB-A95E-26A8098FDB3F}" type="presOf" srcId="{7E19B548-47DE-4DF4-B6E2-77597F3FA7E3}" destId="{C8FC829D-0F42-4430-9582-A42EF64A55BE}" srcOrd="1" destOrd="0" presId="urn:microsoft.com/office/officeart/2005/8/layout/hierarchy2"/>
    <dgm:cxn modelId="{730691BC-4689-4463-86D6-AA0DFD7EE1A4}" type="presOf" srcId="{CAB5E2D6-1F0D-4A00-9482-E4E50221BE69}" destId="{A3C888A5-2544-42E3-9EF5-EC2F18A4E1BF}" srcOrd="0" destOrd="0" presId="urn:microsoft.com/office/officeart/2005/8/layout/hierarchy2"/>
    <dgm:cxn modelId="{792EA6CF-E7C2-4EF7-95D0-BF38F4B1B82E}" type="presOf" srcId="{E53434A4-C65B-4518-B9D9-85946D96DDFE}" destId="{A70382C5-F94E-4F34-885A-6FA593EDE68A}" srcOrd="0" destOrd="0" presId="urn:microsoft.com/office/officeart/2005/8/layout/hierarchy2"/>
    <dgm:cxn modelId="{9899E6DD-AAAB-4A0B-ACB1-71976D1C02B8}" type="presOf" srcId="{3BC3C750-2511-49C4-8F98-AA5B73161958}" destId="{6EEAB8C7-B5FE-4488-B35E-6703774A901C}" srcOrd="1" destOrd="0" presId="urn:microsoft.com/office/officeart/2005/8/layout/hierarchy2"/>
    <dgm:cxn modelId="{49D707A8-EBC7-458D-B63C-548B61461CD9}" srcId="{F7C90AE3-ACFD-447B-A719-1648A7124D69}" destId="{E53434A4-C65B-4518-B9D9-85946D96DDFE}" srcOrd="2" destOrd="0" parTransId="{D8475C2F-8213-4B96-A717-7CCD241E0443}" sibTransId="{984C0766-4E34-4347-80F7-39D3E5D14C93}"/>
    <dgm:cxn modelId="{C162DC94-5583-4BA2-8065-29A2DFFA3F64}" type="presOf" srcId="{87927160-E204-40BC-AF79-6897B1C03510}" destId="{A704B5D5-CB85-44FD-98C0-09F36DF0534A}" srcOrd="0" destOrd="0" presId="urn:microsoft.com/office/officeart/2005/8/layout/hierarchy2"/>
    <dgm:cxn modelId="{584E07E7-4178-481E-B985-2152E070D5B7}" type="presOf" srcId="{EDE4BB4F-DE37-4413-B2D9-94CB03A93758}" destId="{04387717-8951-4E20-B97D-B847F7859D3E}" srcOrd="0" destOrd="0" presId="urn:microsoft.com/office/officeart/2005/8/layout/hierarchy2"/>
    <dgm:cxn modelId="{A6BF5043-2C00-471A-9D97-E9145BE38818}" srcId="{0C28DBBD-54AF-4C5D-B255-1565875FA8FF}" destId="{C0A82668-8629-43EE-B06F-E44B5B18F10B}" srcOrd="1" destOrd="0" parTransId="{7E501B11-925F-4A1F-B178-DBD66459FDA9}" sibTransId="{E7E7F30C-E12F-4A22-9B24-BA4C6867D130}"/>
    <dgm:cxn modelId="{7D148F91-CAD7-40FE-85BA-5C7FF2B04F41}" type="presOf" srcId="{7E501B11-925F-4A1F-B178-DBD66459FDA9}" destId="{118F77F2-4415-4A66-8C81-D5AF4AAF71D0}" srcOrd="1" destOrd="0" presId="urn:microsoft.com/office/officeart/2005/8/layout/hierarchy2"/>
    <dgm:cxn modelId="{6A609404-EDE8-4B63-B467-706BE09B2E4F}" type="presOf" srcId="{D8475C2F-8213-4B96-A717-7CCD241E0443}" destId="{3440FDDF-30C2-4936-AF80-8001192BF05C}" srcOrd="0" destOrd="0" presId="urn:microsoft.com/office/officeart/2005/8/layout/hierarchy2"/>
    <dgm:cxn modelId="{FD683A63-9CA4-49F5-ABF3-E24AA50827C4}" type="presOf" srcId="{FCFDD334-14BF-4C18-82E3-E5352843F994}" destId="{0F206BED-4D9A-4D13-9382-22B26645D033}" srcOrd="1" destOrd="0" presId="urn:microsoft.com/office/officeart/2005/8/layout/hierarchy2"/>
    <dgm:cxn modelId="{086A0C8B-580A-474E-BCC6-5D9FC113B72B}" type="presOf" srcId="{6205E329-9282-4DA6-AB23-5DE5D9BC0541}" destId="{04D40013-163A-48D5-8013-7033DA6B9DAC}" srcOrd="0" destOrd="0" presId="urn:microsoft.com/office/officeart/2005/8/layout/hierarchy2"/>
    <dgm:cxn modelId="{F6464ACB-891E-4B5B-8D0B-3348680ECAA5}" type="presOf" srcId="{87927160-E204-40BC-AF79-6897B1C03510}" destId="{BBF020C8-3CDA-4016-8FC7-C5CB9928B3D6}" srcOrd="1" destOrd="0" presId="urn:microsoft.com/office/officeart/2005/8/layout/hierarchy2"/>
    <dgm:cxn modelId="{549E0607-A6DE-4743-B8E5-4D144E180145}" type="presOf" srcId="{FCFDD334-14BF-4C18-82E3-E5352843F994}" destId="{4E5FE196-2EA7-4934-912A-3D591F28C9F1}" srcOrd="0" destOrd="0" presId="urn:microsoft.com/office/officeart/2005/8/layout/hierarchy2"/>
    <dgm:cxn modelId="{EC2BF6E1-8FD9-47DF-80DA-B8F2F606D398}" srcId="{C0A82668-8629-43EE-B06F-E44B5B18F10B}" destId="{CAB5E2D6-1F0D-4A00-9482-E4E50221BE69}" srcOrd="3" destOrd="0" parTransId="{E8E5B2F1-4B29-493A-8ADF-272C50361EDD}" sibTransId="{F5B412DA-6F36-4E8C-9B90-13093C4D35A9}"/>
    <dgm:cxn modelId="{7C5E8C24-C54A-4AA2-8F5B-E2BA45D863BE}" type="presOf" srcId="{1796A937-FDD3-4AD5-B8FD-4BFCDF0C5861}" destId="{47305A0C-5286-4BAA-B7E1-2152C6567E6F}" srcOrd="0" destOrd="0" presId="urn:microsoft.com/office/officeart/2005/8/layout/hierarchy2"/>
    <dgm:cxn modelId="{C52B24C4-540B-40EE-869D-01A48896FFAD}" type="presOf" srcId="{C0A82668-8629-43EE-B06F-E44B5B18F10B}" destId="{9CA0007D-9D7F-4F43-BA92-A4CA47E9DF1A}" srcOrd="0" destOrd="0" presId="urn:microsoft.com/office/officeart/2005/8/layout/hierarchy2"/>
    <dgm:cxn modelId="{9E0B248E-453E-478C-81E9-82BF6167C3FC}" type="presOf" srcId="{11DF8D89-3FF2-4496-81FF-F2F0FA52FE4C}" destId="{533FFE40-C8BC-451B-BDEF-EC5503871135}" srcOrd="0" destOrd="0" presId="urn:microsoft.com/office/officeart/2005/8/layout/hierarchy2"/>
    <dgm:cxn modelId="{C6504623-E282-43D9-98B8-8232DA236D66}" srcId="{C0A82668-8629-43EE-B06F-E44B5B18F10B}" destId="{1796A937-FDD3-4AD5-B8FD-4BFCDF0C5861}" srcOrd="0" destOrd="0" parTransId="{755AD201-023B-4E4D-8C83-DA09CC01EA17}" sibTransId="{F0AD8F62-2F2C-4ECA-98C9-7026789E8FC1}"/>
    <dgm:cxn modelId="{3E56A017-85A7-41E7-BD32-2A89A5574CBA}" srcId="{0C28DBBD-54AF-4C5D-B255-1565875FA8FF}" destId="{F7C90AE3-ACFD-447B-A719-1648A7124D69}" srcOrd="0" destOrd="0" parTransId="{11DF8D89-3FF2-4496-81FF-F2F0FA52FE4C}" sibTransId="{1AE93A48-0F76-41D4-A06E-AA669FE93791}"/>
    <dgm:cxn modelId="{919AF71D-8F9E-40AD-82A4-C8FC22E96B11}" type="presOf" srcId="{3BC3C750-2511-49C4-8F98-AA5B73161958}" destId="{B9D31316-C171-413A-A6BF-524AE0104041}" srcOrd="0" destOrd="0" presId="urn:microsoft.com/office/officeart/2005/8/layout/hierarchy2"/>
    <dgm:cxn modelId="{12D377AD-892F-46E1-8444-340978939A76}" type="presOf" srcId="{755AD201-023B-4E4D-8C83-DA09CC01EA17}" destId="{096009E0-7F3C-40A5-AD55-71E9E2E0A3D6}" srcOrd="1" destOrd="0" presId="urn:microsoft.com/office/officeart/2005/8/layout/hierarchy2"/>
    <dgm:cxn modelId="{9AD2CB86-B24A-4A11-A3C1-17BF67A402CC}" type="presOf" srcId="{517ACB59-7FF7-474C-A8D4-393FDF91AEE1}" destId="{00F9D93E-18E9-40DE-8AD1-92D5303895CB}" srcOrd="0" destOrd="0" presId="urn:microsoft.com/office/officeart/2005/8/layout/hierarchy2"/>
    <dgm:cxn modelId="{40A8261F-C099-4AEE-BE46-75382D8293C0}" type="presOf" srcId="{E8E5B2F1-4B29-493A-8ADF-272C50361EDD}" destId="{69397994-8B9B-427C-9035-8BC73E6BD552}" srcOrd="1" destOrd="0" presId="urn:microsoft.com/office/officeart/2005/8/layout/hierarchy2"/>
    <dgm:cxn modelId="{58297EDF-AAC9-4E15-B221-AAF243B0F789}" srcId="{C0A82668-8629-43EE-B06F-E44B5B18F10B}" destId="{DBAB429F-7D02-4689-9D58-75E63F162F61}" srcOrd="1" destOrd="0" parTransId="{87927160-E204-40BC-AF79-6897B1C03510}" sibTransId="{43C2418A-5B4A-4B88-92BB-0AF201C86B91}"/>
    <dgm:cxn modelId="{608AA986-D69B-4860-A5C3-475513D0CF53}" type="presOf" srcId="{8C4687A3-2C12-4434-BC0E-51AACA851A49}" destId="{6C03747C-6E5D-4A28-A589-D580147D0511}" srcOrd="0" destOrd="0" presId="urn:microsoft.com/office/officeart/2005/8/layout/hierarchy2"/>
    <dgm:cxn modelId="{6E5E56AE-2CCF-49DC-970F-9DB1FA41C9C9}" type="presOf" srcId="{E8E5B2F1-4B29-493A-8ADF-272C50361EDD}" destId="{08651863-7461-47D6-A2F7-CFEED36B4804}" srcOrd="0" destOrd="0" presId="urn:microsoft.com/office/officeart/2005/8/layout/hierarchy2"/>
    <dgm:cxn modelId="{5CBD590F-6648-45D5-A2F7-7F7A28FBACCE}" type="presOf" srcId="{7E19B548-47DE-4DF4-B6E2-77597F3FA7E3}" destId="{8B649813-9F0B-484B-9F41-C87B9824FDCB}" srcOrd="0" destOrd="0" presId="urn:microsoft.com/office/officeart/2005/8/layout/hierarchy2"/>
    <dgm:cxn modelId="{F23BE332-BEB7-4867-8101-4B6A4C0AF256}" srcId="{C0A82668-8629-43EE-B06F-E44B5B18F10B}" destId="{6205E329-9282-4DA6-AB23-5DE5D9BC0541}" srcOrd="2" destOrd="0" parTransId="{7E19B548-47DE-4DF4-B6E2-77597F3FA7E3}" sibTransId="{E1E4D389-8ACD-4139-9187-B26CF74A2832}"/>
    <dgm:cxn modelId="{19582305-2947-440F-97B3-DF5B050D7148}" type="presParOf" srcId="{04387717-8951-4E20-B97D-B847F7859D3E}" destId="{D0E98ECC-A60F-40C4-A16B-4E13B014BBB9}" srcOrd="0" destOrd="0" presId="urn:microsoft.com/office/officeart/2005/8/layout/hierarchy2"/>
    <dgm:cxn modelId="{F1AAED70-07B9-43DB-97AA-CCDA651F4C06}" type="presParOf" srcId="{D0E98ECC-A60F-40C4-A16B-4E13B014BBB9}" destId="{50E8C2D0-86CC-4FFD-B504-E6F1353C617B}" srcOrd="0" destOrd="0" presId="urn:microsoft.com/office/officeart/2005/8/layout/hierarchy2"/>
    <dgm:cxn modelId="{0BAD5D64-43E3-4B51-8B07-6427746A46E2}" type="presParOf" srcId="{D0E98ECC-A60F-40C4-A16B-4E13B014BBB9}" destId="{E292DD92-4C45-4BA9-8862-7C1E558050D0}" srcOrd="1" destOrd="0" presId="urn:microsoft.com/office/officeart/2005/8/layout/hierarchy2"/>
    <dgm:cxn modelId="{9218B7A2-664A-4258-A649-25037A0410F0}" type="presParOf" srcId="{E292DD92-4C45-4BA9-8862-7C1E558050D0}" destId="{533FFE40-C8BC-451B-BDEF-EC5503871135}" srcOrd="0" destOrd="0" presId="urn:microsoft.com/office/officeart/2005/8/layout/hierarchy2"/>
    <dgm:cxn modelId="{A25F492F-3956-4E1F-881F-F30A18751ABE}" type="presParOf" srcId="{533FFE40-C8BC-451B-BDEF-EC5503871135}" destId="{E789B87D-D4FB-4BF8-9158-F5F90AF303AF}" srcOrd="0" destOrd="0" presId="urn:microsoft.com/office/officeart/2005/8/layout/hierarchy2"/>
    <dgm:cxn modelId="{1512DBC6-07B9-405A-9A90-F8699DA64C60}" type="presParOf" srcId="{E292DD92-4C45-4BA9-8862-7C1E558050D0}" destId="{F0A901E5-3B9D-4F89-9D07-685DE860AF13}" srcOrd="1" destOrd="0" presId="urn:microsoft.com/office/officeart/2005/8/layout/hierarchy2"/>
    <dgm:cxn modelId="{F29A9C5A-02D4-4815-B51A-55B56BEA4B91}" type="presParOf" srcId="{F0A901E5-3B9D-4F89-9D07-685DE860AF13}" destId="{5040C5D3-0786-433E-AECA-4AC94BC4C7A7}" srcOrd="0" destOrd="0" presId="urn:microsoft.com/office/officeart/2005/8/layout/hierarchy2"/>
    <dgm:cxn modelId="{780282A5-C408-497F-9889-E5B8E88D0EA3}" type="presParOf" srcId="{F0A901E5-3B9D-4F89-9D07-685DE860AF13}" destId="{D1A203E0-C9FB-44F3-95C8-9573945DCF75}" srcOrd="1" destOrd="0" presId="urn:microsoft.com/office/officeart/2005/8/layout/hierarchy2"/>
    <dgm:cxn modelId="{B609BF63-046E-4A0D-A85E-0CD438961700}" type="presParOf" srcId="{D1A203E0-C9FB-44F3-95C8-9573945DCF75}" destId="{4E5FE196-2EA7-4934-912A-3D591F28C9F1}" srcOrd="0" destOrd="0" presId="urn:microsoft.com/office/officeart/2005/8/layout/hierarchy2"/>
    <dgm:cxn modelId="{E62C65DD-9312-45A6-B55A-E87868639A1E}" type="presParOf" srcId="{4E5FE196-2EA7-4934-912A-3D591F28C9F1}" destId="{0F206BED-4D9A-4D13-9382-22B26645D033}" srcOrd="0" destOrd="0" presId="urn:microsoft.com/office/officeart/2005/8/layout/hierarchy2"/>
    <dgm:cxn modelId="{D5A6E5BC-79B4-4DDB-832F-136210E995F7}" type="presParOf" srcId="{D1A203E0-C9FB-44F3-95C8-9573945DCF75}" destId="{5A4994DB-C41F-439F-8E39-2B0CD6A86583}" srcOrd="1" destOrd="0" presId="urn:microsoft.com/office/officeart/2005/8/layout/hierarchy2"/>
    <dgm:cxn modelId="{9B602025-7A5F-4509-9738-20BB47BA65F9}" type="presParOf" srcId="{5A4994DB-C41F-439F-8E39-2B0CD6A86583}" destId="{00F9D93E-18E9-40DE-8AD1-92D5303895CB}" srcOrd="0" destOrd="0" presId="urn:microsoft.com/office/officeart/2005/8/layout/hierarchy2"/>
    <dgm:cxn modelId="{025E8CB7-4CA8-4DFB-BE7A-6B59D994412E}" type="presParOf" srcId="{5A4994DB-C41F-439F-8E39-2B0CD6A86583}" destId="{AB238F0F-257A-4817-91FB-E5503F3D7E86}" srcOrd="1" destOrd="0" presId="urn:microsoft.com/office/officeart/2005/8/layout/hierarchy2"/>
    <dgm:cxn modelId="{778B8A88-C96B-4B64-B62E-9665557FBD92}" type="presParOf" srcId="{D1A203E0-C9FB-44F3-95C8-9573945DCF75}" destId="{B9D31316-C171-413A-A6BF-524AE0104041}" srcOrd="2" destOrd="0" presId="urn:microsoft.com/office/officeart/2005/8/layout/hierarchy2"/>
    <dgm:cxn modelId="{959C9A31-DD1B-4EBD-995D-304024D44FEB}" type="presParOf" srcId="{B9D31316-C171-413A-A6BF-524AE0104041}" destId="{6EEAB8C7-B5FE-4488-B35E-6703774A901C}" srcOrd="0" destOrd="0" presId="urn:microsoft.com/office/officeart/2005/8/layout/hierarchy2"/>
    <dgm:cxn modelId="{B03A171C-80F6-47CC-B19F-74334360A1CB}" type="presParOf" srcId="{D1A203E0-C9FB-44F3-95C8-9573945DCF75}" destId="{E2D48891-FC28-4E20-A3F6-C7A7EC7CB1FF}" srcOrd="3" destOrd="0" presId="urn:microsoft.com/office/officeart/2005/8/layout/hierarchy2"/>
    <dgm:cxn modelId="{001E5E7F-FB4E-46A0-8B65-E71A61B328DF}" type="presParOf" srcId="{E2D48891-FC28-4E20-A3F6-C7A7EC7CB1FF}" destId="{6C03747C-6E5D-4A28-A589-D580147D0511}" srcOrd="0" destOrd="0" presId="urn:microsoft.com/office/officeart/2005/8/layout/hierarchy2"/>
    <dgm:cxn modelId="{78D37D15-EC48-4877-981F-4776B9C15BF2}" type="presParOf" srcId="{E2D48891-FC28-4E20-A3F6-C7A7EC7CB1FF}" destId="{44BA30BF-A602-43C5-8DD8-C3CD8DE2A917}" srcOrd="1" destOrd="0" presId="urn:microsoft.com/office/officeart/2005/8/layout/hierarchy2"/>
    <dgm:cxn modelId="{945D1913-6276-4260-83E4-C52110296624}" type="presParOf" srcId="{D1A203E0-C9FB-44F3-95C8-9573945DCF75}" destId="{3440FDDF-30C2-4936-AF80-8001192BF05C}" srcOrd="4" destOrd="0" presId="urn:microsoft.com/office/officeart/2005/8/layout/hierarchy2"/>
    <dgm:cxn modelId="{BB25A5CC-F03B-4EB2-8F1B-1CE57F7CD006}" type="presParOf" srcId="{3440FDDF-30C2-4936-AF80-8001192BF05C}" destId="{2B98A6B6-DDEC-4C0B-B1DB-AD56E34316D2}" srcOrd="0" destOrd="0" presId="urn:microsoft.com/office/officeart/2005/8/layout/hierarchy2"/>
    <dgm:cxn modelId="{6955E6C3-E4CD-4D3F-A5C6-9F25DF7DB8B7}" type="presParOf" srcId="{D1A203E0-C9FB-44F3-95C8-9573945DCF75}" destId="{E369FEBD-D530-46A1-8A40-9FC54EEDCD1C}" srcOrd="5" destOrd="0" presId="urn:microsoft.com/office/officeart/2005/8/layout/hierarchy2"/>
    <dgm:cxn modelId="{7B5C49BB-BA0C-417B-9D2D-96FB3FEE1605}" type="presParOf" srcId="{E369FEBD-D530-46A1-8A40-9FC54EEDCD1C}" destId="{A70382C5-F94E-4F34-885A-6FA593EDE68A}" srcOrd="0" destOrd="0" presId="urn:microsoft.com/office/officeart/2005/8/layout/hierarchy2"/>
    <dgm:cxn modelId="{FF6ADDB7-8E30-4E8A-8F1A-F2BA35752BDB}" type="presParOf" srcId="{E369FEBD-D530-46A1-8A40-9FC54EEDCD1C}" destId="{7F6927BD-9F51-400D-8FE3-56D6E1596454}" srcOrd="1" destOrd="0" presId="urn:microsoft.com/office/officeart/2005/8/layout/hierarchy2"/>
    <dgm:cxn modelId="{4064A268-5FE0-4AED-89F5-9809FC477340}" type="presParOf" srcId="{E292DD92-4C45-4BA9-8862-7C1E558050D0}" destId="{08B87269-9177-4344-82A1-6245B3312185}" srcOrd="2" destOrd="0" presId="urn:microsoft.com/office/officeart/2005/8/layout/hierarchy2"/>
    <dgm:cxn modelId="{D7D98E0D-B385-466B-ACB6-414A3AF366A8}" type="presParOf" srcId="{08B87269-9177-4344-82A1-6245B3312185}" destId="{118F77F2-4415-4A66-8C81-D5AF4AAF71D0}" srcOrd="0" destOrd="0" presId="urn:microsoft.com/office/officeart/2005/8/layout/hierarchy2"/>
    <dgm:cxn modelId="{CC09BE5D-28DF-49AF-A142-DA8DA169309B}" type="presParOf" srcId="{E292DD92-4C45-4BA9-8862-7C1E558050D0}" destId="{721A1E72-2D03-4CEB-A9E2-4A53AAD69BFA}" srcOrd="3" destOrd="0" presId="urn:microsoft.com/office/officeart/2005/8/layout/hierarchy2"/>
    <dgm:cxn modelId="{276C56F2-3136-461C-BA24-B2F5E8C6AB67}" type="presParOf" srcId="{721A1E72-2D03-4CEB-A9E2-4A53AAD69BFA}" destId="{9CA0007D-9D7F-4F43-BA92-A4CA47E9DF1A}" srcOrd="0" destOrd="0" presId="urn:microsoft.com/office/officeart/2005/8/layout/hierarchy2"/>
    <dgm:cxn modelId="{3613F455-2397-4AC3-B672-78A82E21F6D5}" type="presParOf" srcId="{721A1E72-2D03-4CEB-A9E2-4A53AAD69BFA}" destId="{B84DA6BE-929E-4011-9862-EFABF7978697}" srcOrd="1" destOrd="0" presId="urn:microsoft.com/office/officeart/2005/8/layout/hierarchy2"/>
    <dgm:cxn modelId="{5000AA3C-3503-4116-985C-E8F37319712C}" type="presParOf" srcId="{B84DA6BE-929E-4011-9862-EFABF7978697}" destId="{341DA3C5-C12D-423C-96FF-B9A51A5492DA}" srcOrd="0" destOrd="0" presId="urn:microsoft.com/office/officeart/2005/8/layout/hierarchy2"/>
    <dgm:cxn modelId="{45FF1F4C-68A7-4284-9D2E-822E30AA9BEE}" type="presParOf" srcId="{341DA3C5-C12D-423C-96FF-B9A51A5492DA}" destId="{096009E0-7F3C-40A5-AD55-71E9E2E0A3D6}" srcOrd="0" destOrd="0" presId="urn:microsoft.com/office/officeart/2005/8/layout/hierarchy2"/>
    <dgm:cxn modelId="{DF19AF47-ECB0-49E3-9319-88AE45E45AD8}" type="presParOf" srcId="{B84DA6BE-929E-4011-9862-EFABF7978697}" destId="{A559C775-4956-41A7-B835-0EDB7CD137EE}" srcOrd="1" destOrd="0" presId="urn:microsoft.com/office/officeart/2005/8/layout/hierarchy2"/>
    <dgm:cxn modelId="{9AAACD96-80DE-4E28-97D9-67E3D7963D0E}" type="presParOf" srcId="{A559C775-4956-41A7-B835-0EDB7CD137EE}" destId="{47305A0C-5286-4BAA-B7E1-2152C6567E6F}" srcOrd="0" destOrd="0" presId="urn:microsoft.com/office/officeart/2005/8/layout/hierarchy2"/>
    <dgm:cxn modelId="{0B24D064-A2BB-4CDE-BDF1-BDB6D1D97329}" type="presParOf" srcId="{A559C775-4956-41A7-B835-0EDB7CD137EE}" destId="{261AAAEB-61BE-4616-B0D8-512E402E5CF5}" srcOrd="1" destOrd="0" presId="urn:microsoft.com/office/officeart/2005/8/layout/hierarchy2"/>
    <dgm:cxn modelId="{D9CCA148-71C5-47B3-98AC-FBED22B2CEC0}" type="presParOf" srcId="{B84DA6BE-929E-4011-9862-EFABF7978697}" destId="{A704B5D5-CB85-44FD-98C0-09F36DF0534A}" srcOrd="2" destOrd="0" presId="urn:microsoft.com/office/officeart/2005/8/layout/hierarchy2"/>
    <dgm:cxn modelId="{38725796-84E3-4556-A92E-4AF0C547DCB9}" type="presParOf" srcId="{A704B5D5-CB85-44FD-98C0-09F36DF0534A}" destId="{BBF020C8-3CDA-4016-8FC7-C5CB9928B3D6}" srcOrd="0" destOrd="0" presId="urn:microsoft.com/office/officeart/2005/8/layout/hierarchy2"/>
    <dgm:cxn modelId="{1DFAC9BF-21F1-4D37-A296-1D0A195199B1}" type="presParOf" srcId="{B84DA6BE-929E-4011-9862-EFABF7978697}" destId="{D25FE31E-2A23-4A62-A300-2DCB621C8C3F}" srcOrd="3" destOrd="0" presId="urn:microsoft.com/office/officeart/2005/8/layout/hierarchy2"/>
    <dgm:cxn modelId="{F1BAA042-AD27-4302-B4D1-B0694034A546}" type="presParOf" srcId="{D25FE31E-2A23-4A62-A300-2DCB621C8C3F}" destId="{F68B40BC-D3F3-4A68-90A1-9BDA4CA75A9C}" srcOrd="0" destOrd="0" presId="urn:microsoft.com/office/officeart/2005/8/layout/hierarchy2"/>
    <dgm:cxn modelId="{B17AE6AC-F855-4E77-99AC-2585894C7748}" type="presParOf" srcId="{D25FE31E-2A23-4A62-A300-2DCB621C8C3F}" destId="{16E7A095-775A-4E12-A9BA-3BB5C4B85CF3}" srcOrd="1" destOrd="0" presId="urn:microsoft.com/office/officeart/2005/8/layout/hierarchy2"/>
    <dgm:cxn modelId="{B2563D66-629C-4D4D-82F9-D432329E9797}" type="presParOf" srcId="{B84DA6BE-929E-4011-9862-EFABF7978697}" destId="{8B649813-9F0B-484B-9F41-C87B9824FDCB}" srcOrd="4" destOrd="0" presId="urn:microsoft.com/office/officeart/2005/8/layout/hierarchy2"/>
    <dgm:cxn modelId="{4019F426-4FE6-4D15-BF25-A0B7B36AB3F7}" type="presParOf" srcId="{8B649813-9F0B-484B-9F41-C87B9824FDCB}" destId="{C8FC829D-0F42-4430-9582-A42EF64A55BE}" srcOrd="0" destOrd="0" presId="urn:microsoft.com/office/officeart/2005/8/layout/hierarchy2"/>
    <dgm:cxn modelId="{EE517007-AE0D-412F-8140-BB462CE60CE6}" type="presParOf" srcId="{B84DA6BE-929E-4011-9862-EFABF7978697}" destId="{205744C4-E1E1-49CD-9E5A-F675CB5303B8}" srcOrd="5" destOrd="0" presId="urn:microsoft.com/office/officeart/2005/8/layout/hierarchy2"/>
    <dgm:cxn modelId="{AB7711CA-38EC-4E17-83CC-857787AEAE9F}" type="presParOf" srcId="{205744C4-E1E1-49CD-9E5A-F675CB5303B8}" destId="{04D40013-163A-48D5-8013-7033DA6B9DAC}" srcOrd="0" destOrd="0" presId="urn:microsoft.com/office/officeart/2005/8/layout/hierarchy2"/>
    <dgm:cxn modelId="{11841735-11EF-4CE4-90F4-C1CD6A41A488}" type="presParOf" srcId="{205744C4-E1E1-49CD-9E5A-F675CB5303B8}" destId="{3BC92F58-4916-4663-BCBD-173444AFA16A}" srcOrd="1" destOrd="0" presId="urn:microsoft.com/office/officeart/2005/8/layout/hierarchy2"/>
    <dgm:cxn modelId="{10907360-6BCB-4602-81A4-024592113782}" type="presParOf" srcId="{B84DA6BE-929E-4011-9862-EFABF7978697}" destId="{08651863-7461-47D6-A2F7-CFEED36B4804}" srcOrd="6" destOrd="0" presId="urn:microsoft.com/office/officeart/2005/8/layout/hierarchy2"/>
    <dgm:cxn modelId="{1F2055DD-06B6-4B73-92E6-44E507DA6986}" type="presParOf" srcId="{08651863-7461-47D6-A2F7-CFEED36B4804}" destId="{69397994-8B9B-427C-9035-8BC73E6BD552}" srcOrd="0" destOrd="0" presId="urn:microsoft.com/office/officeart/2005/8/layout/hierarchy2"/>
    <dgm:cxn modelId="{94B9BF23-D2B1-419C-AEC0-0D77EE78BF9D}" type="presParOf" srcId="{B84DA6BE-929E-4011-9862-EFABF7978697}" destId="{EB26703B-763A-4755-931A-D3885BB77238}" srcOrd="7" destOrd="0" presId="urn:microsoft.com/office/officeart/2005/8/layout/hierarchy2"/>
    <dgm:cxn modelId="{72EC6325-EEA7-4478-8992-2495266936CE}" type="presParOf" srcId="{EB26703B-763A-4755-931A-D3885BB77238}" destId="{A3C888A5-2544-42E3-9EF5-EC2F18A4E1BF}" srcOrd="0" destOrd="0" presId="urn:microsoft.com/office/officeart/2005/8/layout/hierarchy2"/>
    <dgm:cxn modelId="{5D0BE1D7-7725-4259-958A-C89C2BF88206}" type="presParOf" srcId="{EB26703B-763A-4755-931A-D3885BB77238}" destId="{8F134142-7510-43A0-9515-CE1985E9215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E4BB4F-DE37-4413-B2D9-94CB03A93758}" type="doc">
      <dgm:prSet loTypeId="urn:microsoft.com/office/officeart/2005/8/layout/hierarchy2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0C28DBBD-54AF-4C5D-B255-1565875FA8FF}">
      <dgm:prSet phldrT="[텍스트]" custT="1"/>
      <dgm:spPr/>
      <dgm:t>
        <a:bodyPr/>
        <a:lstStyle/>
        <a:p>
          <a:pPr algn="ctr" latinLnBrk="0"/>
          <a:r>
            <a:rPr lang="ko-KR" altLang="en-US" sz="1800" b="0" dirty="0" smtClean="0">
              <a:solidFill>
                <a:schemeClr val="tx1"/>
              </a:solidFill>
              <a:effectLst/>
            </a:rPr>
            <a:t>음악 분위기 제어 기술</a:t>
          </a:r>
          <a:endParaRPr lang="en-US" altLang="ko-KR" sz="1800" b="0" dirty="0" smtClean="0">
            <a:solidFill>
              <a:schemeClr val="tx1"/>
            </a:solidFill>
            <a:effectLst/>
          </a:endParaRPr>
        </a:p>
        <a:p>
          <a:pPr marL="82550" indent="-82550" algn="l" latinLnBrk="0"/>
          <a:r>
            <a:rPr lang="en-US" altLang="ko-KR" sz="1800" b="0" dirty="0" smtClean="0">
              <a:solidFill>
                <a:schemeClr val="tx1"/>
              </a:solidFill>
              <a:effectLst/>
            </a:rPr>
            <a:t>-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음악 분위기 제어를 위한 </a:t>
          </a:r>
          <a:r>
            <a:rPr lang="ko-KR" altLang="en-US" sz="1200" b="0" dirty="0" err="1" smtClean="0">
              <a:solidFill>
                <a:schemeClr val="tx1"/>
              </a:solidFill>
              <a:effectLst/>
            </a:rPr>
            <a:t>음원의</a:t>
          </a:r>
          <a:r>
            <a:rPr lang="ko-KR" altLang="en-US" sz="1200" b="0" dirty="0" smtClean="0">
              <a:solidFill>
                <a:schemeClr val="tx1"/>
              </a:solidFill>
              <a:effectLst/>
            </a:rPr>
            <a:t> 특징 검출 기술 연구</a:t>
          </a:r>
          <a:endParaRPr lang="ko-KR" altLang="en-US" sz="1200" b="0" dirty="0">
            <a:solidFill>
              <a:schemeClr val="tx1"/>
            </a:solidFill>
            <a:effectLst/>
          </a:endParaRPr>
        </a:p>
      </dgm:t>
    </dgm:pt>
    <dgm:pt modelId="{7EBCE2C1-2EDC-4B92-A3D8-F035F01AA886}" type="parTrans" cxnId="{E573A038-A346-4D5C-85CC-FC8E94AB6FEE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1119BC6F-C2AB-4DFB-9A1B-E01E6D358A8B}" type="sibTrans" cxnId="{E573A038-A346-4D5C-85CC-FC8E94AB6FEE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F7C90AE3-ACFD-447B-A719-1648A7124D69}">
      <dgm:prSet phldrT="[텍스트]"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</a:rPr>
            <a:t>제어 가능한 음악 분위기 정의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11DF8D89-3FF2-4496-81FF-F2F0FA52FE4C}" type="parTrans" cxnId="{3E56A017-85A7-41E7-BD32-2A89A5574CBA}">
      <dgm:prSet custT="1"/>
      <dgm:spPr/>
      <dgm:t>
        <a:bodyPr/>
        <a:lstStyle/>
        <a:p>
          <a:pPr latinLnBrk="1"/>
          <a:endParaRPr lang="ko-KR" altLang="en-US" sz="700" b="0">
            <a:solidFill>
              <a:schemeClr val="tx1"/>
            </a:solidFill>
            <a:effectLst/>
          </a:endParaRPr>
        </a:p>
      </dgm:t>
    </dgm:pt>
    <dgm:pt modelId="{1AE93A48-0F76-41D4-A06E-AA669FE93791}" type="sibTrans" cxnId="{3E56A017-85A7-41E7-BD32-2A89A5574CBA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517ACB59-7FF7-474C-A8D4-393FDF91AEE1}">
      <dgm:prSet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</a:rPr>
            <a:t>분위기 분류 참조 모델 선정 및 분석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FCFDD334-14BF-4C18-82E3-E5352843F994}" type="parTrans" cxnId="{408F2AE9-C3BC-4986-AA56-A7FF7CF96CC6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E119E976-B9BE-4656-B025-3C5395EB1AE9}" type="sibTrans" cxnId="{408F2AE9-C3BC-4986-AA56-A7FF7CF96CC6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24457CC2-2860-4B72-B6D3-A22B7E612C0D}">
      <dgm:prSet custT="1"/>
      <dgm:spPr/>
      <dgm:t>
        <a:bodyPr/>
        <a:lstStyle/>
        <a:p>
          <a:pPr latinLnBrk="0"/>
          <a:r>
            <a:rPr lang="en-US" altLang="ko-KR" sz="1400" b="0" dirty="0" smtClean="0">
              <a:solidFill>
                <a:schemeClr val="tx1"/>
              </a:solidFill>
              <a:effectLst/>
            </a:rPr>
            <a:t>SmartSound</a:t>
          </a:r>
          <a:r>
            <a:rPr lang="en-US" altLang="ko-KR" sz="1400" b="1" baseline="30000" dirty="0" smtClean="0">
              <a:solidFill>
                <a:srgbClr val="1F006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  <a:r>
            <a:rPr lang="en-US" altLang="ko-KR" sz="1400" b="0" dirty="0" smtClean="0">
              <a:solidFill>
                <a:schemeClr val="tx1"/>
              </a:solidFill>
              <a:effectLst/>
            </a:rPr>
            <a:t>, 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전체 </a:t>
          </a:r>
          <a:r>
            <a:rPr lang="en-US" altLang="ko-KR" sz="1400" b="0" dirty="0" smtClean="0">
              <a:solidFill>
                <a:schemeClr val="tx1"/>
              </a:solidFill>
              <a:effectLst/>
            </a:rPr>
            <a:t>184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개의 분위기 분류 분석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6221C1C7-0D12-43A2-8490-3F078E5A3AE5}" type="parTrans" cxnId="{6973762F-4E58-4AB2-93CE-EAAC9F8AE09B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3F635D20-79A0-4652-9AD5-44114ACB9E11}" type="sibTrans" cxnId="{6973762F-4E58-4AB2-93CE-EAAC9F8AE09B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8C4687A3-2C12-4434-BC0E-51AACA851A49}">
      <dgm:prSet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</a:rPr>
            <a:t>적용 가능한 대표적 분위기 선정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3BC3C750-2511-49C4-8F98-AA5B73161958}" type="parTrans" cxnId="{4CD485EC-784A-4F9F-8CEE-8D795B6289C1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1D119A03-F38C-47F1-9E2D-256EF2EBEA57}" type="sibTrans" cxnId="{4CD485EC-784A-4F9F-8CEE-8D795B6289C1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752B2900-398B-4C5A-B5C0-ECC33D2E3BB3}">
      <dgm:prSet phldrT="[텍스트]"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</a:rPr>
            <a:t>분위기 별 트랙 설정 고찰 및 분위기 제어 방안 수립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B357B5FB-C312-4257-A06F-F5128821F6AA}" type="parTrans" cxnId="{A9765752-8D19-4527-8A93-CDB6A285D89D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6722142E-57EF-43C1-8C36-AFBC8CB9859E}" type="sibTrans" cxnId="{A9765752-8D19-4527-8A93-CDB6A285D89D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4F3F4591-AE1F-4720-92E7-49C4F88EB38D}">
      <dgm:prSet phldrT="[텍스트]"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</a:rPr>
            <a:t>분위기 별 악기 </a:t>
          </a:r>
          <a:r>
            <a:rPr lang="ko-KR" altLang="en-US" sz="1400" b="0" dirty="0" err="1" smtClean="0">
              <a:solidFill>
                <a:schemeClr val="tx1"/>
              </a:solidFill>
              <a:effectLst/>
            </a:rPr>
            <a:t>설정값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 일반화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85994B26-39BE-431D-8BF6-8D55A472A011}" type="parTrans" cxnId="{EBC0D075-C78A-4810-B671-26965AD347FF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8F4D54B0-8C26-4493-AB33-F8BF79A696A8}" type="sibTrans" cxnId="{EBC0D075-C78A-4810-B671-26965AD347FF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C0A82668-8629-43EE-B06F-E44B5B18F10B}">
      <dgm:prSet phldrT="[텍스트]" custT="1"/>
      <dgm:spPr/>
      <dgm:t>
        <a:bodyPr/>
        <a:lstStyle/>
        <a:p>
          <a:pPr latinLnBrk="0"/>
          <a:r>
            <a:rPr lang="en-US" altLang="ko-KR" sz="1400" b="0" dirty="0" smtClean="0">
              <a:solidFill>
                <a:schemeClr val="tx1"/>
              </a:solidFill>
              <a:effectLst/>
            </a:rPr>
            <a:t>Music 2.0 </a:t>
          </a:r>
          <a:r>
            <a:rPr lang="ko-KR" altLang="en-US" sz="1400" b="0" dirty="0" err="1" smtClean="0">
              <a:solidFill>
                <a:schemeClr val="tx1"/>
              </a:solidFill>
              <a:effectLst/>
            </a:rPr>
            <a:t>음원에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 의한 분위기 제어 구현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7E501B11-925F-4A1F-B178-DBD66459FDA9}" type="parTrans" cxnId="{A6BF5043-2C00-471A-9D97-E9145BE38818}">
      <dgm:prSet custT="1"/>
      <dgm:spPr/>
      <dgm:t>
        <a:bodyPr/>
        <a:lstStyle/>
        <a:p>
          <a:pPr latinLnBrk="1"/>
          <a:endParaRPr lang="ko-KR" altLang="en-US" sz="700" b="0">
            <a:solidFill>
              <a:schemeClr val="tx1"/>
            </a:solidFill>
            <a:effectLst/>
          </a:endParaRPr>
        </a:p>
      </dgm:t>
    </dgm:pt>
    <dgm:pt modelId="{E7E7F30C-E12F-4A22-9B24-BA4C6867D130}" type="sibTrans" cxnId="{A6BF5043-2C00-471A-9D97-E9145BE38818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3C1C47FD-D44A-430A-9022-362987DAB8C0}">
      <dgm:prSet phldrT="[텍스트]" custT="1"/>
      <dgm:spPr/>
      <dgm:t>
        <a:bodyPr/>
        <a:lstStyle/>
        <a:p>
          <a:pPr latinLnBrk="0"/>
          <a:r>
            <a:rPr lang="en-US" altLang="ko-KR" sz="1400" b="0" dirty="0" smtClean="0">
              <a:solidFill>
                <a:schemeClr val="tx1"/>
              </a:solidFill>
              <a:effectLst/>
            </a:rPr>
            <a:t>Music 2.0 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트랙 조합에 따른 분위기 제어 구현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C0032B48-3B16-487B-A8B9-6400A8B7E31C}" type="parTrans" cxnId="{C5CAB109-29DA-4C4C-B2C2-0B9609B755A4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4B9E48FD-3E81-4E82-A4F6-6E39C15CAE68}" type="sibTrans" cxnId="{C5CAB109-29DA-4C4C-B2C2-0B9609B755A4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962C9409-0C34-4F61-9758-B1A3960352C3}">
      <dgm:prSet phldrT="[텍스트]"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</a:rPr>
            <a:t>청음 실험에 의한 분위기의 실제 느낌 분석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12AD84B0-5391-48A0-99BC-2A688226085E}" type="parTrans" cxnId="{648B7157-C06B-40A5-8780-F84FD06B5CF7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330B8280-C107-4E34-A25F-E151B358532D}" type="sibTrans" cxnId="{648B7157-C06B-40A5-8780-F84FD06B5CF7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AA1C3C88-71CF-46FA-A4D1-781730CCAA3A}">
      <dgm:prSet phldrT="[텍스트]"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</a:rPr>
            <a:t>분위기 제어 방안 수립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3C528F87-41A5-4B2E-A3EC-FDF24E47FC74}" type="parTrans" cxnId="{CC44D035-BFAD-4577-974D-BD9F5141DEFF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084A4CED-9BDA-4EB6-BC2B-11249A2EC609}" type="sibTrans" cxnId="{CC44D035-BFAD-4577-974D-BD9F5141DEFF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E65B5903-D7F5-4087-A9CD-A83F42A900B4}">
      <dgm:prSet phldrT="[텍스트]"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</a:rPr>
            <a:t>악기의 선택 및 볼륨 조정에 의한 분위기 제어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6D86B22F-D2B3-44E7-BF2A-4F27111C22A9}" type="parTrans" cxnId="{F264CCC3-ADBA-48BE-AAA3-9F55787BC32C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33CC1ACF-1205-4C8B-8D2D-C35167BACC00}" type="sibTrans" cxnId="{F264CCC3-ADBA-48BE-AAA3-9F55787BC32C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034EF4A8-E34C-41E0-A852-FD545735EEFF}">
      <dgm:prSet phldrT="[텍스트]"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</a:rPr>
            <a:t>다양한 효과 적용에 의한 분위기 제어 방안 </a:t>
          </a:r>
          <a:r>
            <a:rPr lang="en-US" altLang="ko-KR" sz="1400" b="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잔향</a:t>
          </a:r>
          <a:r>
            <a:rPr lang="en-US" altLang="ko-KR" sz="1400" b="0" dirty="0" smtClean="0">
              <a:solidFill>
                <a:schemeClr val="tx1"/>
              </a:solidFill>
              <a:effectLst/>
            </a:rPr>
            <a:t>, 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음색 등</a:t>
          </a:r>
          <a:r>
            <a:rPr lang="en-US" altLang="ko-KR" sz="1400" b="0" dirty="0" smtClean="0">
              <a:solidFill>
                <a:schemeClr val="tx1"/>
              </a:solidFill>
              <a:effectLst/>
            </a:rPr>
            <a:t>)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DC1B0E67-6BEB-41DF-981C-D6C70E7A714B}" type="parTrans" cxnId="{7E9111C9-EAA0-4C89-BCA1-70DCB35363AE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4BE5B871-2528-4FBF-A491-60A40BA1EB94}" type="sibTrans" cxnId="{7E9111C9-EAA0-4C89-BCA1-70DCB35363AE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438080B4-44AB-44AD-99DB-B2C291CE857A}">
      <dgm:prSet phldrT="[텍스트]" custT="1"/>
      <dgm:spPr/>
      <dgm:t>
        <a:bodyPr/>
        <a:lstStyle/>
        <a:p>
          <a:pPr latinLnBrk="0"/>
          <a:r>
            <a:rPr lang="en-US" altLang="ko-KR" sz="1400" b="0" dirty="0" smtClean="0">
              <a:solidFill>
                <a:schemeClr val="tx1"/>
              </a:solidFill>
              <a:effectLst/>
            </a:rPr>
            <a:t>4 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개의 대표적 분위기 선정 및 트랙 설정 값 결정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4E624159-1871-423B-A8C9-104E5AE657F6}" type="parTrans" cxnId="{86AA973F-AF35-4FAC-A950-336A0EA9662E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2E6B15C0-041D-4BB0-BA82-C627140E2BBA}" type="sibTrans" cxnId="{86AA973F-AF35-4FAC-A950-336A0EA9662E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9E421892-C5F3-49BD-856D-070DC7169762}">
      <dgm:prSet phldrT="[텍스트]" custT="1"/>
      <dgm:spPr/>
      <dgm:t>
        <a:bodyPr/>
        <a:lstStyle/>
        <a:p>
          <a:pPr latinLnBrk="0"/>
          <a:r>
            <a:rPr lang="en-US" altLang="ko-KR" sz="1400" b="0" dirty="0" smtClean="0">
              <a:solidFill>
                <a:schemeClr val="tx1"/>
              </a:solidFill>
              <a:effectLst/>
            </a:rPr>
            <a:t>Music 2.0 Player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에 분위기 제어 기능 구현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F8713899-771D-4F0D-90E8-8645013F2AD3}" type="parTrans" cxnId="{CD68A5DE-CBB2-4C2B-9171-844BFACC231E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6A4FB99A-C344-41A8-9AB0-845C5FCBB2AE}" type="sibTrans" cxnId="{CD68A5DE-CBB2-4C2B-9171-844BFACC231E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843CAEE8-8F33-43F2-9D13-A354F54A3277}">
      <dgm:prSet phldrT="[텍스트]"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</a:rPr>
            <a:t>청음 실험에 의한 분위기의 느낌 및 명칭 공모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EFEB74CE-08C2-4452-B50C-20C0DF7C1BC3}" type="parTrans" cxnId="{F5C09DAC-6A94-431D-9E8E-10C72F287261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EB8F0667-0376-4CC6-92D7-1C8532853B0A}" type="sibTrans" cxnId="{F5C09DAC-6A94-431D-9E8E-10C72F287261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C66039F4-DE4E-4492-A35F-0ACF4661CDDF}">
      <dgm:prSet phldrT="[텍스트]" custT="1"/>
      <dgm:spPr/>
      <dgm:t>
        <a:bodyPr/>
        <a:lstStyle/>
        <a:p>
          <a:pPr latinLnBrk="0"/>
          <a:r>
            <a:rPr lang="en-US" altLang="ko-KR" sz="1400" b="0" dirty="0" smtClean="0">
              <a:solidFill>
                <a:schemeClr val="tx1"/>
              </a:solidFill>
              <a:effectLst/>
            </a:rPr>
            <a:t>6 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장르</a:t>
          </a:r>
          <a:r>
            <a:rPr lang="en-US" altLang="ko-KR" sz="1400" b="0" dirty="0" smtClean="0">
              <a:solidFill>
                <a:schemeClr val="tx1"/>
              </a:solidFill>
              <a:effectLst/>
            </a:rPr>
            <a:t>, 48</a:t>
          </a:r>
          <a:r>
            <a:rPr lang="ko-KR" altLang="en-US" sz="1400" b="0" dirty="0" smtClean="0">
              <a:solidFill>
                <a:schemeClr val="tx1"/>
              </a:solidFill>
              <a:effectLst/>
            </a:rPr>
            <a:t>곡의 </a:t>
          </a:r>
          <a:r>
            <a:rPr lang="en-US" altLang="ko-KR" sz="1400" b="0" dirty="0" smtClean="0">
              <a:solidFill>
                <a:schemeClr val="tx1"/>
              </a:solidFill>
              <a:effectLst/>
            </a:rPr>
            <a:t>Music 2.0 </a:t>
          </a:r>
          <a:r>
            <a:rPr lang="ko-KR" altLang="en-US" sz="1400" b="0" dirty="0" err="1" smtClean="0">
              <a:solidFill>
                <a:schemeClr val="tx1"/>
              </a:solidFill>
              <a:effectLst/>
            </a:rPr>
            <a:t>콘텐츠</a:t>
          </a:r>
          <a:endParaRPr lang="ko-KR" altLang="en-US" sz="1400" b="0" dirty="0">
            <a:solidFill>
              <a:schemeClr val="tx1"/>
            </a:solidFill>
            <a:effectLst/>
          </a:endParaRPr>
        </a:p>
      </dgm:t>
    </dgm:pt>
    <dgm:pt modelId="{D54337B8-E430-4122-8D56-EF882DCF1DFD}" type="parTrans" cxnId="{1970182F-E19B-4383-9C27-EDA8206A3008}">
      <dgm:prSet custT="1"/>
      <dgm:spPr/>
      <dgm:t>
        <a:bodyPr/>
        <a:lstStyle/>
        <a:p>
          <a:pPr latinLnBrk="1"/>
          <a:endParaRPr lang="ko-KR" altLang="en-US" sz="600" b="0">
            <a:solidFill>
              <a:schemeClr val="tx1"/>
            </a:solidFill>
            <a:effectLst/>
          </a:endParaRPr>
        </a:p>
      </dgm:t>
    </dgm:pt>
    <dgm:pt modelId="{41DADFEF-7996-45C4-AA5B-E0F7C6FDEDD8}" type="sibTrans" cxnId="{1970182F-E19B-4383-9C27-EDA8206A3008}">
      <dgm:prSet/>
      <dgm:spPr/>
      <dgm:t>
        <a:bodyPr/>
        <a:lstStyle/>
        <a:p>
          <a:pPr latinLnBrk="1"/>
          <a:endParaRPr lang="ko-KR" altLang="en-US" sz="2000" b="0">
            <a:solidFill>
              <a:schemeClr val="tx1"/>
            </a:solidFill>
            <a:effectLst/>
          </a:endParaRPr>
        </a:p>
      </dgm:t>
    </dgm:pt>
    <dgm:pt modelId="{04387717-8951-4E20-B97D-B847F7859D3E}" type="pres">
      <dgm:prSet presAssocID="{EDE4BB4F-DE37-4413-B2D9-94CB03A9375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0E98ECC-A60F-40C4-A16B-4E13B014BBB9}" type="pres">
      <dgm:prSet presAssocID="{0C28DBBD-54AF-4C5D-B255-1565875FA8FF}" presName="root1" presStyleCnt="0"/>
      <dgm:spPr/>
    </dgm:pt>
    <dgm:pt modelId="{50E8C2D0-86CC-4FFD-B504-E6F1353C617B}" type="pres">
      <dgm:prSet presAssocID="{0C28DBBD-54AF-4C5D-B255-1565875FA8FF}" presName="LevelOneTextNode" presStyleLbl="node0" presStyleIdx="0" presStyleCnt="1" custScaleX="137940" custScaleY="506262" custLinFactNeighborX="-5721" custLinFactNeighborY="-524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292DD92-4C45-4BA9-8862-7C1E558050D0}" type="pres">
      <dgm:prSet presAssocID="{0C28DBBD-54AF-4C5D-B255-1565875FA8FF}" presName="level2hierChild" presStyleCnt="0"/>
      <dgm:spPr/>
    </dgm:pt>
    <dgm:pt modelId="{533FFE40-C8BC-451B-BDEF-EC5503871135}" type="pres">
      <dgm:prSet presAssocID="{11DF8D89-3FF2-4496-81FF-F2F0FA52FE4C}" presName="conn2-1" presStyleLbl="parChTrans1D2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E789B87D-D4FB-4BF8-9158-F5F90AF303AF}" type="pres">
      <dgm:prSet presAssocID="{11DF8D89-3FF2-4496-81FF-F2F0FA52FE4C}" presName="connTx" presStyleLbl="parChTrans1D2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F0A901E5-3B9D-4F89-9D07-685DE860AF13}" type="pres">
      <dgm:prSet presAssocID="{F7C90AE3-ACFD-447B-A719-1648A7124D69}" presName="root2" presStyleCnt="0"/>
      <dgm:spPr/>
    </dgm:pt>
    <dgm:pt modelId="{5040C5D3-0786-433E-AECA-4AC94BC4C7A7}" type="pres">
      <dgm:prSet presAssocID="{F7C90AE3-ACFD-447B-A719-1648A7124D69}" presName="LevelTwoTextNode" presStyleLbl="node2" presStyleIdx="0" presStyleCnt="3" custScaleX="147910" custScaleY="234269" custLinFactNeighborX="-10635" custLinFactNeighborY="7599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1A203E0-C9FB-44F3-95C8-9573945DCF75}" type="pres">
      <dgm:prSet presAssocID="{F7C90AE3-ACFD-447B-A719-1648A7124D69}" presName="level3hierChild" presStyleCnt="0"/>
      <dgm:spPr/>
    </dgm:pt>
    <dgm:pt modelId="{4E5FE196-2EA7-4934-912A-3D591F28C9F1}" type="pres">
      <dgm:prSet presAssocID="{FCFDD334-14BF-4C18-82E3-E5352843F994}" presName="conn2-1" presStyleLbl="parChTrans1D3" presStyleIdx="0" presStyleCnt="8"/>
      <dgm:spPr/>
      <dgm:t>
        <a:bodyPr/>
        <a:lstStyle/>
        <a:p>
          <a:pPr latinLnBrk="1"/>
          <a:endParaRPr lang="ko-KR" altLang="en-US"/>
        </a:p>
      </dgm:t>
    </dgm:pt>
    <dgm:pt modelId="{0F206BED-4D9A-4D13-9382-22B26645D033}" type="pres">
      <dgm:prSet presAssocID="{FCFDD334-14BF-4C18-82E3-E5352843F994}" presName="connTx" presStyleLbl="parChTrans1D3" presStyleIdx="0" presStyleCnt="8"/>
      <dgm:spPr/>
      <dgm:t>
        <a:bodyPr/>
        <a:lstStyle/>
        <a:p>
          <a:pPr latinLnBrk="1"/>
          <a:endParaRPr lang="ko-KR" altLang="en-US"/>
        </a:p>
      </dgm:t>
    </dgm:pt>
    <dgm:pt modelId="{5A4994DB-C41F-439F-8E39-2B0CD6A86583}" type="pres">
      <dgm:prSet presAssocID="{517ACB59-7FF7-474C-A8D4-393FDF91AEE1}" presName="root2" presStyleCnt="0"/>
      <dgm:spPr/>
    </dgm:pt>
    <dgm:pt modelId="{00F9D93E-18E9-40DE-8AD1-92D5303895CB}" type="pres">
      <dgm:prSet presAssocID="{517ACB59-7FF7-474C-A8D4-393FDF91AEE1}" presName="LevelTwoTextNode" presStyleLbl="node3" presStyleIdx="0" presStyleCnt="8" custScaleX="312386" custScaleY="130444" custLinFactNeighborX="-18136" custLinFactNeighborY="7405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B238F0F-257A-4817-91FB-E5503F3D7E86}" type="pres">
      <dgm:prSet presAssocID="{517ACB59-7FF7-474C-A8D4-393FDF91AEE1}" presName="level3hierChild" presStyleCnt="0"/>
      <dgm:spPr/>
    </dgm:pt>
    <dgm:pt modelId="{08C6C7CC-DEEE-4073-80E1-3329C8030856}" type="pres">
      <dgm:prSet presAssocID="{6221C1C7-0D12-43A2-8490-3F078E5A3AE5}" presName="conn2-1" presStyleLbl="parChTrans1D4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30815591-811A-47E5-8F90-4859739A6421}" type="pres">
      <dgm:prSet presAssocID="{6221C1C7-0D12-43A2-8490-3F078E5A3AE5}" presName="connTx" presStyleLbl="parChTrans1D4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B450E630-54B5-46E7-927D-95F474E43BEF}" type="pres">
      <dgm:prSet presAssocID="{24457CC2-2860-4B72-B6D3-A22B7E612C0D}" presName="root2" presStyleCnt="0"/>
      <dgm:spPr/>
    </dgm:pt>
    <dgm:pt modelId="{1562CCAF-8442-41AA-B316-76F5C3B2AF75}" type="pres">
      <dgm:prSet presAssocID="{24457CC2-2860-4B72-B6D3-A22B7E612C0D}" presName="LevelTwoTextNode" presStyleLbl="node4" presStyleIdx="0" presStyleCnt="5" custScaleX="329263" custScaleY="133954" custLinFactNeighborX="-15113" custLinFactNeighborY="7823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754E5AC-837B-4FC1-B755-441CBEC3B376}" type="pres">
      <dgm:prSet presAssocID="{24457CC2-2860-4B72-B6D3-A22B7E612C0D}" presName="level3hierChild" presStyleCnt="0"/>
      <dgm:spPr/>
    </dgm:pt>
    <dgm:pt modelId="{B9D31316-C171-413A-A6BF-524AE0104041}" type="pres">
      <dgm:prSet presAssocID="{3BC3C750-2511-49C4-8F98-AA5B73161958}" presName="conn2-1" presStyleLbl="parChTrans1D3" presStyleIdx="1" presStyleCnt="8"/>
      <dgm:spPr/>
      <dgm:t>
        <a:bodyPr/>
        <a:lstStyle/>
        <a:p>
          <a:pPr latinLnBrk="1"/>
          <a:endParaRPr lang="ko-KR" altLang="en-US"/>
        </a:p>
      </dgm:t>
    </dgm:pt>
    <dgm:pt modelId="{6EEAB8C7-B5FE-4488-B35E-6703774A901C}" type="pres">
      <dgm:prSet presAssocID="{3BC3C750-2511-49C4-8F98-AA5B73161958}" presName="connTx" presStyleLbl="parChTrans1D3" presStyleIdx="1" presStyleCnt="8"/>
      <dgm:spPr/>
      <dgm:t>
        <a:bodyPr/>
        <a:lstStyle/>
        <a:p>
          <a:pPr latinLnBrk="1"/>
          <a:endParaRPr lang="ko-KR" altLang="en-US"/>
        </a:p>
      </dgm:t>
    </dgm:pt>
    <dgm:pt modelId="{E2D48891-FC28-4E20-A3F6-C7A7EC7CB1FF}" type="pres">
      <dgm:prSet presAssocID="{8C4687A3-2C12-4434-BC0E-51AACA851A49}" presName="root2" presStyleCnt="0"/>
      <dgm:spPr/>
    </dgm:pt>
    <dgm:pt modelId="{6C03747C-6E5D-4A28-A589-D580147D0511}" type="pres">
      <dgm:prSet presAssocID="{8C4687A3-2C12-4434-BC0E-51AACA851A49}" presName="LevelTwoTextNode" presStyleLbl="node3" presStyleIdx="1" presStyleCnt="8" custScaleX="312386" custScaleY="84957" custLinFactNeighborX="-18136" custLinFactNeighborY="64376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4BA30BF-A602-43C5-8DD8-C3CD8DE2A917}" type="pres">
      <dgm:prSet presAssocID="{8C4687A3-2C12-4434-BC0E-51AACA851A49}" presName="level3hierChild" presStyleCnt="0"/>
      <dgm:spPr/>
    </dgm:pt>
    <dgm:pt modelId="{09583962-8041-43BF-AE10-A7B1F6CEF418}" type="pres">
      <dgm:prSet presAssocID="{B357B5FB-C312-4257-A06F-F5128821F6AA}" presName="conn2-1" presStyleLbl="parChTrans1D2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1B53E121-7A58-4B88-82FB-B1A1AF0924A5}" type="pres">
      <dgm:prSet presAssocID="{B357B5FB-C312-4257-A06F-F5128821F6AA}" presName="connTx" presStyleLbl="parChTrans1D2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8647CB5B-3BAD-4788-8A8F-C8041F9D435C}" type="pres">
      <dgm:prSet presAssocID="{752B2900-398B-4C5A-B5C0-ECC33D2E3BB3}" presName="root2" presStyleCnt="0"/>
      <dgm:spPr/>
    </dgm:pt>
    <dgm:pt modelId="{F818D185-5A2B-4075-86D2-9A8E24B99597}" type="pres">
      <dgm:prSet presAssocID="{752B2900-398B-4C5A-B5C0-ECC33D2E3BB3}" presName="LevelTwoTextNode" presStyleLbl="node2" presStyleIdx="1" presStyleCnt="3" custScaleX="147910" custScaleY="327188" custLinFactNeighborX="-10635" custLinFactNeighborY="8767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F478E89-B7A3-4DDF-B352-FA840A44A7ED}" type="pres">
      <dgm:prSet presAssocID="{752B2900-398B-4C5A-B5C0-ECC33D2E3BB3}" presName="level3hierChild" presStyleCnt="0"/>
      <dgm:spPr/>
    </dgm:pt>
    <dgm:pt modelId="{68B987F8-A65D-4A8C-9FC9-DA1686351D01}" type="pres">
      <dgm:prSet presAssocID="{85994B26-39BE-431D-8BF6-8D55A472A011}" presName="conn2-1" presStyleLbl="parChTrans1D3" presStyleIdx="2" presStyleCnt="8"/>
      <dgm:spPr/>
      <dgm:t>
        <a:bodyPr/>
        <a:lstStyle/>
        <a:p>
          <a:pPr latinLnBrk="1"/>
          <a:endParaRPr lang="ko-KR" altLang="en-US"/>
        </a:p>
      </dgm:t>
    </dgm:pt>
    <dgm:pt modelId="{EEFA471C-81B9-42B1-ACE0-CE741CB30A50}" type="pres">
      <dgm:prSet presAssocID="{85994B26-39BE-431D-8BF6-8D55A472A011}" presName="connTx" presStyleLbl="parChTrans1D3" presStyleIdx="2" presStyleCnt="8"/>
      <dgm:spPr/>
      <dgm:t>
        <a:bodyPr/>
        <a:lstStyle/>
        <a:p>
          <a:pPr latinLnBrk="1"/>
          <a:endParaRPr lang="ko-KR" altLang="en-US"/>
        </a:p>
      </dgm:t>
    </dgm:pt>
    <dgm:pt modelId="{7A183153-AA1E-49A2-A7F4-63AFE5B4643F}" type="pres">
      <dgm:prSet presAssocID="{4F3F4591-AE1F-4720-92E7-49C4F88EB38D}" presName="root2" presStyleCnt="0"/>
      <dgm:spPr/>
    </dgm:pt>
    <dgm:pt modelId="{D5F413FE-8E01-49AC-94D1-B16D0BC1F770}" type="pres">
      <dgm:prSet presAssocID="{4F3F4591-AE1F-4720-92E7-49C4F88EB38D}" presName="LevelTwoTextNode" presStyleLbl="node3" presStyleIdx="2" presStyleCnt="8" custScaleX="312386" custScaleY="92141" custLinFactNeighborX="-18136" custLinFactNeighborY="73925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028347A-269F-43DC-A0BC-650737326E25}" type="pres">
      <dgm:prSet presAssocID="{4F3F4591-AE1F-4720-92E7-49C4F88EB38D}" presName="level3hierChild" presStyleCnt="0"/>
      <dgm:spPr/>
    </dgm:pt>
    <dgm:pt modelId="{05C8AE9D-0CDE-4F0F-8C51-61DFAF3C40E1}" type="pres">
      <dgm:prSet presAssocID="{12AD84B0-5391-48A0-99BC-2A688226085E}" presName="conn2-1" presStyleLbl="parChTrans1D3" presStyleIdx="3" presStyleCnt="8"/>
      <dgm:spPr/>
      <dgm:t>
        <a:bodyPr/>
        <a:lstStyle/>
        <a:p>
          <a:pPr latinLnBrk="1"/>
          <a:endParaRPr lang="ko-KR" altLang="en-US"/>
        </a:p>
      </dgm:t>
    </dgm:pt>
    <dgm:pt modelId="{17EDE1A3-1424-4774-AC02-FEC299629648}" type="pres">
      <dgm:prSet presAssocID="{12AD84B0-5391-48A0-99BC-2A688226085E}" presName="connTx" presStyleLbl="parChTrans1D3" presStyleIdx="3" presStyleCnt="8"/>
      <dgm:spPr/>
      <dgm:t>
        <a:bodyPr/>
        <a:lstStyle/>
        <a:p>
          <a:pPr latinLnBrk="1"/>
          <a:endParaRPr lang="ko-KR" altLang="en-US"/>
        </a:p>
      </dgm:t>
    </dgm:pt>
    <dgm:pt modelId="{CCE2672F-DE4F-4EE8-8F98-736F2B177D14}" type="pres">
      <dgm:prSet presAssocID="{962C9409-0C34-4F61-9758-B1A3960352C3}" presName="root2" presStyleCnt="0"/>
      <dgm:spPr/>
    </dgm:pt>
    <dgm:pt modelId="{82942DDA-DBCF-4728-9953-FD9F0F6FEB72}" type="pres">
      <dgm:prSet presAssocID="{962C9409-0C34-4F61-9758-B1A3960352C3}" presName="LevelTwoTextNode" presStyleLbl="node3" presStyleIdx="3" presStyleCnt="8" custScaleX="311357" custScaleY="111210" custLinFactNeighborX="-17895" custLinFactNeighborY="69828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5ECC602-35A8-4F54-8A81-CE1AF923130E}" type="pres">
      <dgm:prSet presAssocID="{962C9409-0C34-4F61-9758-B1A3960352C3}" presName="level3hierChild" presStyleCnt="0"/>
      <dgm:spPr/>
    </dgm:pt>
    <dgm:pt modelId="{B8FABADF-7883-4101-8316-85D532EB7DA0}" type="pres">
      <dgm:prSet presAssocID="{3C528F87-41A5-4B2E-A3EC-FDF24E47FC74}" presName="conn2-1" presStyleLbl="parChTrans1D3" presStyleIdx="4" presStyleCnt="8"/>
      <dgm:spPr/>
      <dgm:t>
        <a:bodyPr/>
        <a:lstStyle/>
        <a:p>
          <a:pPr latinLnBrk="1"/>
          <a:endParaRPr lang="ko-KR" altLang="en-US"/>
        </a:p>
      </dgm:t>
    </dgm:pt>
    <dgm:pt modelId="{43B7DA0D-E754-4CFA-A27B-948AB06409C9}" type="pres">
      <dgm:prSet presAssocID="{3C528F87-41A5-4B2E-A3EC-FDF24E47FC74}" presName="connTx" presStyleLbl="parChTrans1D3" presStyleIdx="4" presStyleCnt="8"/>
      <dgm:spPr/>
      <dgm:t>
        <a:bodyPr/>
        <a:lstStyle/>
        <a:p>
          <a:pPr latinLnBrk="1"/>
          <a:endParaRPr lang="ko-KR" altLang="en-US"/>
        </a:p>
      </dgm:t>
    </dgm:pt>
    <dgm:pt modelId="{6A474476-B207-4B8F-8C68-5B12A3128C35}" type="pres">
      <dgm:prSet presAssocID="{AA1C3C88-71CF-46FA-A4D1-781730CCAA3A}" presName="root2" presStyleCnt="0"/>
      <dgm:spPr/>
    </dgm:pt>
    <dgm:pt modelId="{CAA5FBE0-A47D-412A-A86C-68492B01BE08}" type="pres">
      <dgm:prSet presAssocID="{AA1C3C88-71CF-46FA-A4D1-781730CCAA3A}" presName="LevelTwoTextNode" presStyleLbl="node3" presStyleIdx="4" presStyleCnt="8" custScaleX="315426" custScaleY="119025" custLinFactNeighborX="-19088" custLinFactNeighborY="66388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ADDE928-9FA6-46BC-AC57-BD1C8B2E526B}" type="pres">
      <dgm:prSet presAssocID="{AA1C3C88-71CF-46FA-A4D1-781730CCAA3A}" presName="level3hierChild" presStyleCnt="0"/>
      <dgm:spPr/>
    </dgm:pt>
    <dgm:pt modelId="{BAE3FAD9-DE42-4748-B409-5918073ED3C1}" type="pres">
      <dgm:prSet presAssocID="{6D86B22F-D2B3-44E7-BF2A-4F27111C22A9}" presName="conn2-1" presStyleLbl="parChTrans1D4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F08EEC3F-F98A-4476-A46B-2E865E621DAA}" type="pres">
      <dgm:prSet presAssocID="{6D86B22F-D2B3-44E7-BF2A-4F27111C22A9}" presName="connTx" presStyleLbl="parChTrans1D4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AB3ECAC0-FDAE-4586-B990-8022D7154FE3}" type="pres">
      <dgm:prSet presAssocID="{E65B5903-D7F5-4087-A9CD-A83F42A900B4}" presName="root2" presStyleCnt="0"/>
      <dgm:spPr/>
    </dgm:pt>
    <dgm:pt modelId="{752E9347-9570-4D2A-A476-78A8898B5713}" type="pres">
      <dgm:prSet presAssocID="{E65B5903-D7F5-4087-A9CD-A83F42A900B4}" presName="LevelTwoTextNode" presStyleLbl="node4" presStyleIdx="1" presStyleCnt="5" custScaleX="330027" custScaleY="133954" custLinFactNeighborX="-16702" custLinFactNeighborY="69598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C0A0F6D-0911-4A73-9E66-A36EEA450610}" type="pres">
      <dgm:prSet presAssocID="{E65B5903-D7F5-4087-A9CD-A83F42A900B4}" presName="level3hierChild" presStyleCnt="0"/>
      <dgm:spPr/>
    </dgm:pt>
    <dgm:pt modelId="{7330AAF1-222B-41D8-AFB0-166E8FCAE42D}" type="pres">
      <dgm:prSet presAssocID="{DC1B0E67-6BEB-41DF-981C-D6C70E7A714B}" presName="conn2-1" presStyleLbl="parChTrans1D4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44C3AFC9-3208-407F-BE19-958ACACCEA8F}" type="pres">
      <dgm:prSet presAssocID="{DC1B0E67-6BEB-41DF-981C-D6C70E7A714B}" presName="connTx" presStyleLbl="parChTrans1D4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4AE055F2-6DE5-4F16-BB55-5F092518E91D}" type="pres">
      <dgm:prSet presAssocID="{034EF4A8-E34C-41E0-A852-FD545735EEFF}" presName="root2" presStyleCnt="0"/>
      <dgm:spPr/>
    </dgm:pt>
    <dgm:pt modelId="{D864D5BC-0451-488A-9630-2E2A75D87859}" type="pres">
      <dgm:prSet presAssocID="{034EF4A8-E34C-41E0-A852-FD545735EEFF}" presName="LevelTwoTextNode" presStyleLbl="node4" presStyleIdx="2" presStyleCnt="5" custScaleX="330027" custScaleY="133954" custLinFactNeighborX="-16702" custLinFactNeighborY="69598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33FE1F9-C82B-4EE3-B883-F3B0F702CEE2}" type="pres">
      <dgm:prSet presAssocID="{034EF4A8-E34C-41E0-A852-FD545735EEFF}" presName="level3hierChild" presStyleCnt="0"/>
      <dgm:spPr/>
    </dgm:pt>
    <dgm:pt modelId="{08B87269-9177-4344-82A1-6245B3312185}" type="pres">
      <dgm:prSet presAssocID="{7E501B11-925F-4A1F-B178-DBD66459FDA9}" presName="conn2-1" presStyleLbl="parChTrans1D2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118F77F2-4415-4A66-8C81-D5AF4AAF71D0}" type="pres">
      <dgm:prSet presAssocID="{7E501B11-925F-4A1F-B178-DBD66459FDA9}" presName="connTx" presStyleLbl="parChTrans1D2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721A1E72-2D03-4CEB-A9E2-4A53AAD69BFA}" type="pres">
      <dgm:prSet presAssocID="{C0A82668-8629-43EE-B06F-E44B5B18F10B}" presName="root2" presStyleCnt="0"/>
      <dgm:spPr/>
    </dgm:pt>
    <dgm:pt modelId="{9CA0007D-9D7F-4F43-BA92-A4CA47E9DF1A}" type="pres">
      <dgm:prSet presAssocID="{C0A82668-8629-43EE-B06F-E44B5B18F10B}" presName="LevelTwoTextNode" presStyleLbl="node2" presStyleIdx="2" presStyleCnt="3" custScaleX="147910" custScaleY="234269" custLinFactNeighborX="-10635" custLinFactNeighborY="8033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84DA6BE-929E-4011-9862-EFABF7978697}" type="pres">
      <dgm:prSet presAssocID="{C0A82668-8629-43EE-B06F-E44B5B18F10B}" presName="level3hierChild" presStyleCnt="0"/>
      <dgm:spPr/>
    </dgm:pt>
    <dgm:pt modelId="{2ED2F62A-1994-4377-A657-DCF3A0E27718}" type="pres">
      <dgm:prSet presAssocID="{C0032B48-3B16-487B-A8B9-6400A8B7E31C}" presName="conn2-1" presStyleLbl="parChTrans1D3" presStyleIdx="5" presStyleCnt="8"/>
      <dgm:spPr/>
      <dgm:t>
        <a:bodyPr/>
        <a:lstStyle/>
        <a:p>
          <a:pPr latinLnBrk="1"/>
          <a:endParaRPr lang="ko-KR" altLang="en-US"/>
        </a:p>
      </dgm:t>
    </dgm:pt>
    <dgm:pt modelId="{E57CC938-064D-4B04-BFEB-7D37165FBB70}" type="pres">
      <dgm:prSet presAssocID="{C0032B48-3B16-487B-A8B9-6400A8B7E31C}" presName="connTx" presStyleLbl="parChTrans1D3" presStyleIdx="5" presStyleCnt="8"/>
      <dgm:spPr/>
      <dgm:t>
        <a:bodyPr/>
        <a:lstStyle/>
        <a:p>
          <a:pPr latinLnBrk="1"/>
          <a:endParaRPr lang="ko-KR" altLang="en-US"/>
        </a:p>
      </dgm:t>
    </dgm:pt>
    <dgm:pt modelId="{AD6AE574-6736-4EA8-A761-864659AC22D6}" type="pres">
      <dgm:prSet presAssocID="{3C1C47FD-D44A-430A-9022-362987DAB8C0}" presName="root2" presStyleCnt="0"/>
      <dgm:spPr/>
    </dgm:pt>
    <dgm:pt modelId="{439CF562-F9F1-49E3-AE1A-DD8F376B1425}" type="pres">
      <dgm:prSet presAssocID="{3C1C47FD-D44A-430A-9022-362987DAB8C0}" presName="LevelTwoTextNode" presStyleLbl="node3" presStyleIdx="5" presStyleCnt="8" custScaleX="316809" custScaleY="148319" custLinFactNeighborX="-18136" custLinFactNeighborY="72157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BD8D629-7946-4C73-9B1D-09ACA331C033}" type="pres">
      <dgm:prSet presAssocID="{3C1C47FD-D44A-430A-9022-362987DAB8C0}" presName="level3hierChild" presStyleCnt="0"/>
      <dgm:spPr/>
    </dgm:pt>
    <dgm:pt modelId="{DAC285CD-AFD8-44A0-9682-BC5747B1EF53}" type="pres">
      <dgm:prSet presAssocID="{4E624159-1871-423B-A8C9-104E5AE657F6}" presName="conn2-1" presStyleLbl="parChTrans1D3" presStyleIdx="6" presStyleCnt="8"/>
      <dgm:spPr/>
      <dgm:t>
        <a:bodyPr/>
        <a:lstStyle/>
        <a:p>
          <a:pPr latinLnBrk="1"/>
          <a:endParaRPr lang="ko-KR" altLang="en-US"/>
        </a:p>
      </dgm:t>
    </dgm:pt>
    <dgm:pt modelId="{1453B4D3-B273-414B-9D35-89A5AEE039D8}" type="pres">
      <dgm:prSet presAssocID="{4E624159-1871-423B-A8C9-104E5AE657F6}" presName="connTx" presStyleLbl="parChTrans1D3" presStyleIdx="6" presStyleCnt="8"/>
      <dgm:spPr/>
      <dgm:t>
        <a:bodyPr/>
        <a:lstStyle/>
        <a:p>
          <a:pPr latinLnBrk="1"/>
          <a:endParaRPr lang="ko-KR" altLang="en-US"/>
        </a:p>
      </dgm:t>
    </dgm:pt>
    <dgm:pt modelId="{F5470A78-1C2D-47FC-935E-5D1E67D1D25C}" type="pres">
      <dgm:prSet presAssocID="{438080B4-44AB-44AD-99DB-B2C291CE857A}" presName="root2" presStyleCnt="0"/>
      <dgm:spPr/>
    </dgm:pt>
    <dgm:pt modelId="{A3E13182-EC3E-4647-B6A9-66CDCE90A7FA}" type="pres">
      <dgm:prSet presAssocID="{438080B4-44AB-44AD-99DB-B2C291CE857A}" presName="LevelTwoTextNode" presStyleLbl="node3" presStyleIdx="6" presStyleCnt="8" custScaleX="317123" custScaleY="119711" custLinFactNeighborX="-17970" custLinFactNeighborY="6285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8EEE990-0B76-416F-A6AD-D6E088A8F760}" type="pres">
      <dgm:prSet presAssocID="{438080B4-44AB-44AD-99DB-B2C291CE857A}" presName="level3hierChild" presStyleCnt="0"/>
      <dgm:spPr/>
    </dgm:pt>
    <dgm:pt modelId="{BFA6AC12-77ED-4C07-BE2A-E34B3A881F6C}" type="pres">
      <dgm:prSet presAssocID="{F8713899-771D-4F0D-90E8-8645013F2AD3}" presName="conn2-1" presStyleLbl="parChTrans1D4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5E62CB39-4C41-4C65-96A2-217C37DFD98B}" type="pres">
      <dgm:prSet presAssocID="{F8713899-771D-4F0D-90E8-8645013F2AD3}" presName="connTx" presStyleLbl="parChTrans1D4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020D8EE2-3791-4252-8347-E5FD6DEA9FDA}" type="pres">
      <dgm:prSet presAssocID="{9E421892-C5F3-49BD-856D-070DC7169762}" presName="root2" presStyleCnt="0"/>
      <dgm:spPr/>
    </dgm:pt>
    <dgm:pt modelId="{7A71CFB0-3FC5-4F13-AE52-4D841680F391}" type="pres">
      <dgm:prSet presAssocID="{9E421892-C5F3-49BD-856D-070DC7169762}" presName="LevelTwoTextNode" presStyleLbl="node4" presStyleIdx="3" presStyleCnt="5" custScaleX="325361" custScaleY="133954" custLinFactNeighborX="-13178" custLinFactNeighborY="5715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B43A099-65BF-4BBF-9992-47EAF1CFE3BA}" type="pres">
      <dgm:prSet presAssocID="{9E421892-C5F3-49BD-856D-070DC7169762}" presName="level3hierChild" presStyleCnt="0"/>
      <dgm:spPr/>
    </dgm:pt>
    <dgm:pt modelId="{97AD8B21-B481-48E6-8F30-FB3A1D8F2E53}" type="pres">
      <dgm:prSet presAssocID="{EFEB74CE-08C2-4452-B50C-20C0DF7C1BC3}" presName="conn2-1" presStyleLbl="parChTrans1D3" presStyleIdx="7" presStyleCnt="8"/>
      <dgm:spPr/>
      <dgm:t>
        <a:bodyPr/>
        <a:lstStyle/>
        <a:p>
          <a:pPr latinLnBrk="1"/>
          <a:endParaRPr lang="ko-KR" altLang="en-US"/>
        </a:p>
      </dgm:t>
    </dgm:pt>
    <dgm:pt modelId="{4628CE18-730A-451B-8560-A3106F9674DB}" type="pres">
      <dgm:prSet presAssocID="{EFEB74CE-08C2-4452-B50C-20C0DF7C1BC3}" presName="connTx" presStyleLbl="parChTrans1D3" presStyleIdx="7" presStyleCnt="8"/>
      <dgm:spPr/>
      <dgm:t>
        <a:bodyPr/>
        <a:lstStyle/>
        <a:p>
          <a:pPr latinLnBrk="1"/>
          <a:endParaRPr lang="ko-KR" altLang="en-US"/>
        </a:p>
      </dgm:t>
    </dgm:pt>
    <dgm:pt modelId="{46B92AE9-4302-43E0-A9B6-774B1C611F36}" type="pres">
      <dgm:prSet presAssocID="{843CAEE8-8F33-43F2-9D13-A354F54A3277}" presName="root2" presStyleCnt="0"/>
      <dgm:spPr/>
    </dgm:pt>
    <dgm:pt modelId="{6C06DA10-22EE-42BE-A3C8-4350CEA336B0}" type="pres">
      <dgm:prSet presAssocID="{843CAEE8-8F33-43F2-9D13-A354F54A3277}" presName="LevelTwoTextNode" presStyleLbl="node3" presStyleIdx="7" presStyleCnt="8" custScaleX="317123" custScaleY="114551" custLinFactNeighborX="-17970" custLinFactNeighborY="88615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EF2ADEB-628F-4F7F-8106-E2A592A1D974}" type="pres">
      <dgm:prSet presAssocID="{843CAEE8-8F33-43F2-9D13-A354F54A3277}" presName="level3hierChild" presStyleCnt="0"/>
      <dgm:spPr/>
    </dgm:pt>
    <dgm:pt modelId="{82EA4FCA-4448-4FF8-9FB1-E4B533B413E6}" type="pres">
      <dgm:prSet presAssocID="{D54337B8-E430-4122-8D56-EF882DCF1DFD}" presName="conn2-1" presStyleLbl="parChTrans1D4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2D73F0AA-A3EA-4C0F-A9D3-5CCBD17C4E1D}" type="pres">
      <dgm:prSet presAssocID="{D54337B8-E430-4122-8D56-EF882DCF1DFD}" presName="connTx" presStyleLbl="parChTrans1D4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902F82D3-7720-45EB-BF1A-E9CF294796BA}" type="pres">
      <dgm:prSet presAssocID="{C66039F4-DE4E-4492-A35F-0ACF4661CDDF}" presName="root2" presStyleCnt="0"/>
      <dgm:spPr/>
    </dgm:pt>
    <dgm:pt modelId="{C5C3B9A6-D4D0-48F5-84C7-D1E7451A1140}" type="pres">
      <dgm:prSet presAssocID="{C66039F4-DE4E-4492-A35F-0ACF4661CDDF}" presName="LevelTwoTextNode" presStyleLbl="node4" presStyleIdx="4" presStyleCnt="5" custScaleX="325361" custLinFactNeighborX="-13178" custLinFactNeighborY="83825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18B45A4-0A51-4715-9161-6470561A2220}" type="pres">
      <dgm:prSet presAssocID="{C66039F4-DE4E-4492-A35F-0ACF4661CDDF}" presName="level3hierChild" presStyleCnt="0"/>
      <dgm:spPr/>
    </dgm:pt>
  </dgm:ptLst>
  <dgm:cxnLst>
    <dgm:cxn modelId="{0004F5CB-5512-4DEA-BDAE-A8237579481B}" type="presOf" srcId="{962C9409-0C34-4F61-9758-B1A3960352C3}" destId="{82942DDA-DBCF-4728-9953-FD9F0F6FEB72}" srcOrd="0" destOrd="0" presId="urn:microsoft.com/office/officeart/2005/8/layout/hierarchy2"/>
    <dgm:cxn modelId="{6F1EB49D-4C76-4A32-B4E9-47537110993D}" type="presOf" srcId="{EDE4BB4F-DE37-4413-B2D9-94CB03A93758}" destId="{04387717-8951-4E20-B97D-B847F7859D3E}" srcOrd="0" destOrd="0" presId="urn:microsoft.com/office/officeart/2005/8/layout/hierarchy2"/>
    <dgm:cxn modelId="{0EA95017-5CEF-48B2-AE38-0AB9AF28C2D0}" type="presOf" srcId="{AA1C3C88-71CF-46FA-A4D1-781730CCAA3A}" destId="{CAA5FBE0-A47D-412A-A86C-68492B01BE08}" srcOrd="0" destOrd="0" presId="urn:microsoft.com/office/officeart/2005/8/layout/hierarchy2"/>
    <dgm:cxn modelId="{408F2AE9-C3BC-4986-AA56-A7FF7CF96CC6}" srcId="{F7C90AE3-ACFD-447B-A719-1648A7124D69}" destId="{517ACB59-7FF7-474C-A8D4-393FDF91AEE1}" srcOrd="0" destOrd="0" parTransId="{FCFDD334-14BF-4C18-82E3-E5352843F994}" sibTransId="{E119E976-B9BE-4656-B025-3C5395EB1AE9}"/>
    <dgm:cxn modelId="{A96121BD-FE7A-4870-8283-18FB0F40A893}" type="presOf" srcId="{6221C1C7-0D12-43A2-8490-3F078E5A3AE5}" destId="{30815591-811A-47E5-8F90-4859739A6421}" srcOrd="1" destOrd="0" presId="urn:microsoft.com/office/officeart/2005/8/layout/hierarchy2"/>
    <dgm:cxn modelId="{2E8E0FF8-0A4A-4F3B-A998-BC5D31A7600E}" type="presOf" srcId="{752B2900-398B-4C5A-B5C0-ECC33D2E3BB3}" destId="{F818D185-5A2B-4075-86D2-9A8E24B99597}" srcOrd="0" destOrd="0" presId="urn:microsoft.com/office/officeart/2005/8/layout/hierarchy2"/>
    <dgm:cxn modelId="{FF4B7F15-EF51-4CB9-AD0F-5ACC8D17D880}" type="presOf" srcId="{E65B5903-D7F5-4087-A9CD-A83F42A900B4}" destId="{752E9347-9570-4D2A-A476-78A8898B5713}" srcOrd="0" destOrd="0" presId="urn:microsoft.com/office/officeart/2005/8/layout/hierarchy2"/>
    <dgm:cxn modelId="{749C8E19-3C8D-477D-90FB-DEA2EF09FE1D}" type="presOf" srcId="{11DF8D89-3FF2-4496-81FF-F2F0FA52FE4C}" destId="{533FFE40-C8BC-451B-BDEF-EC5503871135}" srcOrd="0" destOrd="0" presId="urn:microsoft.com/office/officeart/2005/8/layout/hierarchy2"/>
    <dgm:cxn modelId="{F5C09DAC-6A94-431D-9E8E-10C72F287261}" srcId="{C0A82668-8629-43EE-B06F-E44B5B18F10B}" destId="{843CAEE8-8F33-43F2-9D13-A354F54A3277}" srcOrd="2" destOrd="0" parTransId="{EFEB74CE-08C2-4452-B50C-20C0DF7C1BC3}" sibTransId="{EB8F0667-0376-4CC6-92D7-1C8532853B0A}"/>
    <dgm:cxn modelId="{0F77066A-790E-4BC6-9F3D-8215B94FB5C2}" type="presOf" srcId="{7E501B11-925F-4A1F-B178-DBD66459FDA9}" destId="{08B87269-9177-4344-82A1-6245B3312185}" srcOrd="0" destOrd="0" presId="urn:microsoft.com/office/officeart/2005/8/layout/hierarchy2"/>
    <dgm:cxn modelId="{7A3DB2BF-5AEC-439B-A229-9A7F5E12E4E2}" type="presOf" srcId="{8C4687A3-2C12-4434-BC0E-51AACA851A49}" destId="{6C03747C-6E5D-4A28-A589-D580147D0511}" srcOrd="0" destOrd="0" presId="urn:microsoft.com/office/officeart/2005/8/layout/hierarchy2"/>
    <dgm:cxn modelId="{7EDD3D4B-DFE8-4BCD-84A6-C16705BAB07F}" type="presOf" srcId="{4E624159-1871-423B-A8C9-104E5AE657F6}" destId="{1453B4D3-B273-414B-9D35-89A5AEE039D8}" srcOrd="1" destOrd="0" presId="urn:microsoft.com/office/officeart/2005/8/layout/hierarchy2"/>
    <dgm:cxn modelId="{044D52BA-4FF9-49F1-87DD-F3C2BACEF6C7}" type="presOf" srcId="{C0032B48-3B16-487B-A8B9-6400A8B7E31C}" destId="{2ED2F62A-1994-4377-A657-DCF3A0E27718}" srcOrd="0" destOrd="0" presId="urn:microsoft.com/office/officeart/2005/8/layout/hierarchy2"/>
    <dgm:cxn modelId="{7DA97EBA-BC29-4B4A-916A-A83B8F54CBC6}" type="presOf" srcId="{D54337B8-E430-4122-8D56-EF882DCF1DFD}" destId="{2D73F0AA-A3EA-4C0F-A9D3-5CCBD17C4E1D}" srcOrd="1" destOrd="0" presId="urn:microsoft.com/office/officeart/2005/8/layout/hierarchy2"/>
    <dgm:cxn modelId="{CF74FD29-B3A9-421C-A4BB-78DE8CF03BBE}" type="presOf" srcId="{EFEB74CE-08C2-4452-B50C-20C0DF7C1BC3}" destId="{97AD8B21-B481-48E6-8F30-FB3A1D8F2E53}" srcOrd="0" destOrd="0" presId="urn:microsoft.com/office/officeart/2005/8/layout/hierarchy2"/>
    <dgm:cxn modelId="{CA60C727-4CCD-482A-9791-29526E4AC40E}" type="presOf" srcId="{DC1B0E67-6BEB-41DF-981C-D6C70E7A714B}" destId="{44C3AFC9-3208-407F-BE19-958ACACCEA8F}" srcOrd="1" destOrd="0" presId="urn:microsoft.com/office/officeart/2005/8/layout/hierarchy2"/>
    <dgm:cxn modelId="{8109B0A5-7BBC-4256-B960-2ED563C3BAF3}" type="presOf" srcId="{3BC3C750-2511-49C4-8F98-AA5B73161958}" destId="{6EEAB8C7-B5FE-4488-B35E-6703774A901C}" srcOrd="1" destOrd="0" presId="urn:microsoft.com/office/officeart/2005/8/layout/hierarchy2"/>
    <dgm:cxn modelId="{A8ECBB4A-C16B-4D38-A7C6-CC7BD4E69B3B}" type="presOf" srcId="{843CAEE8-8F33-43F2-9D13-A354F54A3277}" destId="{6C06DA10-22EE-42BE-A3C8-4350CEA336B0}" srcOrd="0" destOrd="0" presId="urn:microsoft.com/office/officeart/2005/8/layout/hierarchy2"/>
    <dgm:cxn modelId="{0CE042CF-DD69-4C4E-9B02-0150F01CB812}" type="presOf" srcId="{B357B5FB-C312-4257-A06F-F5128821F6AA}" destId="{09583962-8041-43BF-AE10-A7B1F6CEF418}" srcOrd="0" destOrd="0" presId="urn:microsoft.com/office/officeart/2005/8/layout/hierarchy2"/>
    <dgm:cxn modelId="{67EC0509-A6DB-483D-9115-B7D8C4FACDE1}" type="presOf" srcId="{438080B4-44AB-44AD-99DB-B2C291CE857A}" destId="{A3E13182-EC3E-4647-B6A9-66CDCE90A7FA}" srcOrd="0" destOrd="0" presId="urn:microsoft.com/office/officeart/2005/8/layout/hierarchy2"/>
    <dgm:cxn modelId="{7252A280-A223-4EBB-B3FE-942C3CE712AC}" type="presOf" srcId="{85994B26-39BE-431D-8BF6-8D55A472A011}" destId="{EEFA471C-81B9-42B1-ACE0-CE741CB30A50}" srcOrd="1" destOrd="0" presId="urn:microsoft.com/office/officeart/2005/8/layout/hierarchy2"/>
    <dgm:cxn modelId="{20998F08-1706-41ED-BD79-45AE786E0063}" type="presOf" srcId="{85994B26-39BE-431D-8BF6-8D55A472A011}" destId="{68B987F8-A65D-4A8C-9FC9-DA1686351D01}" srcOrd="0" destOrd="0" presId="urn:microsoft.com/office/officeart/2005/8/layout/hierarchy2"/>
    <dgm:cxn modelId="{CC77B4EA-9157-4EBA-9136-C31CF04DA28C}" type="presOf" srcId="{3C528F87-41A5-4B2E-A3EC-FDF24E47FC74}" destId="{43B7DA0D-E754-4CFA-A27B-948AB06409C9}" srcOrd="1" destOrd="0" presId="urn:microsoft.com/office/officeart/2005/8/layout/hierarchy2"/>
    <dgm:cxn modelId="{4D5EB814-79B5-4EE8-9AEE-6BC5707E2929}" type="presOf" srcId="{FCFDD334-14BF-4C18-82E3-E5352843F994}" destId="{4E5FE196-2EA7-4934-912A-3D591F28C9F1}" srcOrd="0" destOrd="0" presId="urn:microsoft.com/office/officeart/2005/8/layout/hierarchy2"/>
    <dgm:cxn modelId="{AC506697-C4D7-455F-8167-B79E886FDCF0}" type="presOf" srcId="{F7C90AE3-ACFD-447B-A719-1648A7124D69}" destId="{5040C5D3-0786-433E-AECA-4AC94BC4C7A7}" srcOrd="0" destOrd="0" presId="urn:microsoft.com/office/officeart/2005/8/layout/hierarchy2"/>
    <dgm:cxn modelId="{7E9111C9-EAA0-4C89-BCA1-70DCB35363AE}" srcId="{AA1C3C88-71CF-46FA-A4D1-781730CCAA3A}" destId="{034EF4A8-E34C-41E0-A852-FD545735EEFF}" srcOrd="1" destOrd="0" parTransId="{DC1B0E67-6BEB-41DF-981C-D6C70E7A714B}" sibTransId="{4BE5B871-2528-4FBF-A491-60A40BA1EB94}"/>
    <dgm:cxn modelId="{3E56A017-85A7-41E7-BD32-2A89A5574CBA}" srcId="{0C28DBBD-54AF-4C5D-B255-1565875FA8FF}" destId="{F7C90AE3-ACFD-447B-A719-1648A7124D69}" srcOrd="0" destOrd="0" parTransId="{11DF8D89-3FF2-4496-81FF-F2F0FA52FE4C}" sibTransId="{1AE93A48-0F76-41D4-A06E-AA669FE93791}"/>
    <dgm:cxn modelId="{86AA973F-AF35-4FAC-A950-336A0EA9662E}" srcId="{C0A82668-8629-43EE-B06F-E44B5B18F10B}" destId="{438080B4-44AB-44AD-99DB-B2C291CE857A}" srcOrd="1" destOrd="0" parTransId="{4E624159-1871-423B-A8C9-104E5AE657F6}" sibTransId="{2E6B15C0-041D-4BB0-BA82-C627140E2BBA}"/>
    <dgm:cxn modelId="{E58B04DA-63C1-42CA-9816-E6F96FE0CFA9}" type="presOf" srcId="{FCFDD334-14BF-4C18-82E3-E5352843F994}" destId="{0F206BED-4D9A-4D13-9382-22B26645D033}" srcOrd="1" destOrd="0" presId="urn:microsoft.com/office/officeart/2005/8/layout/hierarchy2"/>
    <dgm:cxn modelId="{31A7EDF0-FBCC-444E-9531-62185BDA30E8}" type="presOf" srcId="{11DF8D89-3FF2-4496-81FF-F2F0FA52FE4C}" destId="{E789B87D-D4FB-4BF8-9158-F5F90AF303AF}" srcOrd="1" destOrd="0" presId="urn:microsoft.com/office/officeart/2005/8/layout/hierarchy2"/>
    <dgm:cxn modelId="{8181E482-4DC4-4374-B98E-55360DC8289A}" type="presOf" srcId="{F8713899-771D-4F0D-90E8-8645013F2AD3}" destId="{5E62CB39-4C41-4C65-96A2-217C37DFD98B}" srcOrd="1" destOrd="0" presId="urn:microsoft.com/office/officeart/2005/8/layout/hierarchy2"/>
    <dgm:cxn modelId="{8835FBD2-2688-4859-B55D-AB2E2099EA04}" type="presOf" srcId="{3C1C47FD-D44A-430A-9022-362987DAB8C0}" destId="{439CF562-F9F1-49E3-AE1A-DD8F376B1425}" srcOrd="0" destOrd="0" presId="urn:microsoft.com/office/officeart/2005/8/layout/hierarchy2"/>
    <dgm:cxn modelId="{777F7BBB-8269-4582-B05C-370EBC7C310F}" type="presOf" srcId="{3C528F87-41A5-4B2E-A3EC-FDF24E47FC74}" destId="{B8FABADF-7883-4101-8316-85D532EB7DA0}" srcOrd="0" destOrd="0" presId="urn:microsoft.com/office/officeart/2005/8/layout/hierarchy2"/>
    <dgm:cxn modelId="{4CDF7777-6171-49B4-A3FB-464283ECE7D6}" type="presOf" srcId="{6D86B22F-D2B3-44E7-BF2A-4F27111C22A9}" destId="{BAE3FAD9-DE42-4748-B409-5918073ED3C1}" srcOrd="0" destOrd="0" presId="urn:microsoft.com/office/officeart/2005/8/layout/hierarchy2"/>
    <dgm:cxn modelId="{22F11EA7-1C5E-4B80-802C-BD25CD27BC5D}" type="presOf" srcId="{F8713899-771D-4F0D-90E8-8645013F2AD3}" destId="{BFA6AC12-77ED-4C07-BE2A-E34B3A881F6C}" srcOrd="0" destOrd="0" presId="urn:microsoft.com/office/officeart/2005/8/layout/hierarchy2"/>
    <dgm:cxn modelId="{648B7157-C06B-40A5-8780-F84FD06B5CF7}" srcId="{752B2900-398B-4C5A-B5C0-ECC33D2E3BB3}" destId="{962C9409-0C34-4F61-9758-B1A3960352C3}" srcOrd="1" destOrd="0" parTransId="{12AD84B0-5391-48A0-99BC-2A688226085E}" sibTransId="{330B8280-C107-4E34-A25F-E151B358532D}"/>
    <dgm:cxn modelId="{915A38EB-16C6-4CEA-8763-2E6D56E97942}" type="presOf" srcId="{9E421892-C5F3-49BD-856D-070DC7169762}" destId="{7A71CFB0-3FC5-4F13-AE52-4D841680F391}" srcOrd="0" destOrd="0" presId="urn:microsoft.com/office/officeart/2005/8/layout/hierarchy2"/>
    <dgm:cxn modelId="{A9765752-8D19-4527-8A93-CDB6A285D89D}" srcId="{0C28DBBD-54AF-4C5D-B255-1565875FA8FF}" destId="{752B2900-398B-4C5A-B5C0-ECC33D2E3BB3}" srcOrd="1" destOrd="0" parTransId="{B357B5FB-C312-4257-A06F-F5128821F6AA}" sibTransId="{6722142E-57EF-43C1-8C36-AFBC8CB9859E}"/>
    <dgm:cxn modelId="{FDF16878-132B-4EF0-8F8A-30F045EE7308}" type="presOf" srcId="{7E501B11-925F-4A1F-B178-DBD66459FDA9}" destId="{118F77F2-4415-4A66-8C81-D5AF4AAF71D0}" srcOrd="1" destOrd="0" presId="urn:microsoft.com/office/officeart/2005/8/layout/hierarchy2"/>
    <dgm:cxn modelId="{E573A038-A346-4D5C-85CC-FC8E94AB6FEE}" srcId="{EDE4BB4F-DE37-4413-B2D9-94CB03A93758}" destId="{0C28DBBD-54AF-4C5D-B255-1565875FA8FF}" srcOrd="0" destOrd="0" parTransId="{7EBCE2C1-2EDC-4B92-A3D8-F035F01AA886}" sibTransId="{1119BC6F-C2AB-4DFB-9A1B-E01E6D358A8B}"/>
    <dgm:cxn modelId="{6973762F-4E58-4AB2-93CE-EAAC9F8AE09B}" srcId="{517ACB59-7FF7-474C-A8D4-393FDF91AEE1}" destId="{24457CC2-2860-4B72-B6D3-A22B7E612C0D}" srcOrd="0" destOrd="0" parTransId="{6221C1C7-0D12-43A2-8490-3F078E5A3AE5}" sibTransId="{3F635D20-79A0-4652-9AD5-44114ACB9E11}"/>
    <dgm:cxn modelId="{D95F7C64-0708-4F72-8619-33F386D139E6}" type="presOf" srcId="{4F3F4591-AE1F-4720-92E7-49C4F88EB38D}" destId="{D5F413FE-8E01-49AC-94D1-B16D0BC1F770}" srcOrd="0" destOrd="0" presId="urn:microsoft.com/office/officeart/2005/8/layout/hierarchy2"/>
    <dgm:cxn modelId="{A6BF5043-2C00-471A-9D97-E9145BE38818}" srcId="{0C28DBBD-54AF-4C5D-B255-1565875FA8FF}" destId="{C0A82668-8629-43EE-B06F-E44B5B18F10B}" srcOrd="2" destOrd="0" parTransId="{7E501B11-925F-4A1F-B178-DBD66459FDA9}" sibTransId="{E7E7F30C-E12F-4A22-9B24-BA4C6867D130}"/>
    <dgm:cxn modelId="{7D55738D-7FAF-428E-9FAA-A5733EA9F9C2}" type="presOf" srcId="{4E624159-1871-423B-A8C9-104E5AE657F6}" destId="{DAC285CD-AFD8-44A0-9682-BC5747B1EF53}" srcOrd="0" destOrd="0" presId="urn:microsoft.com/office/officeart/2005/8/layout/hierarchy2"/>
    <dgm:cxn modelId="{4A9882CF-94F1-4FE7-BAFE-ABE2C67AABD4}" type="presOf" srcId="{EFEB74CE-08C2-4452-B50C-20C0DF7C1BC3}" destId="{4628CE18-730A-451B-8560-A3106F9674DB}" srcOrd="1" destOrd="0" presId="urn:microsoft.com/office/officeart/2005/8/layout/hierarchy2"/>
    <dgm:cxn modelId="{1FF0FB43-6573-4266-9C34-DA6355459EF3}" type="presOf" srcId="{6221C1C7-0D12-43A2-8490-3F078E5A3AE5}" destId="{08C6C7CC-DEEE-4073-80E1-3329C8030856}" srcOrd="0" destOrd="0" presId="urn:microsoft.com/office/officeart/2005/8/layout/hierarchy2"/>
    <dgm:cxn modelId="{71E8EA77-CFC0-47EC-A5DB-69FB5EBE5E98}" type="presOf" srcId="{6D86B22F-D2B3-44E7-BF2A-4F27111C22A9}" destId="{F08EEC3F-F98A-4476-A46B-2E865E621DAA}" srcOrd="1" destOrd="0" presId="urn:microsoft.com/office/officeart/2005/8/layout/hierarchy2"/>
    <dgm:cxn modelId="{8EEDB694-F869-4D36-9B1F-BCB5785A761A}" type="presOf" srcId="{517ACB59-7FF7-474C-A8D4-393FDF91AEE1}" destId="{00F9D93E-18E9-40DE-8AD1-92D5303895CB}" srcOrd="0" destOrd="0" presId="urn:microsoft.com/office/officeart/2005/8/layout/hierarchy2"/>
    <dgm:cxn modelId="{46568099-00E1-45B8-BABD-497DCBBD03AC}" type="presOf" srcId="{3BC3C750-2511-49C4-8F98-AA5B73161958}" destId="{B9D31316-C171-413A-A6BF-524AE0104041}" srcOrd="0" destOrd="0" presId="urn:microsoft.com/office/officeart/2005/8/layout/hierarchy2"/>
    <dgm:cxn modelId="{A439745A-4321-4DD3-B66C-C174B3C9B7A7}" type="presOf" srcId="{0C28DBBD-54AF-4C5D-B255-1565875FA8FF}" destId="{50E8C2D0-86CC-4FFD-B504-E6F1353C617B}" srcOrd="0" destOrd="0" presId="urn:microsoft.com/office/officeart/2005/8/layout/hierarchy2"/>
    <dgm:cxn modelId="{E17AADB9-D76A-4C04-968F-CEAC93F45BAA}" type="presOf" srcId="{C0A82668-8629-43EE-B06F-E44B5B18F10B}" destId="{9CA0007D-9D7F-4F43-BA92-A4CA47E9DF1A}" srcOrd="0" destOrd="0" presId="urn:microsoft.com/office/officeart/2005/8/layout/hierarchy2"/>
    <dgm:cxn modelId="{C5CAB109-29DA-4C4C-B2C2-0B9609B755A4}" srcId="{C0A82668-8629-43EE-B06F-E44B5B18F10B}" destId="{3C1C47FD-D44A-430A-9022-362987DAB8C0}" srcOrd="0" destOrd="0" parTransId="{C0032B48-3B16-487B-A8B9-6400A8B7E31C}" sibTransId="{4B9E48FD-3E81-4E82-A4F6-6E39C15CAE68}"/>
    <dgm:cxn modelId="{50ECF74E-F6A8-4477-85C7-16ED61E716E6}" type="presOf" srcId="{B357B5FB-C312-4257-A06F-F5128821F6AA}" destId="{1B53E121-7A58-4B88-82FB-B1A1AF0924A5}" srcOrd="1" destOrd="0" presId="urn:microsoft.com/office/officeart/2005/8/layout/hierarchy2"/>
    <dgm:cxn modelId="{2B9A851B-5D36-443E-93E4-5933B04CC829}" type="presOf" srcId="{24457CC2-2860-4B72-B6D3-A22B7E612C0D}" destId="{1562CCAF-8442-41AA-B316-76F5C3B2AF75}" srcOrd="0" destOrd="0" presId="urn:microsoft.com/office/officeart/2005/8/layout/hierarchy2"/>
    <dgm:cxn modelId="{18EF5AF8-44C7-41E7-869C-83BFBF9196D2}" type="presOf" srcId="{12AD84B0-5391-48A0-99BC-2A688226085E}" destId="{05C8AE9D-0CDE-4F0F-8C51-61DFAF3C40E1}" srcOrd="0" destOrd="0" presId="urn:microsoft.com/office/officeart/2005/8/layout/hierarchy2"/>
    <dgm:cxn modelId="{E74C3826-102C-4624-B6F9-E72F4D0E05BE}" type="presOf" srcId="{C0032B48-3B16-487B-A8B9-6400A8B7E31C}" destId="{E57CC938-064D-4B04-BFEB-7D37165FBB70}" srcOrd="1" destOrd="0" presId="urn:microsoft.com/office/officeart/2005/8/layout/hierarchy2"/>
    <dgm:cxn modelId="{4CD485EC-784A-4F9F-8CEE-8D795B6289C1}" srcId="{F7C90AE3-ACFD-447B-A719-1648A7124D69}" destId="{8C4687A3-2C12-4434-BC0E-51AACA851A49}" srcOrd="1" destOrd="0" parTransId="{3BC3C750-2511-49C4-8F98-AA5B73161958}" sibTransId="{1D119A03-F38C-47F1-9E2D-256EF2EBEA57}"/>
    <dgm:cxn modelId="{CC44D035-BFAD-4577-974D-BD9F5141DEFF}" srcId="{752B2900-398B-4C5A-B5C0-ECC33D2E3BB3}" destId="{AA1C3C88-71CF-46FA-A4D1-781730CCAA3A}" srcOrd="2" destOrd="0" parTransId="{3C528F87-41A5-4B2E-A3EC-FDF24E47FC74}" sibTransId="{084A4CED-9BDA-4EB6-BC2B-11249A2EC609}"/>
    <dgm:cxn modelId="{F264CCC3-ADBA-48BE-AAA3-9F55787BC32C}" srcId="{AA1C3C88-71CF-46FA-A4D1-781730CCAA3A}" destId="{E65B5903-D7F5-4087-A9CD-A83F42A900B4}" srcOrd="0" destOrd="0" parTransId="{6D86B22F-D2B3-44E7-BF2A-4F27111C22A9}" sibTransId="{33CC1ACF-1205-4C8B-8D2D-C35167BACC00}"/>
    <dgm:cxn modelId="{9E0AF912-BD35-4983-8DAC-ADE74BE62C66}" type="presOf" srcId="{034EF4A8-E34C-41E0-A852-FD545735EEFF}" destId="{D864D5BC-0451-488A-9630-2E2A75D87859}" srcOrd="0" destOrd="0" presId="urn:microsoft.com/office/officeart/2005/8/layout/hierarchy2"/>
    <dgm:cxn modelId="{CD68A5DE-CBB2-4C2B-9171-844BFACC231E}" srcId="{438080B4-44AB-44AD-99DB-B2C291CE857A}" destId="{9E421892-C5F3-49BD-856D-070DC7169762}" srcOrd="0" destOrd="0" parTransId="{F8713899-771D-4F0D-90E8-8645013F2AD3}" sibTransId="{6A4FB99A-C344-41A8-9AB0-845C5FCBB2AE}"/>
    <dgm:cxn modelId="{3E37142C-BF69-429D-849F-DC93B7F2292B}" type="presOf" srcId="{DC1B0E67-6BEB-41DF-981C-D6C70E7A714B}" destId="{7330AAF1-222B-41D8-AFB0-166E8FCAE42D}" srcOrd="0" destOrd="0" presId="urn:microsoft.com/office/officeart/2005/8/layout/hierarchy2"/>
    <dgm:cxn modelId="{7D26F1CB-913A-4AFF-8AB1-F09CB84AAD3C}" type="presOf" srcId="{C66039F4-DE4E-4492-A35F-0ACF4661CDDF}" destId="{C5C3B9A6-D4D0-48F5-84C7-D1E7451A1140}" srcOrd="0" destOrd="0" presId="urn:microsoft.com/office/officeart/2005/8/layout/hierarchy2"/>
    <dgm:cxn modelId="{1970182F-E19B-4383-9C27-EDA8206A3008}" srcId="{843CAEE8-8F33-43F2-9D13-A354F54A3277}" destId="{C66039F4-DE4E-4492-A35F-0ACF4661CDDF}" srcOrd="0" destOrd="0" parTransId="{D54337B8-E430-4122-8D56-EF882DCF1DFD}" sibTransId="{41DADFEF-7996-45C4-AA5B-E0F7C6FDEDD8}"/>
    <dgm:cxn modelId="{F874698B-8E4A-4F27-ADC0-E25BA30E79F8}" type="presOf" srcId="{12AD84B0-5391-48A0-99BC-2A688226085E}" destId="{17EDE1A3-1424-4774-AC02-FEC299629648}" srcOrd="1" destOrd="0" presId="urn:microsoft.com/office/officeart/2005/8/layout/hierarchy2"/>
    <dgm:cxn modelId="{EBC0D075-C78A-4810-B671-26965AD347FF}" srcId="{752B2900-398B-4C5A-B5C0-ECC33D2E3BB3}" destId="{4F3F4591-AE1F-4720-92E7-49C4F88EB38D}" srcOrd="0" destOrd="0" parTransId="{85994B26-39BE-431D-8BF6-8D55A472A011}" sibTransId="{8F4D54B0-8C26-4493-AB33-F8BF79A696A8}"/>
    <dgm:cxn modelId="{76B12E67-18D2-4CDE-8D9B-764F6A2F800A}" type="presOf" srcId="{D54337B8-E430-4122-8D56-EF882DCF1DFD}" destId="{82EA4FCA-4448-4FF8-9FB1-E4B533B413E6}" srcOrd="0" destOrd="0" presId="urn:microsoft.com/office/officeart/2005/8/layout/hierarchy2"/>
    <dgm:cxn modelId="{F468DC28-2EC9-4A44-89D1-FB2E13194B74}" type="presParOf" srcId="{04387717-8951-4E20-B97D-B847F7859D3E}" destId="{D0E98ECC-A60F-40C4-A16B-4E13B014BBB9}" srcOrd="0" destOrd="0" presId="urn:microsoft.com/office/officeart/2005/8/layout/hierarchy2"/>
    <dgm:cxn modelId="{F7DBFA15-E46B-4EB9-B649-F268B5384AA5}" type="presParOf" srcId="{D0E98ECC-A60F-40C4-A16B-4E13B014BBB9}" destId="{50E8C2D0-86CC-4FFD-B504-E6F1353C617B}" srcOrd="0" destOrd="0" presId="urn:microsoft.com/office/officeart/2005/8/layout/hierarchy2"/>
    <dgm:cxn modelId="{FD24DB23-39A9-4162-8BCB-EFFF1B3D3D91}" type="presParOf" srcId="{D0E98ECC-A60F-40C4-A16B-4E13B014BBB9}" destId="{E292DD92-4C45-4BA9-8862-7C1E558050D0}" srcOrd="1" destOrd="0" presId="urn:microsoft.com/office/officeart/2005/8/layout/hierarchy2"/>
    <dgm:cxn modelId="{BC569B4D-61C6-4B29-B7D2-5328C953432C}" type="presParOf" srcId="{E292DD92-4C45-4BA9-8862-7C1E558050D0}" destId="{533FFE40-C8BC-451B-BDEF-EC5503871135}" srcOrd="0" destOrd="0" presId="urn:microsoft.com/office/officeart/2005/8/layout/hierarchy2"/>
    <dgm:cxn modelId="{9D20042B-5A47-49CD-8C74-863B31F9051E}" type="presParOf" srcId="{533FFE40-C8BC-451B-BDEF-EC5503871135}" destId="{E789B87D-D4FB-4BF8-9158-F5F90AF303AF}" srcOrd="0" destOrd="0" presId="urn:microsoft.com/office/officeart/2005/8/layout/hierarchy2"/>
    <dgm:cxn modelId="{401E0F12-874C-40A7-87C3-589538E2FB1F}" type="presParOf" srcId="{E292DD92-4C45-4BA9-8862-7C1E558050D0}" destId="{F0A901E5-3B9D-4F89-9D07-685DE860AF13}" srcOrd="1" destOrd="0" presId="urn:microsoft.com/office/officeart/2005/8/layout/hierarchy2"/>
    <dgm:cxn modelId="{CE49D932-3F94-4FB2-87A8-33F505C73B55}" type="presParOf" srcId="{F0A901E5-3B9D-4F89-9D07-685DE860AF13}" destId="{5040C5D3-0786-433E-AECA-4AC94BC4C7A7}" srcOrd="0" destOrd="0" presId="urn:microsoft.com/office/officeart/2005/8/layout/hierarchy2"/>
    <dgm:cxn modelId="{20E9C8FC-6715-4C26-A8D5-950D1650E4A0}" type="presParOf" srcId="{F0A901E5-3B9D-4F89-9D07-685DE860AF13}" destId="{D1A203E0-C9FB-44F3-95C8-9573945DCF75}" srcOrd="1" destOrd="0" presId="urn:microsoft.com/office/officeart/2005/8/layout/hierarchy2"/>
    <dgm:cxn modelId="{3800E7FD-CB00-4BC6-A7BF-64BE7DAAB4C3}" type="presParOf" srcId="{D1A203E0-C9FB-44F3-95C8-9573945DCF75}" destId="{4E5FE196-2EA7-4934-912A-3D591F28C9F1}" srcOrd="0" destOrd="0" presId="urn:microsoft.com/office/officeart/2005/8/layout/hierarchy2"/>
    <dgm:cxn modelId="{E55814D9-D5D4-4579-83E3-C3CF1B221D8F}" type="presParOf" srcId="{4E5FE196-2EA7-4934-912A-3D591F28C9F1}" destId="{0F206BED-4D9A-4D13-9382-22B26645D033}" srcOrd="0" destOrd="0" presId="urn:microsoft.com/office/officeart/2005/8/layout/hierarchy2"/>
    <dgm:cxn modelId="{3292F312-545D-463A-BE0A-A5B9163370AE}" type="presParOf" srcId="{D1A203E0-C9FB-44F3-95C8-9573945DCF75}" destId="{5A4994DB-C41F-439F-8E39-2B0CD6A86583}" srcOrd="1" destOrd="0" presId="urn:microsoft.com/office/officeart/2005/8/layout/hierarchy2"/>
    <dgm:cxn modelId="{68ABA979-AB34-4F6C-99E3-B03188BDF87D}" type="presParOf" srcId="{5A4994DB-C41F-439F-8E39-2B0CD6A86583}" destId="{00F9D93E-18E9-40DE-8AD1-92D5303895CB}" srcOrd="0" destOrd="0" presId="urn:microsoft.com/office/officeart/2005/8/layout/hierarchy2"/>
    <dgm:cxn modelId="{1A4A21AB-D19A-4D78-BCA6-13FF8D7D7EB7}" type="presParOf" srcId="{5A4994DB-C41F-439F-8E39-2B0CD6A86583}" destId="{AB238F0F-257A-4817-91FB-E5503F3D7E86}" srcOrd="1" destOrd="0" presId="urn:microsoft.com/office/officeart/2005/8/layout/hierarchy2"/>
    <dgm:cxn modelId="{56D6850D-DB5E-4135-9B58-09228D0928F8}" type="presParOf" srcId="{AB238F0F-257A-4817-91FB-E5503F3D7E86}" destId="{08C6C7CC-DEEE-4073-80E1-3329C8030856}" srcOrd="0" destOrd="0" presId="urn:microsoft.com/office/officeart/2005/8/layout/hierarchy2"/>
    <dgm:cxn modelId="{84242F1B-853A-4295-A558-70EB91831202}" type="presParOf" srcId="{08C6C7CC-DEEE-4073-80E1-3329C8030856}" destId="{30815591-811A-47E5-8F90-4859739A6421}" srcOrd="0" destOrd="0" presId="urn:microsoft.com/office/officeart/2005/8/layout/hierarchy2"/>
    <dgm:cxn modelId="{6F9FA946-CBC1-4542-AB4B-5811DCB45A09}" type="presParOf" srcId="{AB238F0F-257A-4817-91FB-E5503F3D7E86}" destId="{B450E630-54B5-46E7-927D-95F474E43BEF}" srcOrd="1" destOrd="0" presId="urn:microsoft.com/office/officeart/2005/8/layout/hierarchy2"/>
    <dgm:cxn modelId="{B0874604-6212-4021-8539-F325892216C5}" type="presParOf" srcId="{B450E630-54B5-46E7-927D-95F474E43BEF}" destId="{1562CCAF-8442-41AA-B316-76F5C3B2AF75}" srcOrd="0" destOrd="0" presId="urn:microsoft.com/office/officeart/2005/8/layout/hierarchy2"/>
    <dgm:cxn modelId="{027FD7D0-9779-4FD7-B9D0-5A4BCCB3DE72}" type="presParOf" srcId="{B450E630-54B5-46E7-927D-95F474E43BEF}" destId="{6754E5AC-837B-4FC1-B755-441CBEC3B376}" srcOrd="1" destOrd="0" presId="urn:microsoft.com/office/officeart/2005/8/layout/hierarchy2"/>
    <dgm:cxn modelId="{43098199-F62F-40F1-8C90-6EEE586D78DC}" type="presParOf" srcId="{D1A203E0-C9FB-44F3-95C8-9573945DCF75}" destId="{B9D31316-C171-413A-A6BF-524AE0104041}" srcOrd="2" destOrd="0" presId="urn:microsoft.com/office/officeart/2005/8/layout/hierarchy2"/>
    <dgm:cxn modelId="{F879E137-9C28-4406-AF7C-AA389DF8382C}" type="presParOf" srcId="{B9D31316-C171-413A-A6BF-524AE0104041}" destId="{6EEAB8C7-B5FE-4488-B35E-6703774A901C}" srcOrd="0" destOrd="0" presId="urn:microsoft.com/office/officeart/2005/8/layout/hierarchy2"/>
    <dgm:cxn modelId="{6F2434C3-8FFE-420D-A405-9166C397023E}" type="presParOf" srcId="{D1A203E0-C9FB-44F3-95C8-9573945DCF75}" destId="{E2D48891-FC28-4E20-A3F6-C7A7EC7CB1FF}" srcOrd="3" destOrd="0" presId="urn:microsoft.com/office/officeart/2005/8/layout/hierarchy2"/>
    <dgm:cxn modelId="{24F4353F-0A83-42CC-94F2-E7181AD3F945}" type="presParOf" srcId="{E2D48891-FC28-4E20-A3F6-C7A7EC7CB1FF}" destId="{6C03747C-6E5D-4A28-A589-D580147D0511}" srcOrd="0" destOrd="0" presId="urn:microsoft.com/office/officeart/2005/8/layout/hierarchy2"/>
    <dgm:cxn modelId="{2B00FE17-E9E1-4B8D-8CBB-0FC24213578D}" type="presParOf" srcId="{E2D48891-FC28-4E20-A3F6-C7A7EC7CB1FF}" destId="{44BA30BF-A602-43C5-8DD8-C3CD8DE2A917}" srcOrd="1" destOrd="0" presId="urn:microsoft.com/office/officeart/2005/8/layout/hierarchy2"/>
    <dgm:cxn modelId="{E0EEC733-443D-44BC-9E19-5A5487E0F391}" type="presParOf" srcId="{E292DD92-4C45-4BA9-8862-7C1E558050D0}" destId="{09583962-8041-43BF-AE10-A7B1F6CEF418}" srcOrd="2" destOrd="0" presId="urn:microsoft.com/office/officeart/2005/8/layout/hierarchy2"/>
    <dgm:cxn modelId="{B60C6533-BB2C-45C3-BFCB-2313C3A9449F}" type="presParOf" srcId="{09583962-8041-43BF-AE10-A7B1F6CEF418}" destId="{1B53E121-7A58-4B88-82FB-B1A1AF0924A5}" srcOrd="0" destOrd="0" presId="urn:microsoft.com/office/officeart/2005/8/layout/hierarchy2"/>
    <dgm:cxn modelId="{1A7F019D-D79B-4F62-9F2A-D473E94EEBF2}" type="presParOf" srcId="{E292DD92-4C45-4BA9-8862-7C1E558050D0}" destId="{8647CB5B-3BAD-4788-8A8F-C8041F9D435C}" srcOrd="3" destOrd="0" presId="urn:microsoft.com/office/officeart/2005/8/layout/hierarchy2"/>
    <dgm:cxn modelId="{5E6F6C5F-A329-440A-B354-36E97387E606}" type="presParOf" srcId="{8647CB5B-3BAD-4788-8A8F-C8041F9D435C}" destId="{F818D185-5A2B-4075-86D2-9A8E24B99597}" srcOrd="0" destOrd="0" presId="urn:microsoft.com/office/officeart/2005/8/layout/hierarchy2"/>
    <dgm:cxn modelId="{5DEC7F9B-8BE3-4885-912D-57F74FBBF527}" type="presParOf" srcId="{8647CB5B-3BAD-4788-8A8F-C8041F9D435C}" destId="{AF478E89-B7A3-4DDF-B352-FA840A44A7ED}" srcOrd="1" destOrd="0" presId="urn:microsoft.com/office/officeart/2005/8/layout/hierarchy2"/>
    <dgm:cxn modelId="{3DD63498-F15B-47C8-8B10-F63DC99B0B99}" type="presParOf" srcId="{AF478E89-B7A3-4DDF-B352-FA840A44A7ED}" destId="{68B987F8-A65D-4A8C-9FC9-DA1686351D01}" srcOrd="0" destOrd="0" presId="urn:microsoft.com/office/officeart/2005/8/layout/hierarchy2"/>
    <dgm:cxn modelId="{5D7B9A9D-2779-422C-84BC-9F0E1C8435E9}" type="presParOf" srcId="{68B987F8-A65D-4A8C-9FC9-DA1686351D01}" destId="{EEFA471C-81B9-42B1-ACE0-CE741CB30A50}" srcOrd="0" destOrd="0" presId="urn:microsoft.com/office/officeart/2005/8/layout/hierarchy2"/>
    <dgm:cxn modelId="{2FC195D7-3709-4656-B64C-1D6AC701B6E9}" type="presParOf" srcId="{AF478E89-B7A3-4DDF-B352-FA840A44A7ED}" destId="{7A183153-AA1E-49A2-A7F4-63AFE5B4643F}" srcOrd="1" destOrd="0" presId="urn:microsoft.com/office/officeart/2005/8/layout/hierarchy2"/>
    <dgm:cxn modelId="{929D10A6-F208-4615-9AC6-267CEF6D7639}" type="presParOf" srcId="{7A183153-AA1E-49A2-A7F4-63AFE5B4643F}" destId="{D5F413FE-8E01-49AC-94D1-B16D0BC1F770}" srcOrd="0" destOrd="0" presId="urn:microsoft.com/office/officeart/2005/8/layout/hierarchy2"/>
    <dgm:cxn modelId="{838D8FF3-FAE2-4719-A2DD-8818D9934354}" type="presParOf" srcId="{7A183153-AA1E-49A2-A7F4-63AFE5B4643F}" destId="{0028347A-269F-43DC-A0BC-650737326E25}" srcOrd="1" destOrd="0" presId="urn:microsoft.com/office/officeart/2005/8/layout/hierarchy2"/>
    <dgm:cxn modelId="{4DFFF7E6-8EFA-4711-812D-D4E36BCB6498}" type="presParOf" srcId="{AF478E89-B7A3-4DDF-B352-FA840A44A7ED}" destId="{05C8AE9D-0CDE-4F0F-8C51-61DFAF3C40E1}" srcOrd="2" destOrd="0" presId="urn:microsoft.com/office/officeart/2005/8/layout/hierarchy2"/>
    <dgm:cxn modelId="{DDA10DD3-F1A6-49E6-9E11-B8CD873E5299}" type="presParOf" srcId="{05C8AE9D-0CDE-4F0F-8C51-61DFAF3C40E1}" destId="{17EDE1A3-1424-4774-AC02-FEC299629648}" srcOrd="0" destOrd="0" presId="urn:microsoft.com/office/officeart/2005/8/layout/hierarchy2"/>
    <dgm:cxn modelId="{9DB69AD7-E480-4C1E-B1C2-FBBBB996A5C9}" type="presParOf" srcId="{AF478E89-B7A3-4DDF-B352-FA840A44A7ED}" destId="{CCE2672F-DE4F-4EE8-8F98-736F2B177D14}" srcOrd="3" destOrd="0" presId="urn:microsoft.com/office/officeart/2005/8/layout/hierarchy2"/>
    <dgm:cxn modelId="{45BA4E06-845C-47DC-B0D9-DD9DA4AAF84F}" type="presParOf" srcId="{CCE2672F-DE4F-4EE8-8F98-736F2B177D14}" destId="{82942DDA-DBCF-4728-9953-FD9F0F6FEB72}" srcOrd="0" destOrd="0" presId="urn:microsoft.com/office/officeart/2005/8/layout/hierarchy2"/>
    <dgm:cxn modelId="{D7776E1D-3817-4886-9B0C-E03D97CD429D}" type="presParOf" srcId="{CCE2672F-DE4F-4EE8-8F98-736F2B177D14}" destId="{F5ECC602-35A8-4F54-8A81-CE1AF923130E}" srcOrd="1" destOrd="0" presId="urn:microsoft.com/office/officeart/2005/8/layout/hierarchy2"/>
    <dgm:cxn modelId="{2E4BC5BB-97BF-4F85-9294-9E3BBEF1CA78}" type="presParOf" srcId="{AF478E89-B7A3-4DDF-B352-FA840A44A7ED}" destId="{B8FABADF-7883-4101-8316-85D532EB7DA0}" srcOrd="4" destOrd="0" presId="urn:microsoft.com/office/officeart/2005/8/layout/hierarchy2"/>
    <dgm:cxn modelId="{7F6E59A9-EB33-4332-82D6-AA2373878DCA}" type="presParOf" srcId="{B8FABADF-7883-4101-8316-85D532EB7DA0}" destId="{43B7DA0D-E754-4CFA-A27B-948AB06409C9}" srcOrd="0" destOrd="0" presId="urn:microsoft.com/office/officeart/2005/8/layout/hierarchy2"/>
    <dgm:cxn modelId="{476D3482-1E14-41FA-805D-F01198D0DA62}" type="presParOf" srcId="{AF478E89-B7A3-4DDF-B352-FA840A44A7ED}" destId="{6A474476-B207-4B8F-8C68-5B12A3128C35}" srcOrd="5" destOrd="0" presId="urn:microsoft.com/office/officeart/2005/8/layout/hierarchy2"/>
    <dgm:cxn modelId="{299971B4-6D51-432F-B30F-6C1A6DC6DCB7}" type="presParOf" srcId="{6A474476-B207-4B8F-8C68-5B12A3128C35}" destId="{CAA5FBE0-A47D-412A-A86C-68492B01BE08}" srcOrd="0" destOrd="0" presId="urn:microsoft.com/office/officeart/2005/8/layout/hierarchy2"/>
    <dgm:cxn modelId="{9545830F-F320-4FE5-A2FF-9AA6388A5B60}" type="presParOf" srcId="{6A474476-B207-4B8F-8C68-5B12A3128C35}" destId="{AADDE928-9FA6-46BC-AC57-BD1C8B2E526B}" srcOrd="1" destOrd="0" presId="urn:microsoft.com/office/officeart/2005/8/layout/hierarchy2"/>
    <dgm:cxn modelId="{18263485-9DCB-4733-9D28-6BA117F88F38}" type="presParOf" srcId="{AADDE928-9FA6-46BC-AC57-BD1C8B2E526B}" destId="{BAE3FAD9-DE42-4748-B409-5918073ED3C1}" srcOrd="0" destOrd="0" presId="urn:microsoft.com/office/officeart/2005/8/layout/hierarchy2"/>
    <dgm:cxn modelId="{DB5DB47C-3223-4A0B-BAD2-AC35B9AB7769}" type="presParOf" srcId="{BAE3FAD9-DE42-4748-B409-5918073ED3C1}" destId="{F08EEC3F-F98A-4476-A46B-2E865E621DAA}" srcOrd="0" destOrd="0" presId="urn:microsoft.com/office/officeart/2005/8/layout/hierarchy2"/>
    <dgm:cxn modelId="{FB5E6A49-40DD-4EDF-84F9-97C58007B30E}" type="presParOf" srcId="{AADDE928-9FA6-46BC-AC57-BD1C8B2E526B}" destId="{AB3ECAC0-FDAE-4586-B990-8022D7154FE3}" srcOrd="1" destOrd="0" presId="urn:microsoft.com/office/officeart/2005/8/layout/hierarchy2"/>
    <dgm:cxn modelId="{FAC44610-7536-4DED-94D1-6448154FE43C}" type="presParOf" srcId="{AB3ECAC0-FDAE-4586-B990-8022D7154FE3}" destId="{752E9347-9570-4D2A-A476-78A8898B5713}" srcOrd="0" destOrd="0" presId="urn:microsoft.com/office/officeart/2005/8/layout/hierarchy2"/>
    <dgm:cxn modelId="{17DDE383-C2EE-4F13-8AD3-E2FCE17ADA32}" type="presParOf" srcId="{AB3ECAC0-FDAE-4586-B990-8022D7154FE3}" destId="{FC0A0F6D-0911-4A73-9E66-A36EEA450610}" srcOrd="1" destOrd="0" presId="urn:microsoft.com/office/officeart/2005/8/layout/hierarchy2"/>
    <dgm:cxn modelId="{0D1F5364-75E5-4850-B246-FE4B2288EA01}" type="presParOf" srcId="{AADDE928-9FA6-46BC-AC57-BD1C8B2E526B}" destId="{7330AAF1-222B-41D8-AFB0-166E8FCAE42D}" srcOrd="2" destOrd="0" presId="urn:microsoft.com/office/officeart/2005/8/layout/hierarchy2"/>
    <dgm:cxn modelId="{B3D9772D-D7B5-41FA-819A-3A0F0F81C61A}" type="presParOf" srcId="{7330AAF1-222B-41D8-AFB0-166E8FCAE42D}" destId="{44C3AFC9-3208-407F-BE19-958ACACCEA8F}" srcOrd="0" destOrd="0" presId="urn:microsoft.com/office/officeart/2005/8/layout/hierarchy2"/>
    <dgm:cxn modelId="{8AA6E05B-0148-4DC5-ADBC-A02C6E828DDA}" type="presParOf" srcId="{AADDE928-9FA6-46BC-AC57-BD1C8B2E526B}" destId="{4AE055F2-6DE5-4F16-BB55-5F092518E91D}" srcOrd="3" destOrd="0" presId="urn:microsoft.com/office/officeart/2005/8/layout/hierarchy2"/>
    <dgm:cxn modelId="{3B4B5E28-5C31-42EF-81CD-0BFB75579063}" type="presParOf" srcId="{4AE055F2-6DE5-4F16-BB55-5F092518E91D}" destId="{D864D5BC-0451-488A-9630-2E2A75D87859}" srcOrd="0" destOrd="0" presId="urn:microsoft.com/office/officeart/2005/8/layout/hierarchy2"/>
    <dgm:cxn modelId="{FBDF59F3-3686-4830-995C-65E87DB66D52}" type="presParOf" srcId="{4AE055F2-6DE5-4F16-BB55-5F092518E91D}" destId="{733FE1F9-C82B-4EE3-B883-F3B0F702CEE2}" srcOrd="1" destOrd="0" presId="urn:microsoft.com/office/officeart/2005/8/layout/hierarchy2"/>
    <dgm:cxn modelId="{AD9EFFD4-C6EA-4DCF-BCEC-12ACAEA249D5}" type="presParOf" srcId="{E292DD92-4C45-4BA9-8862-7C1E558050D0}" destId="{08B87269-9177-4344-82A1-6245B3312185}" srcOrd="4" destOrd="0" presId="urn:microsoft.com/office/officeart/2005/8/layout/hierarchy2"/>
    <dgm:cxn modelId="{762A6869-5BBA-4F2F-BD75-C9C25CE7D4E0}" type="presParOf" srcId="{08B87269-9177-4344-82A1-6245B3312185}" destId="{118F77F2-4415-4A66-8C81-D5AF4AAF71D0}" srcOrd="0" destOrd="0" presId="urn:microsoft.com/office/officeart/2005/8/layout/hierarchy2"/>
    <dgm:cxn modelId="{6B826C5E-BB26-42A3-9016-00C35CAC0710}" type="presParOf" srcId="{E292DD92-4C45-4BA9-8862-7C1E558050D0}" destId="{721A1E72-2D03-4CEB-A9E2-4A53AAD69BFA}" srcOrd="5" destOrd="0" presId="urn:microsoft.com/office/officeart/2005/8/layout/hierarchy2"/>
    <dgm:cxn modelId="{C05923D9-B5C6-4587-96BF-D78396127802}" type="presParOf" srcId="{721A1E72-2D03-4CEB-A9E2-4A53AAD69BFA}" destId="{9CA0007D-9D7F-4F43-BA92-A4CA47E9DF1A}" srcOrd="0" destOrd="0" presId="urn:microsoft.com/office/officeart/2005/8/layout/hierarchy2"/>
    <dgm:cxn modelId="{50F23AA4-D508-43CE-AD36-A96E77FF414B}" type="presParOf" srcId="{721A1E72-2D03-4CEB-A9E2-4A53AAD69BFA}" destId="{B84DA6BE-929E-4011-9862-EFABF7978697}" srcOrd="1" destOrd="0" presId="urn:microsoft.com/office/officeart/2005/8/layout/hierarchy2"/>
    <dgm:cxn modelId="{F1E30EB8-8515-4E15-969F-DE6759E30331}" type="presParOf" srcId="{B84DA6BE-929E-4011-9862-EFABF7978697}" destId="{2ED2F62A-1994-4377-A657-DCF3A0E27718}" srcOrd="0" destOrd="0" presId="urn:microsoft.com/office/officeart/2005/8/layout/hierarchy2"/>
    <dgm:cxn modelId="{4E5CE92E-6950-4620-8843-1EB8AA6028D4}" type="presParOf" srcId="{2ED2F62A-1994-4377-A657-DCF3A0E27718}" destId="{E57CC938-064D-4B04-BFEB-7D37165FBB70}" srcOrd="0" destOrd="0" presId="urn:microsoft.com/office/officeart/2005/8/layout/hierarchy2"/>
    <dgm:cxn modelId="{965B1F66-18E4-478E-BA57-D4693F5250F1}" type="presParOf" srcId="{B84DA6BE-929E-4011-9862-EFABF7978697}" destId="{AD6AE574-6736-4EA8-A761-864659AC22D6}" srcOrd="1" destOrd="0" presId="urn:microsoft.com/office/officeart/2005/8/layout/hierarchy2"/>
    <dgm:cxn modelId="{9EEDD7AA-ED63-4435-B839-5A35F3746D39}" type="presParOf" srcId="{AD6AE574-6736-4EA8-A761-864659AC22D6}" destId="{439CF562-F9F1-49E3-AE1A-DD8F376B1425}" srcOrd="0" destOrd="0" presId="urn:microsoft.com/office/officeart/2005/8/layout/hierarchy2"/>
    <dgm:cxn modelId="{31A3FF83-81F9-4E38-99D4-EF3F82B85047}" type="presParOf" srcId="{AD6AE574-6736-4EA8-A761-864659AC22D6}" destId="{1BD8D629-7946-4C73-9B1D-09ACA331C033}" srcOrd="1" destOrd="0" presId="urn:microsoft.com/office/officeart/2005/8/layout/hierarchy2"/>
    <dgm:cxn modelId="{41A6E22D-4C96-4636-8A6D-DD462B0723DB}" type="presParOf" srcId="{B84DA6BE-929E-4011-9862-EFABF7978697}" destId="{DAC285CD-AFD8-44A0-9682-BC5747B1EF53}" srcOrd="2" destOrd="0" presId="urn:microsoft.com/office/officeart/2005/8/layout/hierarchy2"/>
    <dgm:cxn modelId="{50F282F7-1D4D-4CC8-8C6C-CEF82CB21E4A}" type="presParOf" srcId="{DAC285CD-AFD8-44A0-9682-BC5747B1EF53}" destId="{1453B4D3-B273-414B-9D35-89A5AEE039D8}" srcOrd="0" destOrd="0" presId="urn:microsoft.com/office/officeart/2005/8/layout/hierarchy2"/>
    <dgm:cxn modelId="{9972E0FF-7B3C-477C-948C-E400DF41E827}" type="presParOf" srcId="{B84DA6BE-929E-4011-9862-EFABF7978697}" destId="{F5470A78-1C2D-47FC-935E-5D1E67D1D25C}" srcOrd="3" destOrd="0" presId="urn:microsoft.com/office/officeart/2005/8/layout/hierarchy2"/>
    <dgm:cxn modelId="{530368B3-A044-48CE-976E-29EB97365904}" type="presParOf" srcId="{F5470A78-1C2D-47FC-935E-5D1E67D1D25C}" destId="{A3E13182-EC3E-4647-B6A9-66CDCE90A7FA}" srcOrd="0" destOrd="0" presId="urn:microsoft.com/office/officeart/2005/8/layout/hierarchy2"/>
    <dgm:cxn modelId="{F7D5539A-A0F9-49AB-AE3A-BAC794FD2D12}" type="presParOf" srcId="{F5470A78-1C2D-47FC-935E-5D1E67D1D25C}" destId="{E8EEE990-0B76-416F-A6AD-D6E088A8F760}" srcOrd="1" destOrd="0" presId="urn:microsoft.com/office/officeart/2005/8/layout/hierarchy2"/>
    <dgm:cxn modelId="{6ADE16C6-CEB6-42EC-BEFD-39491BCBC585}" type="presParOf" srcId="{E8EEE990-0B76-416F-A6AD-D6E088A8F760}" destId="{BFA6AC12-77ED-4C07-BE2A-E34B3A881F6C}" srcOrd="0" destOrd="0" presId="urn:microsoft.com/office/officeart/2005/8/layout/hierarchy2"/>
    <dgm:cxn modelId="{FB797601-3940-4D04-B46B-09729770654C}" type="presParOf" srcId="{BFA6AC12-77ED-4C07-BE2A-E34B3A881F6C}" destId="{5E62CB39-4C41-4C65-96A2-217C37DFD98B}" srcOrd="0" destOrd="0" presId="urn:microsoft.com/office/officeart/2005/8/layout/hierarchy2"/>
    <dgm:cxn modelId="{34C6A9AE-9A4E-458E-8033-A49474BADCF7}" type="presParOf" srcId="{E8EEE990-0B76-416F-A6AD-D6E088A8F760}" destId="{020D8EE2-3791-4252-8347-E5FD6DEA9FDA}" srcOrd="1" destOrd="0" presId="urn:microsoft.com/office/officeart/2005/8/layout/hierarchy2"/>
    <dgm:cxn modelId="{8C1813B0-8EA8-460E-B1B0-E09686EBD6F4}" type="presParOf" srcId="{020D8EE2-3791-4252-8347-E5FD6DEA9FDA}" destId="{7A71CFB0-3FC5-4F13-AE52-4D841680F391}" srcOrd="0" destOrd="0" presId="urn:microsoft.com/office/officeart/2005/8/layout/hierarchy2"/>
    <dgm:cxn modelId="{BBFE4ABF-E348-4B86-B78E-99F080CD5CDE}" type="presParOf" srcId="{020D8EE2-3791-4252-8347-E5FD6DEA9FDA}" destId="{CB43A099-65BF-4BBF-9992-47EAF1CFE3BA}" srcOrd="1" destOrd="0" presId="urn:microsoft.com/office/officeart/2005/8/layout/hierarchy2"/>
    <dgm:cxn modelId="{0FFAE863-D106-404B-B120-1B29C92B7F68}" type="presParOf" srcId="{B84DA6BE-929E-4011-9862-EFABF7978697}" destId="{97AD8B21-B481-48E6-8F30-FB3A1D8F2E53}" srcOrd="4" destOrd="0" presId="urn:microsoft.com/office/officeart/2005/8/layout/hierarchy2"/>
    <dgm:cxn modelId="{DCADE1C5-88DA-4FA8-B9C4-0104CA142967}" type="presParOf" srcId="{97AD8B21-B481-48E6-8F30-FB3A1D8F2E53}" destId="{4628CE18-730A-451B-8560-A3106F9674DB}" srcOrd="0" destOrd="0" presId="urn:microsoft.com/office/officeart/2005/8/layout/hierarchy2"/>
    <dgm:cxn modelId="{8328A023-1960-497C-988B-46466BD96DEB}" type="presParOf" srcId="{B84DA6BE-929E-4011-9862-EFABF7978697}" destId="{46B92AE9-4302-43E0-A9B6-774B1C611F36}" srcOrd="5" destOrd="0" presId="urn:microsoft.com/office/officeart/2005/8/layout/hierarchy2"/>
    <dgm:cxn modelId="{1AA12BB9-1253-4933-AADA-4D7450E2A850}" type="presParOf" srcId="{46B92AE9-4302-43E0-A9B6-774B1C611F36}" destId="{6C06DA10-22EE-42BE-A3C8-4350CEA336B0}" srcOrd="0" destOrd="0" presId="urn:microsoft.com/office/officeart/2005/8/layout/hierarchy2"/>
    <dgm:cxn modelId="{46C4DC15-A4E9-48AA-8580-EEBA2ECEC18C}" type="presParOf" srcId="{46B92AE9-4302-43E0-A9B6-774B1C611F36}" destId="{6EF2ADEB-628F-4F7F-8106-E2A592A1D974}" srcOrd="1" destOrd="0" presId="urn:microsoft.com/office/officeart/2005/8/layout/hierarchy2"/>
    <dgm:cxn modelId="{D476BA58-CDF3-4ADD-8BFA-8C62FF6EDC17}" type="presParOf" srcId="{6EF2ADEB-628F-4F7F-8106-E2A592A1D974}" destId="{82EA4FCA-4448-4FF8-9FB1-E4B533B413E6}" srcOrd="0" destOrd="0" presId="urn:microsoft.com/office/officeart/2005/8/layout/hierarchy2"/>
    <dgm:cxn modelId="{E351A15D-B06A-41D6-ACFA-366A1E9CABFE}" type="presParOf" srcId="{82EA4FCA-4448-4FF8-9FB1-E4B533B413E6}" destId="{2D73F0AA-A3EA-4C0F-A9D3-5CCBD17C4E1D}" srcOrd="0" destOrd="0" presId="urn:microsoft.com/office/officeart/2005/8/layout/hierarchy2"/>
    <dgm:cxn modelId="{45AE18ED-20A6-4E0D-9C98-5CCF7F6EC516}" type="presParOf" srcId="{6EF2ADEB-628F-4F7F-8106-E2A592A1D974}" destId="{902F82D3-7720-45EB-BF1A-E9CF294796BA}" srcOrd="1" destOrd="0" presId="urn:microsoft.com/office/officeart/2005/8/layout/hierarchy2"/>
    <dgm:cxn modelId="{AC52ECC4-4D69-499C-8B8B-19FEA6BAB7D8}" type="presParOf" srcId="{902F82D3-7720-45EB-BF1A-E9CF294796BA}" destId="{C5C3B9A6-D4D0-48F5-84C7-D1E7451A1140}" srcOrd="0" destOrd="0" presId="urn:microsoft.com/office/officeart/2005/8/layout/hierarchy2"/>
    <dgm:cxn modelId="{FB465670-9BB4-4194-978E-D1AA189553C4}" type="presParOf" srcId="{902F82D3-7720-45EB-BF1A-E9CF294796BA}" destId="{C18B45A4-0A51-4715-9161-6470561A222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4340743-5D48-4B01-B5E5-1E888F6027C7}" type="doc">
      <dgm:prSet loTypeId="urn:microsoft.com/office/officeart/2005/8/layout/hierarchy2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A5F58EED-194D-470E-B355-3D3C2D02D98A}">
      <dgm:prSet phldrT="[텍스트]" custT="1"/>
      <dgm:spPr/>
      <dgm:t>
        <a:bodyPr/>
        <a:lstStyle/>
        <a:p>
          <a:pPr latinLnBrk="0"/>
          <a:r>
            <a:rPr lang="ko-KR" altLang="en-US" sz="18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서비스 검증용 </a:t>
          </a:r>
          <a:r>
            <a:rPr lang="ko-KR" altLang="en-US" sz="1800" b="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프로토타입</a:t>
          </a:r>
          <a:r>
            <a:rPr lang="ko-KR" altLang="en-US" sz="18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 재생 단말 구현</a:t>
          </a:r>
          <a:endParaRPr lang="ko-KR" altLang="en-US" sz="18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0BB25AD4-A74B-40D0-9202-E2798AC05A5D}" type="parTrans" cxnId="{F4DEEBFA-6207-4259-9D53-9953943596C8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8208E5DD-5CBA-4068-AA45-FD9EC88CD37C}" type="sibTrans" cxnId="{F4DEEBFA-6207-4259-9D53-9953943596C8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6BE7E48B-357F-4D0D-93D5-2A58CB2F24D2}">
      <dgm:prSet custT="1"/>
      <dgm:spPr/>
      <dgm:t>
        <a:bodyPr/>
        <a:lstStyle/>
        <a:p>
          <a:pPr latinLnBrk="0"/>
          <a:r>
            <a:rPr lang="ko-KR" altLang="en-US" sz="16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요구사항 및 기능 규격 정의</a:t>
          </a:r>
          <a:endParaRPr lang="ko-KR" altLang="en-US" sz="16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7EE8BD75-78A5-47EC-910B-DD917213FD33}" type="parTrans" cxnId="{DB20BB2D-D883-4B93-B5D3-6D2E83E85D1D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7F18A758-45AA-42F9-BE0A-E53A9125F976}" type="sibTrans" cxnId="{DB20BB2D-D883-4B93-B5D3-6D2E83E85D1D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DE5EFBD7-D64D-4C77-A240-F6FC886F9A4F}">
      <dgm:prSet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공동연구기관의 요구사항 반영 및 검토</a:t>
          </a:r>
          <a:endParaRPr lang="ko-KR" altLang="en-US" sz="14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C4F93ADC-41D9-48EB-B4D0-546EC0561088}" type="parTrans" cxnId="{86320E82-7DFC-4131-92BB-68E1190E72D5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C520C89B-10FE-47D0-B4D3-9C27DCC96550}" type="sibTrans" cxnId="{86320E82-7DFC-4131-92BB-68E1190E72D5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B24D043C-0575-44D2-B6F1-CB76F349A57B}">
      <dgm:prSet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개발 단계별 요구사항 반영 여부 검증</a:t>
          </a:r>
          <a:r>
            <a:rPr lang="en-US" altLang="ko-KR" sz="14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(</a:t>
          </a:r>
          <a:r>
            <a:rPr lang="ko-KR" altLang="en-US" sz="14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요구사항 추적</a:t>
          </a:r>
          <a:r>
            <a:rPr lang="en-US" altLang="ko-KR" sz="14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)</a:t>
          </a:r>
          <a:endParaRPr lang="ko-KR" altLang="en-US" sz="14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E44ACFAD-A71C-4F0D-94AA-6E6A601E212A}" type="parTrans" cxnId="{0C0AA46C-D9AF-4A5E-9197-824EBA977573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2637A9D4-CD1C-4B14-B4BD-0745DE3730C5}" type="sibTrans" cxnId="{0C0AA46C-D9AF-4A5E-9197-824EBA977573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F2EED5C6-2CC2-4379-BD0E-DAFFF8026CC2}">
      <dgm:prSet custT="1"/>
      <dgm:spPr/>
      <dgm:t>
        <a:bodyPr/>
        <a:lstStyle/>
        <a:p>
          <a:pPr latinLnBrk="0"/>
          <a:r>
            <a:rPr lang="ko-KR" altLang="en-US" sz="1600" b="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프로토타입</a:t>
          </a:r>
          <a:r>
            <a:rPr lang="ko-KR" altLang="en-US" sz="16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 재생 단말 구현</a:t>
          </a:r>
          <a:endParaRPr lang="ko-KR" altLang="en-US" sz="16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136C224B-ECC7-4F45-8BA3-31A37FB90FA0}" type="parTrans" cxnId="{82C46F76-6E13-484D-B0B1-67BC789808E6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047799C6-336D-41D9-8862-A74C1F3FC473}" type="sibTrans" cxnId="{82C46F76-6E13-484D-B0B1-67BC789808E6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C31BB621-3F07-46B4-AA60-6F69DDFE35AA}">
      <dgm:prSet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이용자 무드 필터 기능 구현 및 검증</a:t>
          </a:r>
          <a:endParaRPr lang="ko-KR" altLang="en-US" sz="14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C6384DCA-5B74-4CC1-96F7-0C9D55C3962D}" type="parTrans" cxnId="{F7DEE6CF-8700-4288-B471-4BA1AED4D87F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8C1F2E23-3691-43A0-8C61-3F71EEF5A40F}" type="sibTrans" cxnId="{F7DEE6CF-8700-4288-B471-4BA1AED4D87F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02F5C55A-87C5-41B1-9E48-41748C0CE13B}">
      <dgm:prSet custT="1"/>
      <dgm:spPr/>
      <dgm:t>
        <a:bodyPr/>
        <a:lstStyle/>
        <a:p>
          <a:pPr latinLnBrk="0"/>
          <a:r>
            <a:rPr lang="en-US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Music 2.0 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단말에 음악 분위기 제어 기능 제공</a:t>
          </a:r>
          <a:endParaRPr lang="ko-KR" altLang="en-US" sz="12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EB2844D9-4FA3-4501-B930-DCC760324544}" type="parTrans" cxnId="{01D0D831-F3DC-4D33-B4EF-81695648CA0E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436F90E6-B15F-4FF0-9342-7D8B48371943}" type="sibTrans" cxnId="{01D0D831-F3DC-4D33-B4EF-81695648CA0E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D76CE0D5-B3ED-465D-BC9F-C3D3F0B777F9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위탁 연구 결과물의 제안 설정 값 적용 및 구현</a:t>
          </a:r>
          <a:endParaRPr lang="ko-KR" altLang="en-US" sz="12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92BF11F2-82E9-4017-8C0A-FA815201A07F}" type="parTrans" cxnId="{F9CA5B12-0A83-4262-9E31-B767CC45498C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B3443AF5-EFFB-4FDD-AAA0-E5CBEA6F2A61}" type="sibTrans" cxnId="{F9CA5B12-0A83-4262-9E31-B767CC45498C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D107B8B7-0431-4470-B223-0D47D02039CA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단말에서의 트랙 신호 특징 설정에 의한 분위기 변화 가능성 확인</a:t>
          </a:r>
          <a:endParaRPr lang="ko-KR" altLang="en-US" sz="12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72B95778-70BE-4823-93CC-4B29E79479AA}" type="parTrans" cxnId="{1AA179E3-C487-4D7E-8C13-1D6F9E3D9CCA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272B968F-184F-4C1F-A0CC-7B80966944B0}" type="sibTrans" cxnId="{1AA179E3-C487-4D7E-8C13-1D6F9E3D9CCA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EC6E02EE-7CE9-4A8C-AA24-80DA71712D24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간단한 동작에 의한 임의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설정값으로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 랜덤 분위기 변경 기능 </a:t>
          </a:r>
          <a:r>
            <a:rPr lang="en-US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(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트랙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쉐이크</a:t>
          </a:r>
          <a:r>
            <a:rPr lang="en-US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) 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구현</a:t>
          </a:r>
          <a:endParaRPr lang="ko-KR" altLang="en-US" sz="12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ADE216A9-0B52-4A51-9BE9-0FB02F66B6C2}" type="parTrans" cxnId="{39CA8A2B-4563-4EAC-894C-43402C3C7131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672BAADB-5A49-42B1-8F03-4C9B853E4971}" type="sibTrans" cxnId="{39CA8A2B-4563-4EAC-894C-43402C3C7131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322D812F-0703-4BC8-A7B2-28648D5BB694}">
      <dgm:prSet custT="1"/>
      <dgm:spPr/>
      <dgm:t>
        <a:bodyPr/>
        <a:lstStyle/>
        <a:p>
          <a:pPr latinLnBrk="0"/>
          <a:r>
            <a:rPr lang="ko-KR" altLang="en-US" sz="14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이용자 트랙 녹음 기능 구현 및 검증</a:t>
          </a:r>
          <a:endParaRPr lang="ko-KR" altLang="en-US" sz="14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B4301D6F-C4C0-473D-8BE3-3EE92A6B42CA}" type="parTrans" cxnId="{FD5829B3-6D38-4BEC-B6BA-CACC4903B8AD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1DAB1897-A74F-4858-8E4B-B09F8BEBCA43}" type="sibTrans" cxnId="{FD5829B3-6D38-4BEC-B6BA-CACC4903B8AD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374CF4B4-C9B6-432D-A739-16A928EDCAE2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이용자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창조형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 음악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콘텐츠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 생성을 위한 이용자 트랙 녹음 기능 구현</a:t>
          </a:r>
          <a:endParaRPr lang="ko-KR" altLang="en-US" sz="12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B505949A-6441-4D63-BC28-373552279606}" type="parTrans" cxnId="{50C0A15A-3792-4EA2-A8C1-49B4DB2E3A61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FECA23C9-DF6E-4D80-81CF-528D42A3040A}" type="sibTrans" cxnId="{50C0A15A-3792-4EA2-A8C1-49B4DB2E3A61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D8DB1268-F6D9-4963-A38E-F1199CCEDEA6}">
      <dgm:prSet custT="1"/>
      <dgm:spPr/>
      <dgm:t>
        <a:bodyPr/>
        <a:lstStyle/>
        <a:p>
          <a:pPr latinLnBrk="0"/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이용자의 연주 혹은 편곡에 의한 다양한 버전의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콘텐츠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+mn-ea"/>
              <a:ea typeface="+mn-ea"/>
            </a:rPr>
            <a:t> 생성 및 서비스 가능성 검증</a:t>
          </a:r>
          <a:endParaRPr lang="ko-KR" altLang="en-US" sz="1200" b="0" dirty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3A50FC6D-C27E-47EA-A803-F0075445193D}" type="parTrans" cxnId="{D6EB1EDE-7057-4B6F-91BD-C0456CD02E62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C53EA203-6CA2-404F-8865-9B8454C9521A}" type="sibTrans" cxnId="{D6EB1EDE-7057-4B6F-91BD-C0456CD02E62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4BC038C7-25B2-4913-A69E-AB72E452A9D1}">
      <dgm:prSet custT="1"/>
      <dgm:spPr/>
      <dgm:t>
        <a:bodyPr/>
        <a:lstStyle/>
        <a:p>
          <a:pPr latinLnBrk="0"/>
          <a:r>
            <a:rPr lang="ko-KR" altLang="en-US" sz="1200" b="0" smtClean="0">
              <a:solidFill>
                <a:schemeClr val="tx1"/>
              </a:solidFill>
              <a:effectLst/>
              <a:latin typeface="+mn-ea"/>
              <a:ea typeface="+mn-ea"/>
            </a:rPr>
            <a:t>전문 사용자</a:t>
          </a:r>
          <a:r>
            <a:rPr lang="en-US" altLang="en-US" sz="1200" b="0" smtClean="0">
              <a:solidFill>
                <a:schemeClr val="tx1"/>
              </a:solidFill>
              <a:effectLst/>
              <a:latin typeface="+mn-ea"/>
              <a:ea typeface="+mn-ea"/>
            </a:rPr>
            <a:t>(</a:t>
          </a:r>
          <a:r>
            <a:rPr lang="ko-KR" altLang="en-US" sz="1200" b="0" smtClean="0">
              <a:solidFill>
                <a:schemeClr val="tx1"/>
              </a:solidFill>
              <a:effectLst/>
              <a:latin typeface="+mn-ea"/>
              <a:ea typeface="+mn-ea"/>
            </a:rPr>
            <a:t>교육</a:t>
          </a:r>
          <a:r>
            <a:rPr lang="en-US" altLang="en-US" sz="1200" b="0" smtClean="0">
              <a:solidFill>
                <a:schemeClr val="tx1"/>
              </a:solidFill>
              <a:effectLst/>
              <a:latin typeface="+mn-ea"/>
              <a:ea typeface="+mn-ea"/>
            </a:rPr>
            <a:t>, </a:t>
          </a:r>
          <a:r>
            <a:rPr lang="ko-KR" altLang="en-US" sz="1200" b="0" smtClean="0">
              <a:solidFill>
                <a:schemeClr val="tx1"/>
              </a:solidFill>
              <a:effectLst/>
              <a:latin typeface="+mn-ea"/>
              <a:ea typeface="+mn-ea"/>
            </a:rPr>
            <a:t>창작자 등</a:t>
          </a:r>
          <a:r>
            <a:rPr lang="en-US" altLang="en-US" sz="1200" b="0" smtClean="0">
              <a:solidFill>
                <a:schemeClr val="tx1"/>
              </a:solidFill>
              <a:effectLst/>
              <a:latin typeface="+mn-ea"/>
              <a:ea typeface="+mn-ea"/>
            </a:rPr>
            <a:t>)</a:t>
          </a:r>
          <a:r>
            <a:rPr lang="ko-KR" altLang="en-US" sz="1200" b="0" smtClean="0">
              <a:solidFill>
                <a:schemeClr val="tx1"/>
              </a:solidFill>
              <a:effectLst/>
              <a:latin typeface="+mn-ea"/>
              <a:ea typeface="+mn-ea"/>
            </a:rPr>
            <a:t>용 단말로서 별도 구현</a:t>
          </a:r>
          <a:endParaRPr lang="ko-KR" altLang="en-US" sz="12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14E2DA9B-A4A4-42E7-BCF7-E39A6071CD67}" type="parTrans" cxnId="{FD0FEAAC-7D7B-47A5-B71D-55A752AF4E34}">
      <dgm:prSet custT="1"/>
      <dgm:spPr/>
      <dgm:t>
        <a:bodyPr/>
        <a:lstStyle/>
        <a:p>
          <a:pPr latinLnBrk="1"/>
          <a:endParaRPr lang="ko-KR" altLang="en-US" sz="10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5D10B070-64B1-44BF-A1F9-293E62DEB27D}" type="sibTrans" cxnId="{FD0FEAAC-7D7B-47A5-B71D-55A752AF4E34}">
      <dgm:prSet/>
      <dgm:spPr/>
      <dgm:t>
        <a:bodyPr/>
        <a:lstStyle/>
        <a:p>
          <a:pPr latinLnBrk="1"/>
          <a:endParaRPr lang="ko-KR" altLang="en-US" sz="3600" b="0">
            <a:solidFill>
              <a:schemeClr val="tx1"/>
            </a:solidFill>
            <a:effectLst/>
            <a:latin typeface="+mn-ea"/>
            <a:ea typeface="+mn-ea"/>
          </a:endParaRPr>
        </a:p>
      </dgm:t>
    </dgm:pt>
    <dgm:pt modelId="{6EF4B297-15B7-44CD-9400-2249977424E7}" type="pres">
      <dgm:prSet presAssocID="{04340743-5D48-4B01-B5E5-1E888F6027C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435D876-3F41-44E8-BD6A-00D74C6E0404}" type="pres">
      <dgm:prSet presAssocID="{A5F58EED-194D-470E-B355-3D3C2D02D98A}" presName="root1" presStyleCnt="0"/>
      <dgm:spPr/>
    </dgm:pt>
    <dgm:pt modelId="{9BDB15D2-2330-4A56-9B4C-13F5A4E21F2C}" type="pres">
      <dgm:prSet presAssocID="{A5F58EED-194D-470E-B355-3D3C2D02D98A}" presName="LevelOneTextNode" presStyleLbl="node0" presStyleIdx="0" presStyleCnt="1" custScaleX="124865" custScaleY="432547" custLinFactY="51655" custLinFactNeighborX="-714" custLinFactNeighborY="1000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CAFA1E4-3B8C-4868-9ED5-07750021038C}" type="pres">
      <dgm:prSet presAssocID="{A5F58EED-194D-470E-B355-3D3C2D02D98A}" presName="level2hierChild" presStyleCnt="0"/>
      <dgm:spPr/>
    </dgm:pt>
    <dgm:pt modelId="{1A0C529B-AA5F-4B68-9800-3414A59E1C91}" type="pres">
      <dgm:prSet presAssocID="{7EE8BD75-78A5-47EC-910B-DD917213FD33}" presName="conn2-1" presStyleLbl="parChTrans1D2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217879A6-3BFB-4914-B408-FEFFCAE9FC17}" type="pres">
      <dgm:prSet presAssocID="{7EE8BD75-78A5-47EC-910B-DD917213FD33}" presName="connTx" presStyleLbl="parChTrans1D2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2FE8F584-3435-4C16-9D39-80C5103B48A4}" type="pres">
      <dgm:prSet presAssocID="{6BE7E48B-357F-4D0D-93D5-2A58CB2F24D2}" presName="root2" presStyleCnt="0"/>
      <dgm:spPr/>
    </dgm:pt>
    <dgm:pt modelId="{A4361415-93CE-402B-945A-C5DD368173F1}" type="pres">
      <dgm:prSet presAssocID="{6BE7E48B-357F-4D0D-93D5-2A58CB2F24D2}" presName="LevelTwoTextNode" presStyleLbl="node2" presStyleIdx="0" presStyleCnt="2" custScaleX="133203" custScaleY="229222" custLinFactY="100000" custLinFactNeighborX="-10351" custLinFactNeighborY="14715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E425415-B795-4232-98F7-73E61ADE38DE}" type="pres">
      <dgm:prSet presAssocID="{6BE7E48B-357F-4D0D-93D5-2A58CB2F24D2}" presName="level3hierChild" presStyleCnt="0"/>
      <dgm:spPr/>
    </dgm:pt>
    <dgm:pt modelId="{CCAAC0E3-63B7-4237-81D0-44BE01DBE75B}" type="pres">
      <dgm:prSet presAssocID="{C4F93ADC-41D9-48EB-B4D0-546EC0561088}" presName="conn2-1" presStyleLbl="parChTrans1D3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15FA0E5E-C7D0-44CB-A0C3-56F2654E7DF5}" type="pres">
      <dgm:prSet presAssocID="{C4F93ADC-41D9-48EB-B4D0-546EC0561088}" presName="connTx" presStyleLbl="parChTrans1D3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02FB11AE-F529-4DB5-B0FF-EBAD62077031}" type="pres">
      <dgm:prSet presAssocID="{DE5EFBD7-D64D-4C77-A240-F6FC886F9A4F}" presName="root2" presStyleCnt="0"/>
      <dgm:spPr/>
    </dgm:pt>
    <dgm:pt modelId="{E2D2A204-0DB2-45E2-B2B2-649A732AA278}" type="pres">
      <dgm:prSet presAssocID="{DE5EFBD7-D64D-4C77-A240-F6FC886F9A4F}" presName="LevelTwoTextNode" presStyleLbl="node3" presStyleIdx="0" presStyleCnt="4" custScaleX="265307" custScaleY="120585" custLinFactY="100000" custLinFactNeighborY="13955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DEEED7B-7131-4562-BF6B-9A960017C316}" type="pres">
      <dgm:prSet presAssocID="{DE5EFBD7-D64D-4C77-A240-F6FC886F9A4F}" presName="level3hierChild" presStyleCnt="0"/>
      <dgm:spPr/>
    </dgm:pt>
    <dgm:pt modelId="{5021E50F-1116-4F7B-8B40-3FEF48090ADD}" type="pres">
      <dgm:prSet presAssocID="{E44ACFAD-A71C-4F0D-94AA-6E6A601E212A}" presName="conn2-1" presStyleLbl="parChTrans1D3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3C50AFD8-1A80-4647-A63B-307525D8A2EA}" type="pres">
      <dgm:prSet presAssocID="{E44ACFAD-A71C-4F0D-94AA-6E6A601E212A}" presName="connTx" presStyleLbl="parChTrans1D3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1B7282C9-A4C6-439C-AA31-E27F39D47038}" type="pres">
      <dgm:prSet presAssocID="{B24D043C-0575-44D2-B6F1-CB76F349A57B}" presName="root2" presStyleCnt="0"/>
      <dgm:spPr/>
    </dgm:pt>
    <dgm:pt modelId="{545DA247-B1FE-4B89-B9F7-83AAAF3426A4}" type="pres">
      <dgm:prSet presAssocID="{B24D043C-0575-44D2-B6F1-CB76F349A57B}" presName="LevelTwoTextNode" presStyleLbl="node3" presStyleIdx="1" presStyleCnt="4" custScaleX="265307" custScaleY="115308" custLinFactY="100000" custLinFactNeighborY="13765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E8A8DB1-37CF-43A9-8802-5FD9B8E6444C}" type="pres">
      <dgm:prSet presAssocID="{B24D043C-0575-44D2-B6F1-CB76F349A57B}" presName="level3hierChild" presStyleCnt="0"/>
      <dgm:spPr/>
    </dgm:pt>
    <dgm:pt modelId="{FBBBA58C-6604-4804-B3C4-53F1EF84843B}" type="pres">
      <dgm:prSet presAssocID="{136C224B-ECC7-4F45-8BA3-31A37FB90FA0}" presName="conn2-1" presStyleLbl="parChTrans1D2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3053000A-AFFE-4FE4-90FF-24F552952AB5}" type="pres">
      <dgm:prSet presAssocID="{136C224B-ECC7-4F45-8BA3-31A37FB90FA0}" presName="connTx" presStyleLbl="parChTrans1D2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1C7AE88C-9B4F-4673-AF72-108ED48E3804}" type="pres">
      <dgm:prSet presAssocID="{F2EED5C6-2CC2-4379-BD0E-DAFFF8026CC2}" presName="root2" presStyleCnt="0"/>
      <dgm:spPr/>
    </dgm:pt>
    <dgm:pt modelId="{73774E24-4614-40B9-A116-A4E6FCF3A572}" type="pres">
      <dgm:prSet presAssocID="{F2EED5C6-2CC2-4379-BD0E-DAFFF8026CC2}" presName="LevelTwoTextNode" presStyleLbl="node2" presStyleIdx="1" presStyleCnt="2" custScaleX="133203" custScaleY="229222" custLinFactNeighborX="-10351" custLinFactNeighborY="532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162F670-DC8C-4DF3-9E84-E2EFAFC771AF}" type="pres">
      <dgm:prSet presAssocID="{F2EED5C6-2CC2-4379-BD0E-DAFFF8026CC2}" presName="level3hierChild" presStyleCnt="0"/>
      <dgm:spPr/>
    </dgm:pt>
    <dgm:pt modelId="{E3CB21A5-571D-46E5-B8DF-AE4040529EC0}" type="pres">
      <dgm:prSet presAssocID="{C6384DCA-5B74-4CC1-96F7-0C9D55C3962D}" presName="conn2-1" presStyleLbl="parChTrans1D3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578F81A2-FA0D-4EDE-B4BF-EB63F97CD52E}" type="pres">
      <dgm:prSet presAssocID="{C6384DCA-5B74-4CC1-96F7-0C9D55C3962D}" presName="connTx" presStyleLbl="parChTrans1D3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CFAD2154-CADC-492B-8793-5210D6B86B27}" type="pres">
      <dgm:prSet presAssocID="{C31BB621-3F07-46B4-AA60-6F69DDFE35AA}" presName="root2" presStyleCnt="0"/>
      <dgm:spPr/>
    </dgm:pt>
    <dgm:pt modelId="{884634BD-79CF-4042-996C-486E62ED2501}" type="pres">
      <dgm:prSet presAssocID="{C31BB621-3F07-46B4-AA60-6F69DDFE35AA}" presName="LevelTwoTextNode" presStyleLbl="node3" presStyleIdx="2" presStyleCnt="4" custScaleX="265307" custScaleY="120890" custLinFactY="4158" custLinFactNeighborY="1000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D9B4071-F4F7-47AF-BF6F-9526BF5D7D2B}" type="pres">
      <dgm:prSet presAssocID="{C31BB621-3F07-46B4-AA60-6F69DDFE35AA}" presName="level3hierChild" presStyleCnt="0"/>
      <dgm:spPr/>
    </dgm:pt>
    <dgm:pt modelId="{484651CA-EF42-43CA-85A6-C99CF9C10FA3}" type="pres">
      <dgm:prSet presAssocID="{EB2844D9-4FA3-4501-B930-DCC760324544}" presName="conn2-1" presStyleLbl="parChTrans1D4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4C3CF972-8553-47B4-AB48-5FDBB5564DB2}" type="pres">
      <dgm:prSet presAssocID="{EB2844D9-4FA3-4501-B930-DCC760324544}" presName="connTx" presStyleLbl="parChTrans1D4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314D5269-B5E5-4EF6-91FF-82DE26C01E49}" type="pres">
      <dgm:prSet presAssocID="{02F5C55A-87C5-41B1-9E48-41748C0CE13B}" presName="root2" presStyleCnt="0"/>
      <dgm:spPr/>
    </dgm:pt>
    <dgm:pt modelId="{77889269-666E-4A3B-81AC-97928D60D247}" type="pres">
      <dgm:prSet presAssocID="{02F5C55A-87C5-41B1-9E48-41748C0CE13B}" presName="LevelTwoTextNode" presStyleLbl="node4" presStyleIdx="0" presStyleCnt="7" custScaleX="322132" custLinFactNeighborY="266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D734C07-F9BA-4F62-A8D4-357AB170B927}" type="pres">
      <dgm:prSet presAssocID="{02F5C55A-87C5-41B1-9E48-41748C0CE13B}" presName="level3hierChild" presStyleCnt="0"/>
      <dgm:spPr/>
    </dgm:pt>
    <dgm:pt modelId="{DD0E46BD-76B7-4C52-A2B5-2BAAE2DA35CB}" type="pres">
      <dgm:prSet presAssocID="{92BF11F2-82E9-4017-8C0A-FA815201A07F}" presName="conn2-1" presStyleLbl="parChTrans1D4" presStyleIdx="1" presStyleCnt="7"/>
      <dgm:spPr/>
      <dgm:t>
        <a:bodyPr/>
        <a:lstStyle/>
        <a:p>
          <a:pPr latinLnBrk="1"/>
          <a:endParaRPr lang="ko-KR" altLang="en-US"/>
        </a:p>
      </dgm:t>
    </dgm:pt>
    <dgm:pt modelId="{59960897-EB61-4B18-BE71-23F395D1B9B0}" type="pres">
      <dgm:prSet presAssocID="{92BF11F2-82E9-4017-8C0A-FA815201A07F}" presName="connTx" presStyleLbl="parChTrans1D4" presStyleIdx="1" presStyleCnt="7"/>
      <dgm:spPr/>
      <dgm:t>
        <a:bodyPr/>
        <a:lstStyle/>
        <a:p>
          <a:pPr latinLnBrk="1"/>
          <a:endParaRPr lang="ko-KR" altLang="en-US"/>
        </a:p>
      </dgm:t>
    </dgm:pt>
    <dgm:pt modelId="{BCE87FE8-3A0B-4778-8C63-29E00855A2F6}" type="pres">
      <dgm:prSet presAssocID="{D76CE0D5-B3ED-465D-BC9F-C3D3F0B777F9}" presName="root2" presStyleCnt="0"/>
      <dgm:spPr/>
    </dgm:pt>
    <dgm:pt modelId="{46DDE698-721E-4C24-804C-82DA8149766D}" type="pres">
      <dgm:prSet presAssocID="{D76CE0D5-B3ED-465D-BC9F-C3D3F0B777F9}" presName="LevelTwoTextNode" presStyleLbl="node4" presStyleIdx="1" presStyleCnt="7" custScaleX="322132" custLinFactNeighborY="209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2274165-5425-477E-9BFD-324BFD765952}" type="pres">
      <dgm:prSet presAssocID="{D76CE0D5-B3ED-465D-BC9F-C3D3F0B777F9}" presName="level3hierChild" presStyleCnt="0"/>
      <dgm:spPr/>
    </dgm:pt>
    <dgm:pt modelId="{3165FD56-5EB3-41E6-92CE-0433696F39E7}" type="pres">
      <dgm:prSet presAssocID="{72B95778-70BE-4823-93CC-4B29E79479AA}" presName="conn2-1" presStyleLbl="parChTrans1D4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3BBA1D0A-733B-41CF-9CA4-4B403907648E}" type="pres">
      <dgm:prSet presAssocID="{72B95778-70BE-4823-93CC-4B29E79479AA}" presName="connTx" presStyleLbl="parChTrans1D4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310FA8CA-77E4-49B3-BB35-5F1381AF8679}" type="pres">
      <dgm:prSet presAssocID="{D107B8B7-0431-4470-B223-0D47D02039CA}" presName="root2" presStyleCnt="0"/>
      <dgm:spPr/>
    </dgm:pt>
    <dgm:pt modelId="{C3966502-3154-4E12-9340-DB2C372DC3CD}" type="pres">
      <dgm:prSet presAssocID="{D107B8B7-0431-4470-B223-0D47D02039CA}" presName="LevelTwoTextNode" presStyleLbl="node4" presStyleIdx="2" presStyleCnt="7" custScaleX="322132" custLinFactNeighborY="152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DFFF3D8-91A2-4B34-8469-F002F73D7E57}" type="pres">
      <dgm:prSet presAssocID="{D107B8B7-0431-4470-B223-0D47D02039CA}" presName="level3hierChild" presStyleCnt="0"/>
      <dgm:spPr/>
    </dgm:pt>
    <dgm:pt modelId="{35BD6D9B-DE72-4CE4-8290-4E3DA54799E9}" type="pres">
      <dgm:prSet presAssocID="{ADE216A9-0B52-4A51-9BE9-0FB02F66B6C2}" presName="conn2-1" presStyleLbl="parChTrans1D4" presStyleIdx="3" presStyleCnt="7"/>
      <dgm:spPr/>
      <dgm:t>
        <a:bodyPr/>
        <a:lstStyle/>
        <a:p>
          <a:pPr latinLnBrk="1"/>
          <a:endParaRPr lang="ko-KR" altLang="en-US"/>
        </a:p>
      </dgm:t>
    </dgm:pt>
    <dgm:pt modelId="{13BE7472-A73A-49DF-9239-DAAA58479DF0}" type="pres">
      <dgm:prSet presAssocID="{ADE216A9-0B52-4A51-9BE9-0FB02F66B6C2}" presName="connTx" presStyleLbl="parChTrans1D4" presStyleIdx="3" presStyleCnt="7"/>
      <dgm:spPr/>
      <dgm:t>
        <a:bodyPr/>
        <a:lstStyle/>
        <a:p>
          <a:pPr latinLnBrk="1"/>
          <a:endParaRPr lang="ko-KR" altLang="en-US"/>
        </a:p>
      </dgm:t>
    </dgm:pt>
    <dgm:pt modelId="{13E63FF9-C679-40F6-A176-564072B74D43}" type="pres">
      <dgm:prSet presAssocID="{EC6E02EE-7CE9-4A8C-AA24-80DA71712D24}" presName="root2" presStyleCnt="0"/>
      <dgm:spPr/>
    </dgm:pt>
    <dgm:pt modelId="{02DA5710-E4BA-461E-9464-9197244474C0}" type="pres">
      <dgm:prSet presAssocID="{EC6E02EE-7CE9-4A8C-AA24-80DA71712D24}" presName="LevelTwoTextNode" presStyleLbl="node4" presStyleIdx="3" presStyleCnt="7" custScaleX="322132" custScaleY="132464" custLinFactNeighborY="95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BB6E9BA-22C6-4079-9720-7F753E63BE79}" type="pres">
      <dgm:prSet presAssocID="{EC6E02EE-7CE9-4A8C-AA24-80DA71712D24}" presName="level3hierChild" presStyleCnt="0"/>
      <dgm:spPr/>
    </dgm:pt>
    <dgm:pt modelId="{987E262A-C45C-478C-B294-C95616AE62C5}" type="pres">
      <dgm:prSet presAssocID="{B4301D6F-C4C0-473D-8BE3-3EE92A6B42CA}" presName="conn2-1" presStyleLbl="parChTrans1D3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F401E6AD-CDD1-4DD0-B5A4-4C005044B193}" type="pres">
      <dgm:prSet presAssocID="{B4301D6F-C4C0-473D-8BE3-3EE92A6B42CA}" presName="connTx" presStyleLbl="parChTrans1D3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298FE6D3-49E7-46E3-B2EF-4E352E88C013}" type="pres">
      <dgm:prSet presAssocID="{322D812F-0703-4BC8-A7B2-28648D5BB694}" presName="root2" presStyleCnt="0"/>
      <dgm:spPr/>
    </dgm:pt>
    <dgm:pt modelId="{C0FBB0F4-26BE-4F7A-989F-E1EB34ADE84C}" type="pres">
      <dgm:prSet presAssocID="{322D812F-0703-4BC8-A7B2-28648D5BB694}" presName="LevelTwoTextNode" presStyleLbl="node3" presStyleIdx="3" presStyleCnt="4" custScaleX="265307" custScaleY="120807" custLinFactNeighborY="342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2F0CF95-F6D6-47DA-B88B-A65341662946}" type="pres">
      <dgm:prSet presAssocID="{322D812F-0703-4BC8-A7B2-28648D5BB694}" presName="level3hierChild" presStyleCnt="0"/>
      <dgm:spPr/>
    </dgm:pt>
    <dgm:pt modelId="{1AB8BFED-656E-4946-AB54-B4210FC9B557}" type="pres">
      <dgm:prSet presAssocID="{B505949A-6441-4D63-BC28-373552279606}" presName="conn2-1" presStyleLbl="parChTrans1D4" presStyleIdx="4" presStyleCnt="7"/>
      <dgm:spPr/>
      <dgm:t>
        <a:bodyPr/>
        <a:lstStyle/>
        <a:p>
          <a:pPr latinLnBrk="1"/>
          <a:endParaRPr lang="ko-KR" altLang="en-US"/>
        </a:p>
      </dgm:t>
    </dgm:pt>
    <dgm:pt modelId="{BD559A7C-6781-464E-AAA8-4D15AE66921B}" type="pres">
      <dgm:prSet presAssocID="{B505949A-6441-4D63-BC28-373552279606}" presName="connTx" presStyleLbl="parChTrans1D4" presStyleIdx="4" presStyleCnt="7"/>
      <dgm:spPr/>
      <dgm:t>
        <a:bodyPr/>
        <a:lstStyle/>
        <a:p>
          <a:pPr latinLnBrk="1"/>
          <a:endParaRPr lang="ko-KR" altLang="en-US"/>
        </a:p>
      </dgm:t>
    </dgm:pt>
    <dgm:pt modelId="{3884E5F6-99F7-4CC7-8E65-5B17B0D02388}" type="pres">
      <dgm:prSet presAssocID="{374CF4B4-C9B6-432D-A739-16A928EDCAE2}" presName="root2" presStyleCnt="0"/>
      <dgm:spPr/>
    </dgm:pt>
    <dgm:pt modelId="{B8963FE1-240C-4D9D-A1E7-60EBDC839C50}" type="pres">
      <dgm:prSet presAssocID="{374CF4B4-C9B6-432D-A739-16A928EDCAE2}" presName="LevelTwoTextNode" presStyleLbl="node4" presStyleIdx="4" presStyleCnt="7" custScaleX="322132" custLinFactNeighborY="228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CDB7F4B-8021-41DE-8591-26426407F1D9}" type="pres">
      <dgm:prSet presAssocID="{374CF4B4-C9B6-432D-A739-16A928EDCAE2}" presName="level3hierChild" presStyleCnt="0"/>
      <dgm:spPr/>
    </dgm:pt>
    <dgm:pt modelId="{1E15BE0E-08FB-49D5-855E-BA639A19CE0E}" type="pres">
      <dgm:prSet presAssocID="{3A50FC6D-C27E-47EA-A803-F0075445193D}" presName="conn2-1" presStyleLbl="parChTrans1D4" presStyleIdx="5" presStyleCnt="7"/>
      <dgm:spPr/>
      <dgm:t>
        <a:bodyPr/>
        <a:lstStyle/>
        <a:p>
          <a:pPr latinLnBrk="1"/>
          <a:endParaRPr lang="ko-KR" altLang="en-US"/>
        </a:p>
      </dgm:t>
    </dgm:pt>
    <dgm:pt modelId="{A8A53388-5471-407D-8A8E-59B5BC2657D2}" type="pres">
      <dgm:prSet presAssocID="{3A50FC6D-C27E-47EA-A803-F0075445193D}" presName="connTx" presStyleLbl="parChTrans1D4" presStyleIdx="5" presStyleCnt="7"/>
      <dgm:spPr/>
      <dgm:t>
        <a:bodyPr/>
        <a:lstStyle/>
        <a:p>
          <a:pPr latinLnBrk="1"/>
          <a:endParaRPr lang="ko-KR" altLang="en-US"/>
        </a:p>
      </dgm:t>
    </dgm:pt>
    <dgm:pt modelId="{5DF5B4A2-7B8B-4E8E-BD03-D3B893649061}" type="pres">
      <dgm:prSet presAssocID="{D8DB1268-F6D9-4963-A38E-F1199CCEDEA6}" presName="root2" presStyleCnt="0"/>
      <dgm:spPr/>
    </dgm:pt>
    <dgm:pt modelId="{ABD20F4E-E6D4-4719-921C-C692BF3F2E59}" type="pres">
      <dgm:prSet presAssocID="{D8DB1268-F6D9-4963-A38E-F1199CCEDEA6}" presName="LevelTwoTextNode" presStyleLbl="node4" presStyleIdx="5" presStyleCnt="7" custScaleX="322132" custScaleY="138234" custLinFactNeighborY="171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80FE1D5-528C-4404-9A44-65437AB07F5E}" type="pres">
      <dgm:prSet presAssocID="{D8DB1268-F6D9-4963-A38E-F1199CCEDEA6}" presName="level3hierChild" presStyleCnt="0"/>
      <dgm:spPr/>
    </dgm:pt>
    <dgm:pt modelId="{60C3DC4D-D2F0-48DA-BE16-76149FB62BA5}" type="pres">
      <dgm:prSet presAssocID="{14E2DA9B-A4A4-42E7-BCF7-E39A6071CD67}" presName="conn2-1" presStyleLbl="parChTrans1D4" presStyleIdx="6" presStyleCnt="7"/>
      <dgm:spPr/>
      <dgm:t>
        <a:bodyPr/>
        <a:lstStyle/>
        <a:p>
          <a:pPr latinLnBrk="1"/>
          <a:endParaRPr lang="ko-KR" altLang="en-US"/>
        </a:p>
      </dgm:t>
    </dgm:pt>
    <dgm:pt modelId="{53F1EA96-0F77-4438-9035-2337BAF0F41D}" type="pres">
      <dgm:prSet presAssocID="{14E2DA9B-A4A4-42E7-BCF7-E39A6071CD67}" presName="connTx" presStyleLbl="parChTrans1D4" presStyleIdx="6" presStyleCnt="7"/>
      <dgm:spPr/>
      <dgm:t>
        <a:bodyPr/>
        <a:lstStyle/>
        <a:p>
          <a:pPr latinLnBrk="1"/>
          <a:endParaRPr lang="ko-KR" altLang="en-US"/>
        </a:p>
      </dgm:t>
    </dgm:pt>
    <dgm:pt modelId="{456137DB-551D-46F5-A9EA-5D7BE8C98E1E}" type="pres">
      <dgm:prSet presAssocID="{4BC038C7-25B2-4913-A69E-AB72E452A9D1}" presName="root2" presStyleCnt="0"/>
      <dgm:spPr/>
    </dgm:pt>
    <dgm:pt modelId="{DCF0B05A-769B-4B8C-B7D6-184EB5737050}" type="pres">
      <dgm:prSet presAssocID="{4BC038C7-25B2-4913-A69E-AB72E452A9D1}" presName="LevelTwoTextNode" presStyleLbl="node4" presStyleIdx="6" presStyleCnt="7" custScaleX="322132" custLinFactNeighborY="3230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7B18A29-3596-4D9E-9E44-B4A4DD271C78}" type="pres">
      <dgm:prSet presAssocID="{4BC038C7-25B2-4913-A69E-AB72E452A9D1}" presName="level3hierChild" presStyleCnt="0"/>
      <dgm:spPr/>
    </dgm:pt>
  </dgm:ptLst>
  <dgm:cxnLst>
    <dgm:cxn modelId="{BC908A61-CA50-4CF6-B13B-ADA7577C242D}" type="presOf" srcId="{14E2DA9B-A4A4-42E7-BCF7-E39A6071CD67}" destId="{60C3DC4D-D2F0-48DA-BE16-76149FB62BA5}" srcOrd="0" destOrd="0" presId="urn:microsoft.com/office/officeart/2005/8/layout/hierarchy2"/>
    <dgm:cxn modelId="{575ABCB1-5A5C-47F2-9A55-F9B3F7DDD3EE}" type="presOf" srcId="{D76CE0D5-B3ED-465D-BC9F-C3D3F0B777F9}" destId="{46DDE698-721E-4C24-804C-82DA8149766D}" srcOrd="0" destOrd="0" presId="urn:microsoft.com/office/officeart/2005/8/layout/hierarchy2"/>
    <dgm:cxn modelId="{D6EB1EDE-7057-4B6F-91BD-C0456CD02E62}" srcId="{322D812F-0703-4BC8-A7B2-28648D5BB694}" destId="{D8DB1268-F6D9-4963-A38E-F1199CCEDEA6}" srcOrd="1" destOrd="0" parTransId="{3A50FC6D-C27E-47EA-A803-F0075445193D}" sibTransId="{C53EA203-6CA2-404F-8865-9B8454C9521A}"/>
    <dgm:cxn modelId="{868EC582-4FDA-4BC2-827E-B90CB1BE2AC5}" type="presOf" srcId="{B505949A-6441-4D63-BC28-373552279606}" destId="{BD559A7C-6781-464E-AAA8-4D15AE66921B}" srcOrd="1" destOrd="0" presId="urn:microsoft.com/office/officeart/2005/8/layout/hierarchy2"/>
    <dgm:cxn modelId="{6CBF00D8-4C9B-49DB-B0EF-EF2D6852B4E4}" type="presOf" srcId="{EB2844D9-4FA3-4501-B930-DCC760324544}" destId="{4C3CF972-8553-47B4-AB48-5FDBB5564DB2}" srcOrd="1" destOrd="0" presId="urn:microsoft.com/office/officeart/2005/8/layout/hierarchy2"/>
    <dgm:cxn modelId="{830F469B-16D1-4AFC-96B6-7F24BAAB37B4}" type="presOf" srcId="{B24D043C-0575-44D2-B6F1-CB76F349A57B}" destId="{545DA247-B1FE-4B89-B9F7-83AAAF3426A4}" srcOrd="0" destOrd="0" presId="urn:microsoft.com/office/officeart/2005/8/layout/hierarchy2"/>
    <dgm:cxn modelId="{362F2808-C06F-407F-AA5D-D942081280CB}" type="presOf" srcId="{C31BB621-3F07-46B4-AA60-6F69DDFE35AA}" destId="{884634BD-79CF-4042-996C-486E62ED2501}" srcOrd="0" destOrd="0" presId="urn:microsoft.com/office/officeart/2005/8/layout/hierarchy2"/>
    <dgm:cxn modelId="{D9C864CB-E465-40D1-B67D-AF236FB5055A}" type="presOf" srcId="{92BF11F2-82E9-4017-8C0A-FA815201A07F}" destId="{DD0E46BD-76B7-4C52-A2B5-2BAAE2DA35CB}" srcOrd="0" destOrd="0" presId="urn:microsoft.com/office/officeart/2005/8/layout/hierarchy2"/>
    <dgm:cxn modelId="{86320E82-7DFC-4131-92BB-68E1190E72D5}" srcId="{6BE7E48B-357F-4D0D-93D5-2A58CB2F24D2}" destId="{DE5EFBD7-D64D-4C77-A240-F6FC886F9A4F}" srcOrd="0" destOrd="0" parTransId="{C4F93ADC-41D9-48EB-B4D0-546EC0561088}" sibTransId="{C520C89B-10FE-47D0-B4D3-9C27DCC96550}"/>
    <dgm:cxn modelId="{FDC6B207-1EBC-4FEF-83FE-2F44C0734319}" type="presOf" srcId="{C4F93ADC-41D9-48EB-B4D0-546EC0561088}" destId="{CCAAC0E3-63B7-4237-81D0-44BE01DBE75B}" srcOrd="0" destOrd="0" presId="urn:microsoft.com/office/officeart/2005/8/layout/hierarchy2"/>
    <dgm:cxn modelId="{224385FA-BAEB-43A3-A2D9-CB472A674732}" type="presOf" srcId="{E44ACFAD-A71C-4F0D-94AA-6E6A601E212A}" destId="{3C50AFD8-1A80-4647-A63B-307525D8A2EA}" srcOrd="1" destOrd="0" presId="urn:microsoft.com/office/officeart/2005/8/layout/hierarchy2"/>
    <dgm:cxn modelId="{50C0A15A-3792-4EA2-A8C1-49B4DB2E3A61}" srcId="{322D812F-0703-4BC8-A7B2-28648D5BB694}" destId="{374CF4B4-C9B6-432D-A739-16A928EDCAE2}" srcOrd="0" destOrd="0" parTransId="{B505949A-6441-4D63-BC28-373552279606}" sibTransId="{FECA23C9-DF6E-4D80-81CF-528D42A3040A}"/>
    <dgm:cxn modelId="{533279F2-BAF8-4E60-9094-9E99A7FCDDA2}" type="presOf" srcId="{3A50FC6D-C27E-47EA-A803-F0075445193D}" destId="{1E15BE0E-08FB-49D5-855E-BA639A19CE0E}" srcOrd="0" destOrd="0" presId="urn:microsoft.com/office/officeart/2005/8/layout/hierarchy2"/>
    <dgm:cxn modelId="{C4A0962A-F376-4D86-A201-33D2B46962A8}" type="presOf" srcId="{374CF4B4-C9B6-432D-A739-16A928EDCAE2}" destId="{B8963FE1-240C-4D9D-A1E7-60EBDC839C50}" srcOrd="0" destOrd="0" presId="urn:microsoft.com/office/officeart/2005/8/layout/hierarchy2"/>
    <dgm:cxn modelId="{0C0AA46C-D9AF-4A5E-9197-824EBA977573}" srcId="{6BE7E48B-357F-4D0D-93D5-2A58CB2F24D2}" destId="{B24D043C-0575-44D2-B6F1-CB76F349A57B}" srcOrd="1" destOrd="0" parTransId="{E44ACFAD-A71C-4F0D-94AA-6E6A601E212A}" sibTransId="{2637A9D4-CD1C-4B14-B4BD-0745DE3730C5}"/>
    <dgm:cxn modelId="{0D826345-47B3-4EE7-A077-5368B4D33DDD}" type="presOf" srcId="{7EE8BD75-78A5-47EC-910B-DD917213FD33}" destId="{217879A6-3BFB-4914-B408-FEFFCAE9FC17}" srcOrd="1" destOrd="0" presId="urn:microsoft.com/office/officeart/2005/8/layout/hierarchy2"/>
    <dgm:cxn modelId="{CD336682-CFAC-40A8-975D-5433FB805E4F}" type="presOf" srcId="{E44ACFAD-A71C-4F0D-94AA-6E6A601E212A}" destId="{5021E50F-1116-4F7B-8B40-3FEF48090ADD}" srcOrd="0" destOrd="0" presId="urn:microsoft.com/office/officeart/2005/8/layout/hierarchy2"/>
    <dgm:cxn modelId="{82C46F76-6E13-484D-B0B1-67BC789808E6}" srcId="{A5F58EED-194D-470E-B355-3D3C2D02D98A}" destId="{F2EED5C6-2CC2-4379-BD0E-DAFFF8026CC2}" srcOrd="1" destOrd="0" parTransId="{136C224B-ECC7-4F45-8BA3-31A37FB90FA0}" sibTransId="{047799C6-336D-41D9-8862-A74C1F3FC473}"/>
    <dgm:cxn modelId="{5E9D7546-7E3E-4C46-8CE5-8BAE85D4E385}" type="presOf" srcId="{6BE7E48B-357F-4D0D-93D5-2A58CB2F24D2}" destId="{A4361415-93CE-402B-945A-C5DD368173F1}" srcOrd="0" destOrd="0" presId="urn:microsoft.com/office/officeart/2005/8/layout/hierarchy2"/>
    <dgm:cxn modelId="{348C14C7-304A-45AE-95EB-6BBB8578796D}" type="presOf" srcId="{B505949A-6441-4D63-BC28-373552279606}" destId="{1AB8BFED-656E-4946-AB54-B4210FC9B557}" srcOrd="0" destOrd="0" presId="urn:microsoft.com/office/officeart/2005/8/layout/hierarchy2"/>
    <dgm:cxn modelId="{64C0E4FA-22C1-4CCB-AF86-90A2EC9096A7}" type="presOf" srcId="{D8DB1268-F6D9-4963-A38E-F1199CCEDEA6}" destId="{ABD20F4E-E6D4-4719-921C-C692BF3F2E59}" srcOrd="0" destOrd="0" presId="urn:microsoft.com/office/officeart/2005/8/layout/hierarchy2"/>
    <dgm:cxn modelId="{2DF6D2CD-6D96-41F6-8D7E-44FFC081EAB8}" type="presOf" srcId="{72B95778-70BE-4823-93CC-4B29E79479AA}" destId="{3165FD56-5EB3-41E6-92CE-0433696F39E7}" srcOrd="0" destOrd="0" presId="urn:microsoft.com/office/officeart/2005/8/layout/hierarchy2"/>
    <dgm:cxn modelId="{8D90F6CA-5DE4-4937-8FFD-2B59E9BE8FC8}" type="presOf" srcId="{136C224B-ECC7-4F45-8BA3-31A37FB90FA0}" destId="{FBBBA58C-6604-4804-B3C4-53F1EF84843B}" srcOrd="0" destOrd="0" presId="urn:microsoft.com/office/officeart/2005/8/layout/hierarchy2"/>
    <dgm:cxn modelId="{7F33F3F6-3553-4572-8E65-20A4D4DD6695}" type="presOf" srcId="{3A50FC6D-C27E-47EA-A803-F0075445193D}" destId="{A8A53388-5471-407D-8A8E-59B5BC2657D2}" srcOrd="1" destOrd="0" presId="urn:microsoft.com/office/officeart/2005/8/layout/hierarchy2"/>
    <dgm:cxn modelId="{D2F3362A-17E6-4033-B32E-B0ECF98E34C0}" type="presOf" srcId="{C4F93ADC-41D9-48EB-B4D0-546EC0561088}" destId="{15FA0E5E-C7D0-44CB-A0C3-56F2654E7DF5}" srcOrd="1" destOrd="0" presId="urn:microsoft.com/office/officeart/2005/8/layout/hierarchy2"/>
    <dgm:cxn modelId="{D191FFF0-93C4-4453-B5C1-3DF266D8C9BE}" type="presOf" srcId="{C6384DCA-5B74-4CC1-96F7-0C9D55C3962D}" destId="{E3CB21A5-571D-46E5-B8DF-AE4040529EC0}" srcOrd="0" destOrd="0" presId="urn:microsoft.com/office/officeart/2005/8/layout/hierarchy2"/>
    <dgm:cxn modelId="{9EF06657-13ED-463A-9046-F082801A03AE}" type="presOf" srcId="{B4301D6F-C4C0-473D-8BE3-3EE92A6B42CA}" destId="{987E262A-C45C-478C-B294-C95616AE62C5}" srcOrd="0" destOrd="0" presId="urn:microsoft.com/office/officeart/2005/8/layout/hierarchy2"/>
    <dgm:cxn modelId="{0105FDAD-C29F-440C-B1D5-78BA4BEA708E}" type="presOf" srcId="{ADE216A9-0B52-4A51-9BE9-0FB02F66B6C2}" destId="{13BE7472-A73A-49DF-9239-DAAA58479DF0}" srcOrd="1" destOrd="0" presId="urn:microsoft.com/office/officeart/2005/8/layout/hierarchy2"/>
    <dgm:cxn modelId="{1FF356E4-0FC6-485F-8419-E6238DDCC78F}" type="presOf" srcId="{322D812F-0703-4BC8-A7B2-28648D5BB694}" destId="{C0FBB0F4-26BE-4F7A-989F-E1EB34ADE84C}" srcOrd="0" destOrd="0" presId="urn:microsoft.com/office/officeart/2005/8/layout/hierarchy2"/>
    <dgm:cxn modelId="{DB20BB2D-D883-4B93-B5D3-6D2E83E85D1D}" srcId="{A5F58EED-194D-470E-B355-3D3C2D02D98A}" destId="{6BE7E48B-357F-4D0D-93D5-2A58CB2F24D2}" srcOrd="0" destOrd="0" parTransId="{7EE8BD75-78A5-47EC-910B-DD917213FD33}" sibTransId="{7F18A758-45AA-42F9-BE0A-E53A9125F976}"/>
    <dgm:cxn modelId="{FEB5AA2D-5C61-42B8-A85C-FB8215819D02}" type="presOf" srcId="{4BC038C7-25B2-4913-A69E-AB72E452A9D1}" destId="{DCF0B05A-769B-4B8C-B7D6-184EB5737050}" srcOrd="0" destOrd="0" presId="urn:microsoft.com/office/officeart/2005/8/layout/hierarchy2"/>
    <dgm:cxn modelId="{FD5829B3-6D38-4BEC-B6BA-CACC4903B8AD}" srcId="{F2EED5C6-2CC2-4379-BD0E-DAFFF8026CC2}" destId="{322D812F-0703-4BC8-A7B2-28648D5BB694}" srcOrd="1" destOrd="0" parTransId="{B4301D6F-C4C0-473D-8BE3-3EE92A6B42CA}" sibTransId="{1DAB1897-A74F-4858-8E4B-B09F8BEBCA43}"/>
    <dgm:cxn modelId="{0EA94194-9018-4E0B-9A08-209364CBE2C3}" type="presOf" srcId="{02F5C55A-87C5-41B1-9E48-41748C0CE13B}" destId="{77889269-666E-4A3B-81AC-97928D60D247}" srcOrd="0" destOrd="0" presId="urn:microsoft.com/office/officeart/2005/8/layout/hierarchy2"/>
    <dgm:cxn modelId="{ED53465C-36D6-41AC-BD5F-3B1827C49F6C}" type="presOf" srcId="{ADE216A9-0B52-4A51-9BE9-0FB02F66B6C2}" destId="{35BD6D9B-DE72-4CE4-8290-4E3DA54799E9}" srcOrd="0" destOrd="0" presId="urn:microsoft.com/office/officeart/2005/8/layout/hierarchy2"/>
    <dgm:cxn modelId="{39CA8A2B-4563-4EAC-894C-43402C3C7131}" srcId="{C31BB621-3F07-46B4-AA60-6F69DDFE35AA}" destId="{EC6E02EE-7CE9-4A8C-AA24-80DA71712D24}" srcOrd="3" destOrd="0" parTransId="{ADE216A9-0B52-4A51-9BE9-0FB02F66B6C2}" sibTransId="{672BAADB-5A49-42B1-8F03-4C9B853E4971}"/>
    <dgm:cxn modelId="{F28D3398-64EF-4EB1-BD9B-190227FB6075}" type="presOf" srcId="{EC6E02EE-7CE9-4A8C-AA24-80DA71712D24}" destId="{02DA5710-E4BA-461E-9464-9197244474C0}" srcOrd="0" destOrd="0" presId="urn:microsoft.com/office/officeart/2005/8/layout/hierarchy2"/>
    <dgm:cxn modelId="{FD0FEAAC-7D7B-47A5-B71D-55A752AF4E34}" srcId="{322D812F-0703-4BC8-A7B2-28648D5BB694}" destId="{4BC038C7-25B2-4913-A69E-AB72E452A9D1}" srcOrd="2" destOrd="0" parTransId="{14E2DA9B-A4A4-42E7-BCF7-E39A6071CD67}" sibTransId="{5D10B070-64B1-44BF-A1F9-293E62DEB27D}"/>
    <dgm:cxn modelId="{4E1DBB65-8DEA-4437-8402-0341A7CD828C}" type="presOf" srcId="{7EE8BD75-78A5-47EC-910B-DD917213FD33}" destId="{1A0C529B-AA5F-4B68-9800-3414A59E1C91}" srcOrd="0" destOrd="0" presId="urn:microsoft.com/office/officeart/2005/8/layout/hierarchy2"/>
    <dgm:cxn modelId="{1AA179E3-C487-4D7E-8C13-1D6F9E3D9CCA}" srcId="{C31BB621-3F07-46B4-AA60-6F69DDFE35AA}" destId="{D107B8B7-0431-4470-B223-0D47D02039CA}" srcOrd="2" destOrd="0" parTransId="{72B95778-70BE-4823-93CC-4B29E79479AA}" sibTransId="{272B968F-184F-4C1F-A0CC-7B80966944B0}"/>
    <dgm:cxn modelId="{9AAED0A1-AC50-4095-BBC3-35DA0D5A6A75}" type="presOf" srcId="{C6384DCA-5B74-4CC1-96F7-0C9D55C3962D}" destId="{578F81A2-FA0D-4EDE-B4BF-EB63F97CD52E}" srcOrd="1" destOrd="0" presId="urn:microsoft.com/office/officeart/2005/8/layout/hierarchy2"/>
    <dgm:cxn modelId="{D15385C3-11B1-4423-876D-E5B5727193D2}" type="presOf" srcId="{EB2844D9-4FA3-4501-B930-DCC760324544}" destId="{484651CA-EF42-43CA-85A6-C99CF9C10FA3}" srcOrd="0" destOrd="0" presId="urn:microsoft.com/office/officeart/2005/8/layout/hierarchy2"/>
    <dgm:cxn modelId="{7A8ED335-B948-40E8-A37A-B79302BB38DF}" type="presOf" srcId="{B4301D6F-C4C0-473D-8BE3-3EE92A6B42CA}" destId="{F401E6AD-CDD1-4DD0-B5A4-4C005044B193}" srcOrd="1" destOrd="0" presId="urn:microsoft.com/office/officeart/2005/8/layout/hierarchy2"/>
    <dgm:cxn modelId="{B015029D-FB9C-4D20-983F-3489AF54F98D}" type="presOf" srcId="{DE5EFBD7-D64D-4C77-A240-F6FC886F9A4F}" destId="{E2D2A204-0DB2-45E2-B2B2-649A732AA278}" srcOrd="0" destOrd="0" presId="urn:microsoft.com/office/officeart/2005/8/layout/hierarchy2"/>
    <dgm:cxn modelId="{5A2A0D96-F1DE-4204-AE98-E5AF7413E0C5}" type="presOf" srcId="{92BF11F2-82E9-4017-8C0A-FA815201A07F}" destId="{59960897-EB61-4B18-BE71-23F395D1B9B0}" srcOrd="1" destOrd="0" presId="urn:microsoft.com/office/officeart/2005/8/layout/hierarchy2"/>
    <dgm:cxn modelId="{62BE8CC5-4C18-4112-936F-95086A893305}" type="presOf" srcId="{D107B8B7-0431-4470-B223-0D47D02039CA}" destId="{C3966502-3154-4E12-9340-DB2C372DC3CD}" srcOrd="0" destOrd="0" presId="urn:microsoft.com/office/officeart/2005/8/layout/hierarchy2"/>
    <dgm:cxn modelId="{9C391BCD-E25A-4FEF-9060-D729CA269FC7}" type="presOf" srcId="{F2EED5C6-2CC2-4379-BD0E-DAFFF8026CC2}" destId="{73774E24-4614-40B9-A116-A4E6FCF3A572}" srcOrd="0" destOrd="0" presId="urn:microsoft.com/office/officeart/2005/8/layout/hierarchy2"/>
    <dgm:cxn modelId="{F7DEE6CF-8700-4288-B471-4BA1AED4D87F}" srcId="{F2EED5C6-2CC2-4379-BD0E-DAFFF8026CC2}" destId="{C31BB621-3F07-46B4-AA60-6F69DDFE35AA}" srcOrd="0" destOrd="0" parTransId="{C6384DCA-5B74-4CC1-96F7-0C9D55C3962D}" sibTransId="{8C1F2E23-3691-43A0-8C61-3F71EEF5A40F}"/>
    <dgm:cxn modelId="{F4DEEBFA-6207-4259-9D53-9953943596C8}" srcId="{04340743-5D48-4B01-B5E5-1E888F6027C7}" destId="{A5F58EED-194D-470E-B355-3D3C2D02D98A}" srcOrd="0" destOrd="0" parTransId="{0BB25AD4-A74B-40D0-9202-E2798AC05A5D}" sibTransId="{8208E5DD-5CBA-4068-AA45-FD9EC88CD37C}"/>
    <dgm:cxn modelId="{359E6DF0-929D-48D1-A7F6-B2CD04A15E01}" type="presOf" srcId="{04340743-5D48-4B01-B5E5-1E888F6027C7}" destId="{6EF4B297-15B7-44CD-9400-2249977424E7}" srcOrd="0" destOrd="0" presId="urn:microsoft.com/office/officeart/2005/8/layout/hierarchy2"/>
    <dgm:cxn modelId="{1C954295-9E98-4FD3-8682-81773142AFF0}" type="presOf" srcId="{A5F58EED-194D-470E-B355-3D3C2D02D98A}" destId="{9BDB15D2-2330-4A56-9B4C-13F5A4E21F2C}" srcOrd="0" destOrd="0" presId="urn:microsoft.com/office/officeart/2005/8/layout/hierarchy2"/>
    <dgm:cxn modelId="{FA352C4A-5F02-4CD6-BD4B-FD45C0788FA9}" type="presOf" srcId="{72B95778-70BE-4823-93CC-4B29E79479AA}" destId="{3BBA1D0A-733B-41CF-9CA4-4B403907648E}" srcOrd="1" destOrd="0" presId="urn:microsoft.com/office/officeart/2005/8/layout/hierarchy2"/>
    <dgm:cxn modelId="{DC6ABC12-E1A5-47B8-AB74-ED63332C07E2}" type="presOf" srcId="{136C224B-ECC7-4F45-8BA3-31A37FB90FA0}" destId="{3053000A-AFFE-4FE4-90FF-24F552952AB5}" srcOrd="1" destOrd="0" presId="urn:microsoft.com/office/officeart/2005/8/layout/hierarchy2"/>
    <dgm:cxn modelId="{F9CA5B12-0A83-4262-9E31-B767CC45498C}" srcId="{C31BB621-3F07-46B4-AA60-6F69DDFE35AA}" destId="{D76CE0D5-B3ED-465D-BC9F-C3D3F0B777F9}" srcOrd="1" destOrd="0" parTransId="{92BF11F2-82E9-4017-8C0A-FA815201A07F}" sibTransId="{B3443AF5-EFFB-4FDD-AAA0-E5CBEA6F2A61}"/>
    <dgm:cxn modelId="{2E5819EB-0417-4004-89F3-3E0CA4A0D5B5}" type="presOf" srcId="{14E2DA9B-A4A4-42E7-BCF7-E39A6071CD67}" destId="{53F1EA96-0F77-4438-9035-2337BAF0F41D}" srcOrd="1" destOrd="0" presId="urn:microsoft.com/office/officeart/2005/8/layout/hierarchy2"/>
    <dgm:cxn modelId="{01D0D831-F3DC-4D33-B4EF-81695648CA0E}" srcId="{C31BB621-3F07-46B4-AA60-6F69DDFE35AA}" destId="{02F5C55A-87C5-41B1-9E48-41748C0CE13B}" srcOrd="0" destOrd="0" parTransId="{EB2844D9-4FA3-4501-B930-DCC760324544}" sibTransId="{436F90E6-B15F-4FF0-9342-7D8B48371943}"/>
    <dgm:cxn modelId="{F3489BA0-60D1-4975-BE15-0E543F428EAD}" type="presParOf" srcId="{6EF4B297-15B7-44CD-9400-2249977424E7}" destId="{9435D876-3F41-44E8-BD6A-00D74C6E0404}" srcOrd="0" destOrd="0" presId="urn:microsoft.com/office/officeart/2005/8/layout/hierarchy2"/>
    <dgm:cxn modelId="{472C46EF-C8B2-4C36-A0C9-15D0A4C5D95D}" type="presParOf" srcId="{9435D876-3F41-44E8-BD6A-00D74C6E0404}" destId="{9BDB15D2-2330-4A56-9B4C-13F5A4E21F2C}" srcOrd="0" destOrd="0" presId="urn:microsoft.com/office/officeart/2005/8/layout/hierarchy2"/>
    <dgm:cxn modelId="{574ED3AC-4B4A-4EDE-B8B0-C5A77C621782}" type="presParOf" srcId="{9435D876-3F41-44E8-BD6A-00D74C6E0404}" destId="{4CAFA1E4-3B8C-4868-9ED5-07750021038C}" srcOrd="1" destOrd="0" presId="urn:microsoft.com/office/officeart/2005/8/layout/hierarchy2"/>
    <dgm:cxn modelId="{1158F680-33EF-4F3F-956E-9022E260CEBB}" type="presParOf" srcId="{4CAFA1E4-3B8C-4868-9ED5-07750021038C}" destId="{1A0C529B-AA5F-4B68-9800-3414A59E1C91}" srcOrd="0" destOrd="0" presId="urn:microsoft.com/office/officeart/2005/8/layout/hierarchy2"/>
    <dgm:cxn modelId="{E33EA4A3-0B28-4573-95A9-5E74B21D727E}" type="presParOf" srcId="{1A0C529B-AA5F-4B68-9800-3414A59E1C91}" destId="{217879A6-3BFB-4914-B408-FEFFCAE9FC17}" srcOrd="0" destOrd="0" presId="urn:microsoft.com/office/officeart/2005/8/layout/hierarchy2"/>
    <dgm:cxn modelId="{1990E087-65CD-45D5-8D4E-6A7E79CD7AB8}" type="presParOf" srcId="{4CAFA1E4-3B8C-4868-9ED5-07750021038C}" destId="{2FE8F584-3435-4C16-9D39-80C5103B48A4}" srcOrd="1" destOrd="0" presId="urn:microsoft.com/office/officeart/2005/8/layout/hierarchy2"/>
    <dgm:cxn modelId="{07658874-AB99-41C7-A996-4B2463E93ACC}" type="presParOf" srcId="{2FE8F584-3435-4C16-9D39-80C5103B48A4}" destId="{A4361415-93CE-402B-945A-C5DD368173F1}" srcOrd="0" destOrd="0" presId="urn:microsoft.com/office/officeart/2005/8/layout/hierarchy2"/>
    <dgm:cxn modelId="{3467095E-39DC-42B6-BA1F-C2462876F446}" type="presParOf" srcId="{2FE8F584-3435-4C16-9D39-80C5103B48A4}" destId="{6E425415-B795-4232-98F7-73E61ADE38DE}" srcOrd="1" destOrd="0" presId="urn:microsoft.com/office/officeart/2005/8/layout/hierarchy2"/>
    <dgm:cxn modelId="{5B63FEDA-75DE-4C76-AF3E-2F980F8204CD}" type="presParOf" srcId="{6E425415-B795-4232-98F7-73E61ADE38DE}" destId="{CCAAC0E3-63B7-4237-81D0-44BE01DBE75B}" srcOrd="0" destOrd="0" presId="urn:microsoft.com/office/officeart/2005/8/layout/hierarchy2"/>
    <dgm:cxn modelId="{563CE96D-639F-4336-AD58-CD52193A4590}" type="presParOf" srcId="{CCAAC0E3-63B7-4237-81D0-44BE01DBE75B}" destId="{15FA0E5E-C7D0-44CB-A0C3-56F2654E7DF5}" srcOrd="0" destOrd="0" presId="urn:microsoft.com/office/officeart/2005/8/layout/hierarchy2"/>
    <dgm:cxn modelId="{9405870B-F6F2-4E06-8E0E-9DF8EBE435C8}" type="presParOf" srcId="{6E425415-B795-4232-98F7-73E61ADE38DE}" destId="{02FB11AE-F529-4DB5-B0FF-EBAD62077031}" srcOrd="1" destOrd="0" presId="urn:microsoft.com/office/officeart/2005/8/layout/hierarchy2"/>
    <dgm:cxn modelId="{2EC9E077-BD26-45B3-8D8A-EC7352C9D046}" type="presParOf" srcId="{02FB11AE-F529-4DB5-B0FF-EBAD62077031}" destId="{E2D2A204-0DB2-45E2-B2B2-649A732AA278}" srcOrd="0" destOrd="0" presId="urn:microsoft.com/office/officeart/2005/8/layout/hierarchy2"/>
    <dgm:cxn modelId="{51AFA988-1566-4E0E-AEB3-C90D001405A6}" type="presParOf" srcId="{02FB11AE-F529-4DB5-B0FF-EBAD62077031}" destId="{EDEEED7B-7131-4562-BF6B-9A960017C316}" srcOrd="1" destOrd="0" presId="urn:microsoft.com/office/officeart/2005/8/layout/hierarchy2"/>
    <dgm:cxn modelId="{2F7009C2-FA44-4BAD-AAD8-491A5D5A0B73}" type="presParOf" srcId="{6E425415-B795-4232-98F7-73E61ADE38DE}" destId="{5021E50F-1116-4F7B-8B40-3FEF48090ADD}" srcOrd="2" destOrd="0" presId="urn:microsoft.com/office/officeart/2005/8/layout/hierarchy2"/>
    <dgm:cxn modelId="{D4F9E122-0DCA-4479-8C0B-AF878E2E30DB}" type="presParOf" srcId="{5021E50F-1116-4F7B-8B40-3FEF48090ADD}" destId="{3C50AFD8-1A80-4647-A63B-307525D8A2EA}" srcOrd="0" destOrd="0" presId="urn:microsoft.com/office/officeart/2005/8/layout/hierarchy2"/>
    <dgm:cxn modelId="{05CE1967-EB98-4FBE-9F4F-7E90DB009480}" type="presParOf" srcId="{6E425415-B795-4232-98F7-73E61ADE38DE}" destId="{1B7282C9-A4C6-439C-AA31-E27F39D47038}" srcOrd="3" destOrd="0" presId="urn:microsoft.com/office/officeart/2005/8/layout/hierarchy2"/>
    <dgm:cxn modelId="{36E37F94-54A9-41F9-AA3E-DBF025263B39}" type="presParOf" srcId="{1B7282C9-A4C6-439C-AA31-E27F39D47038}" destId="{545DA247-B1FE-4B89-B9F7-83AAAF3426A4}" srcOrd="0" destOrd="0" presId="urn:microsoft.com/office/officeart/2005/8/layout/hierarchy2"/>
    <dgm:cxn modelId="{E9BA3CE0-DED2-4B65-A9D3-789DAAAF7CCD}" type="presParOf" srcId="{1B7282C9-A4C6-439C-AA31-E27F39D47038}" destId="{0E8A8DB1-37CF-43A9-8802-5FD9B8E6444C}" srcOrd="1" destOrd="0" presId="urn:microsoft.com/office/officeart/2005/8/layout/hierarchy2"/>
    <dgm:cxn modelId="{1AB878FF-B07B-48F0-BCB4-46976DEB1B2B}" type="presParOf" srcId="{4CAFA1E4-3B8C-4868-9ED5-07750021038C}" destId="{FBBBA58C-6604-4804-B3C4-53F1EF84843B}" srcOrd="2" destOrd="0" presId="urn:microsoft.com/office/officeart/2005/8/layout/hierarchy2"/>
    <dgm:cxn modelId="{09D61D01-D723-492B-B296-837A2FD154C0}" type="presParOf" srcId="{FBBBA58C-6604-4804-B3C4-53F1EF84843B}" destId="{3053000A-AFFE-4FE4-90FF-24F552952AB5}" srcOrd="0" destOrd="0" presId="urn:microsoft.com/office/officeart/2005/8/layout/hierarchy2"/>
    <dgm:cxn modelId="{314FFE53-3EF8-4A6B-9429-49FBDBEBAC47}" type="presParOf" srcId="{4CAFA1E4-3B8C-4868-9ED5-07750021038C}" destId="{1C7AE88C-9B4F-4673-AF72-108ED48E3804}" srcOrd="3" destOrd="0" presId="urn:microsoft.com/office/officeart/2005/8/layout/hierarchy2"/>
    <dgm:cxn modelId="{A0F6D954-DFED-47CF-9D42-C457BFD2C498}" type="presParOf" srcId="{1C7AE88C-9B4F-4673-AF72-108ED48E3804}" destId="{73774E24-4614-40B9-A116-A4E6FCF3A572}" srcOrd="0" destOrd="0" presId="urn:microsoft.com/office/officeart/2005/8/layout/hierarchy2"/>
    <dgm:cxn modelId="{B7E4E2F2-4AC6-415D-94F8-E3CD9B8DE28C}" type="presParOf" srcId="{1C7AE88C-9B4F-4673-AF72-108ED48E3804}" destId="{4162F670-DC8C-4DF3-9E84-E2EFAFC771AF}" srcOrd="1" destOrd="0" presId="urn:microsoft.com/office/officeart/2005/8/layout/hierarchy2"/>
    <dgm:cxn modelId="{71105AEF-C57E-4946-9711-A45A4E1037EA}" type="presParOf" srcId="{4162F670-DC8C-4DF3-9E84-E2EFAFC771AF}" destId="{E3CB21A5-571D-46E5-B8DF-AE4040529EC0}" srcOrd="0" destOrd="0" presId="urn:microsoft.com/office/officeart/2005/8/layout/hierarchy2"/>
    <dgm:cxn modelId="{9AB5153B-F05F-487D-AFE7-4B927C653CA1}" type="presParOf" srcId="{E3CB21A5-571D-46E5-B8DF-AE4040529EC0}" destId="{578F81A2-FA0D-4EDE-B4BF-EB63F97CD52E}" srcOrd="0" destOrd="0" presId="urn:microsoft.com/office/officeart/2005/8/layout/hierarchy2"/>
    <dgm:cxn modelId="{9FD66840-62E8-4F14-87F5-376FA28E4E84}" type="presParOf" srcId="{4162F670-DC8C-4DF3-9E84-E2EFAFC771AF}" destId="{CFAD2154-CADC-492B-8793-5210D6B86B27}" srcOrd="1" destOrd="0" presId="urn:microsoft.com/office/officeart/2005/8/layout/hierarchy2"/>
    <dgm:cxn modelId="{74B424DE-1AB0-4935-8C5E-61631BA60015}" type="presParOf" srcId="{CFAD2154-CADC-492B-8793-5210D6B86B27}" destId="{884634BD-79CF-4042-996C-486E62ED2501}" srcOrd="0" destOrd="0" presId="urn:microsoft.com/office/officeart/2005/8/layout/hierarchy2"/>
    <dgm:cxn modelId="{C6633256-0B8F-449E-9E37-43EAEECCEB53}" type="presParOf" srcId="{CFAD2154-CADC-492B-8793-5210D6B86B27}" destId="{4D9B4071-F4F7-47AF-BF6F-9526BF5D7D2B}" srcOrd="1" destOrd="0" presId="urn:microsoft.com/office/officeart/2005/8/layout/hierarchy2"/>
    <dgm:cxn modelId="{A39F914D-8DB4-471B-A7CE-FBEEF2BD09AC}" type="presParOf" srcId="{4D9B4071-F4F7-47AF-BF6F-9526BF5D7D2B}" destId="{484651CA-EF42-43CA-85A6-C99CF9C10FA3}" srcOrd="0" destOrd="0" presId="urn:microsoft.com/office/officeart/2005/8/layout/hierarchy2"/>
    <dgm:cxn modelId="{BE331D59-AA69-421F-B12C-203C5A68F540}" type="presParOf" srcId="{484651CA-EF42-43CA-85A6-C99CF9C10FA3}" destId="{4C3CF972-8553-47B4-AB48-5FDBB5564DB2}" srcOrd="0" destOrd="0" presId="urn:microsoft.com/office/officeart/2005/8/layout/hierarchy2"/>
    <dgm:cxn modelId="{8E1C25D1-5116-47CA-B123-0A0401A8A875}" type="presParOf" srcId="{4D9B4071-F4F7-47AF-BF6F-9526BF5D7D2B}" destId="{314D5269-B5E5-4EF6-91FF-82DE26C01E49}" srcOrd="1" destOrd="0" presId="urn:microsoft.com/office/officeart/2005/8/layout/hierarchy2"/>
    <dgm:cxn modelId="{B4796759-9A67-4B12-91D3-39CEE4854512}" type="presParOf" srcId="{314D5269-B5E5-4EF6-91FF-82DE26C01E49}" destId="{77889269-666E-4A3B-81AC-97928D60D247}" srcOrd="0" destOrd="0" presId="urn:microsoft.com/office/officeart/2005/8/layout/hierarchy2"/>
    <dgm:cxn modelId="{46095389-C2EF-43C8-B76E-4A07D835246B}" type="presParOf" srcId="{314D5269-B5E5-4EF6-91FF-82DE26C01E49}" destId="{AD734C07-F9BA-4F62-A8D4-357AB170B927}" srcOrd="1" destOrd="0" presId="urn:microsoft.com/office/officeart/2005/8/layout/hierarchy2"/>
    <dgm:cxn modelId="{78D2B21E-E123-42C6-94BE-8FEF27E5708A}" type="presParOf" srcId="{4D9B4071-F4F7-47AF-BF6F-9526BF5D7D2B}" destId="{DD0E46BD-76B7-4C52-A2B5-2BAAE2DA35CB}" srcOrd="2" destOrd="0" presId="urn:microsoft.com/office/officeart/2005/8/layout/hierarchy2"/>
    <dgm:cxn modelId="{6688EFAE-97A7-4E15-A7D4-5717002FF6A0}" type="presParOf" srcId="{DD0E46BD-76B7-4C52-A2B5-2BAAE2DA35CB}" destId="{59960897-EB61-4B18-BE71-23F395D1B9B0}" srcOrd="0" destOrd="0" presId="urn:microsoft.com/office/officeart/2005/8/layout/hierarchy2"/>
    <dgm:cxn modelId="{5A3ED81E-25C4-4ABE-A204-3D552118A336}" type="presParOf" srcId="{4D9B4071-F4F7-47AF-BF6F-9526BF5D7D2B}" destId="{BCE87FE8-3A0B-4778-8C63-29E00855A2F6}" srcOrd="3" destOrd="0" presId="urn:microsoft.com/office/officeart/2005/8/layout/hierarchy2"/>
    <dgm:cxn modelId="{914BB1EA-53BF-4823-BAAD-7E89CC146542}" type="presParOf" srcId="{BCE87FE8-3A0B-4778-8C63-29E00855A2F6}" destId="{46DDE698-721E-4C24-804C-82DA8149766D}" srcOrd="0" destOrd="0" presId="urn:microsoft.com/office/officeart/2005/8/layout/hierarchy2"/>
    <dgm:cxn modelId="{6706437A-4ECA-4996-9A0C-3E50CD2DAD5D}" type="presParOf" srcId="{BCE87FE8-3A0B-4778-8C63-29E00855A2F6}" destId="{32274165-5425-477E-9BFD-324BFD765952}" srcOrd="1" destOrd="0" presId="urn:microsoft.com/office/officeart/2005/8/layout/hierarchy2"/>
    <dgm:cxn modelId="{936EF78F-9880-4512-AB98-C6FBB54B3B2B}" type="presParOf" srcId="{4D9B4071-F4F7-47AF-BF6F-9526BF5D7D2B}" destId="{3165FD56-5EB3-41E6-92CE-0433696F39E7}" srcOrd="4" destOrd="0" presId="urn:microsoft.com/office/officeart/2005/8/layout/hierarchy2"/>
    <dgm:cxn modelId="{A580B13D-B9D2-4DF3-963B-31F35D229F7F}" type="presParOf" srcId="{3165FD56-5EB3-41E6-92CE-0433696F39E7}" destId="{3BBA1D0A-733B-41CF-9CA4-4B403907648E}" srcOrd="0" destOrd="0" presId="urn:microsoft.com/office/officeart/2005/8/layout/hierarchy2"/>
    <dgm:cxn modelId="{1DDC66EB-6C31-41F5-A79E-8B8756EAF4CA}" type="presParOf" srcId="{4D9B4071-F4F7-47AF-BF6F-9526BF5D7D2B}" destId="{310FA8CA-77E4-49B3-BB35-5F1381AF8679}" srcOrd="5" destOrd="0" presId="urn:microsoft.com/office/officeart/2005/8/layout/hierarchy2"/>
    <dgm:cxn modelId="{5B2DBBBE-FF48-4F79-BC77-973CE314FFFD}" type="presParOf" srcId="{310FA8CA-77E4-49B3-BB35-5F1381AF8679}" destId="{C3966502-3154-4E12-9340-DB2C372DC3CD}" srcOrd="0" destOrd="0" presId="urn:microsoft.com/office/officeart/2005/8/layout/hierarchy2"/>
    <dgm:cxn modelId="{7F78D144-1B53-40A2-999C-A41E2BB51BC0}" type="presParOf" srcId="{310FA8CA-77E4-49B3-BB35-5F1381AF8679}" destId="{FDFFF3D8-91A2-4B34-8469-F002F73D7E57}" srcOrd="1" destOrd="0" presId="urn:microsoft.com/office/officeart/2005/8/layout/hierarchy2"/>
    <dgm:cxn modelId="{8F5ACA5C-7B76-4B33-9D44-442260A964B3}" type="presParOf" srcId="{4D9B4071-F4F7-47AF-BF6F-9526BF5D7D2B}" destId="{35BD6D9B-DE72-4CE4-8290-4E3DA54799E9}" srcOrd="6" destOrd="0" presId="urn:microsoft.com/office/officeart/2005/8/layout/hierarchy2"/>
    <dgm:cxn modelId="{4DD35A40-46F1-48DB-B546-27AD51198770}" type="presParOf" srcId="{35BD6D9B-DE72-4CE4-8290-4E3DA54799E9}" destId="{13BE7472-A73A-49DF-9239-DAAA58479DF0}" srcOrd="0" destOrd="0" presId="urn:microsoft.com/office/officeart/2005/8/layout/hierarchy2"/>
    <dgm:cxn modelId="{8AFBA7BA-C775-4C3F-9E65-C3267A5BAC17}" type="presParOf" srcId="{4D9B4071-F4F7-47AF-BF6F-9526BF5D7D2B}" destId="{13E63FF9-C679-40F6-A176-564072B74D43}" srcOrd="7" destOrd="0" presId="urn:microsoft.com/office/officeart/2005/8/layout/hierarchy2"/>
    <dgm:cxn modelId="{C897EA24-BF0A-4EF9-A8E0-9481BAC94942}" type="presParOf" srcId="{13E63FF9-C679-40F6-A176-564072B74D43}" destId="{02DA5710-E4BA-461E-9464-9197244474C0}" srcOrd="0" destOrd="0" presId="urn:microsoft.com/office/officeart/2005/8/layout/hierarchy2"/>
    <dgm:cxn modelId="{0DB95664-0DE3-4816-92FC-553437CD96A8}" type="presParOf" srcId="{13E63FF9-C679-40F6-A176-564072B74D43}" destId="{FBB6E9BA-22C6-4079-9720-7F753E63BE79}" srcOrd="1" destOrd="0" presId="urn:microsoft.com/office/officeart/2005/8/layout/hierarchy2"/>
    <dgm:cxn modelId="{276CB15C-8103-4201-952D-2CD9B0A1E858}" type="presParOf" srcId="{4162F670-DC8C-4DF3-9E84-E2EFAFC771AF}" destId="{987E262A-C45C-478C-B294-C95616AE62C5}" srcOrd="2" destOrd="0" presId="urn:microsoft.com/office/officeart/2005/8/layout/hierarchy2"/>
    <dgm:cxn modelId="{161E9C2B-7665-4D16-8A6A-118AE50AA92E}" type="presParOf" srcId="{987E262A-C45C-478C-B294-C95616AE62C5}" destId="{F401E6AD-CDD1-4DD0-B5A4-4C005044B193}" srcOrd="0" destOrd="0" presId="urn:microsoft.com/office/officeart/2005/8/layout/hierarchy2"/>
    <dgm:cxn modelId="{3D74D0F8-8BDB-4A7A-A49A-2A51D39127EC}" type="presParOf" srcId="{4162F670-DC8C-4DF3-9E84-E2EFAFC771AF}" destId="{298FE6D3-49E7-46E3-B2EF-4E352E88C013}" srcOrd="3" destOrd="0" presId="urn:microsoft.com/office/officeart/2005/8/layout/hierarchy2"/>
    <dgm:cxn modelId="{53662BCA-B358-41AC-8DF9-8543DE98F5A4}" type="presParOf" srcId="{298FE6D3-49E7-46E3-B2EF-4E352E88C013}" destId="{C0FBB0F4-26BE-4F7A-989F-E1EB34ADE84C}" srcOrd="0" destOrd="0" presId="urn:microsoft.com/office/officeart/2005/8/layout/hierarchy2"/>
    <dgm:cxn modelId="{86BC8853-E9C7-43ED-BB01-E396B4783115}" type="presParOf" srcId="{298FE6D3-49E7-46E3-B2EF-4E352E88C013}" destId="{D2F0CF95-F6D6-47DA-B88B-A65341662946}" srcOrd="1" destOrd="0" presId="urn:microsoft.com/office/officeart/2005/8/layout/hierarchy2"/>
    <dgm:cxn modelId="{1B4B0B89-AFB1-4E30-B421-C56E522BD7FE}" type="presParOf" srcId="{D2F0CF95-F6D6-47DA-B88B-A65341662946}" destId="{1AB8BFED-656E-4946-AB54-B4210FC9B557}" srcOrd="0" destOrd="0" presId="urn:microsoft.com/office/officeart/2005/8/layout/hierarchy2"/>
    <dgm:cxn modelId="{9CA96880-F294-4261-BE88-685ED6AD2086}" type="presParOf" srcId="{1AB8BFED-656E-4946-AB54-B4210FC9B557}" destId="{BD559A7C-6781-464E-AAA8-4D15AE66921B}" srcOrd="0" destOrd="0" presId="urn:microsoft.com/office/officeart/2005/8/layout/hierarchy2"/>
    <dgm:cxn modelId="{352828B2-4B3E-4DDD-92D7-A15198504384}" type="presParOf" srcId="{D2F0CF95-F6D6-47DA-B88B-A65341662946}" destId="{3884E5F6-99F7-4CC7-8E65-5B17B0D02388}" srcOrd="1" destOrd="0" presId="urn:microsoft.com/office/officeart/2005/8/layout/hierarchy2"/>
    <dgm:cxn modelId="{1863D572-1281-4FC4-8736-2B09CE594109}" type="presParOf" srcId="{3884E5F6-99F7-4CC7-8E65-5B17B0D02388}" destId="{B8963FE1-240C-4D9D-A1E7-60EBDC839C50}" srcOrd="0" destOrd="0" presId="urn:microsoft.com/office/officeart/2005/8/layout/hierarchy2"/>
    <dgm:cxn modelId="{C08F9C48-02A7-4A5D-B864-30980FAEFA6A}" type="presParOf" srcId="{3884E5F6-99F7-4CC7-8E65-5B17B0D02388}" destId="{DCDB7F4B-8021-41DE-8591-26426407F1D9}" srcOrd="1" destOrd="0" presId="urn:microsoft.com/office/officeart/2005/8/layout/hierarchy2"/>
    <dgm:cxn modelId="{54E7A742-6F63-4ED5-A7B8-10A56AE5F86D}" type="presParOf" srcId="{D2F0CF95-F6D6-47DA-B88B-A65341662946}" destId="{1E15BE0E-08FB-49D5-855E-BA639A19CE0E}" srcOrd="2" destOrd="0" presId="urn:microsoft.com/office/officeart/2005/8/layout/hierarchy2"/>
    <dgm:cxn modelId="{EED679BF-2E42-4DFC-8E89-54F4ACEA1EDB}" type="presParOf" srcId="{1E15BE0E-08FB-49D5-855E-BA639A19CE0E}" destId="{A8A53388-5471-407D-8A8E-59B5BC2657D2}" srcOrd="0" destOrd="0" presId="urn:microsoft.com/office/officeart/2005/8/layout/hierarchy2"/>
    <dgm:cxn modelId="{C26D0CFC-6643-463D-A248-986CEC0C6689}" type="presParOf" srcId="{D2F0CF95-F6D6-47DA-B88B-A65341662946}" destId="{5DF5B4A2-7B8B-4E8E-BD03-D3B893649061}" srcOrd="3" destOrd="0" presId="urn:microsoft.com/office/officeart/2005/8/layout/hierarchy2"/>
    <dgm:cxn modelId="{39AFE84D-74EE-4C88-852B-F56944D49A19}" type="presParOf" srcId="{5DF5B4A2-7B8B-4E8E-BD03-D3B893649061}" destId="{ABD20F4E-E6D4-4719-921C-C692BF3F2E59}" srcOrd="0" destOrd="0" presId="urn:microsoft.com/office/officeart/2005/8/layout/hierarchy2"/>
    <dgm:cxn modelId="{0BE549F9-EAE2-41E7-A7D3-5CE6988DBDE2}" type="presParOf" srcId="{5DF5B4A2-7B8B-4E8E-BD03-D3B893649061}" destId="{180FE1D5-528C-4404-9A44-65437AB07F5E}" srcOrd="1" destOrd="0" presId="urn:microsoft.com/office/officeart/2005/8/layout/hierarchy2"/>
    <dgm:cxn modelId="{07912D7E-44C1-4167-A54B-DD0F3442ABB5}" type="presParOf" srcId="{D2F0CF95-F6D6-47DA-B88B-A65341662946}" destId="{60C3DC4D-D2F0-48DA-BE16-76149FB62BA5}" srcOrd="4" destOrd="0" presId="urn:microsoft.com/office/officeart/2005/8/layout/hierarchy2"/>
    <dgm:cxn modelId="{C81A5C14-252B-4AEC-B53C-7CB7F2C1A665}" type="presParOf" srcId="{60C3DC4D-D2F0-48DA-BE16-76149FB62BA5}" destId="{53F1EA96-0F77-4438-9035-2337BAF0F41D}" srcOrd="0" destOrd="0" presId="urn:microsoft.com/office/officeart/2005/8/layout/hierarchy2"/>
    <dgm:cxn modelId="{F5884F76-D653-492C-AE5D-B907484F7983}" type="presParOf" srcId="{D2F0CF95-F6D6-47DA-B88B-A65341662946}" destId="{456137DB-551D-46F5-A9EA-5D7BE8C98E1E}" srcOrd="5" destOrd="0" presId="urn:microsoft.com/office/officeart/2005/8/layout/hierarchy2"/>
    <dgm:cxn modelId="{728EBE44-BCF1-44AD-9E0C-05A1DC4F4315}" type="presParOf" srcId="{456137DB-551D-46F5-A9EA-5D7BE8C98E1E}" destId="{DCF0B05A-769B-4B8C-B7D6-184EB5737050}" srcOrd="0" destOrd="0" presId="urn:microsoft.com/office/officeart/2005/8/layout/hierarchy2"/>
    <dgm:cxn modelId="{E3EA424E-75DD-4541-B8FC-E2C150DD29AD}" type="presParOf" srcId="{456137DB-551D-46F5-A9EA-5D7BE8C98E1E}" destId="{27B18A29-3596-4D9E-9E44-B4A4DD271C7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9A08BAC-51E1-468B-881F-5EF1993C2CCD}" type="doc">
      <dgm:prSet loTypeId="urn:microsoft.com/office/officeart/2005/8/layout/pList2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DEDC229-A97B-462A-86AE-85CB3D10EB10}">
      <dgm:prSet phldrT="[텍스트]" custT="1"/>
      <dgm:spPr/>
      <dgm:t>
        <a:bodyPr/>
        <a:lstStyle/>
        <a:p>
          <a:pPr latinLnBrk="1"/>
          <a:r>
            <a:rPr lang="ko-KR" altLang="en-US" sz="16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</a:t>
          </a:r>
          <a:r>
            <a:rPr lang="ko-KR" altLang="en-US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재생 단말 기본 기능</a:t>
          </a:r>
          <a:endParaRPr lang="ko-KR" alt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52885BE-A72C-4B45-AA38-300252F10648}" type="parTrans" cxnId="{47C18940-C3B8-4401-B853-776483709633}">
      <dgm:prSet/>
      <dgm:spPr/>
      <dgm:t>
        <a:bodyPr/>
        <a:lstStyle/>
        <a:p>
          <a:pPr latinLnBrk="1"/>
          <a:endParaRPr lang="ko-KR" altLang="en-US"/>
        </a:p>
      </dgm:t>
    </dgm:pt>
    <dgm:pt modelId="{EC06C40F-C84F-4438-BB3E-E433237EB67A}" type="sibTrans" cxnId="{47C18940-C3B8-4401-B853-776483709633}">
      <dgm:prSet/>
      <dgm:spPr/>
      <dgm:t>
        <a:bodyPr/>
        <a:lstStyle/>
        <a:p>
          <a:pPr latinLnBrk="1"/>
          <a:endParaRPr lang="ko-KR" altLang="en-US"/>
        </a:p>
      </dgm:t>
    </dgm:pt>
    <dgm:pt modelId="{78DE0FAC-AC7C-444A-8516-E7C85C3DAF59}">
      <dgm:prSet phldrT="[텍스트]" custT="1"/>
      <dgm:spPr/>
      <dgm:t>
        <a:bodyPr/>
        <a:lstStyle/>
        <a:p>
          <a:pPr latinLnBrk="1"/>
          <a:r>
            <a:rPr lang="ko-KR" altLang="en-US" sz="10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트랙 </a:t>
          </a:r>
          <a:r>
            <a:rPr lang="ko-KR" altLang="en-US" sz="105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음원의</a:t>
          </a:r>
          <a:r>
            <a:rPr lang="ko-KR" altLang="en-US" sz="10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altLang="en-US" sz="10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on/off </a:t>
          </a:r>
          <a:r>
            <a:rPr lang="ko-KR" altLang="en-US" sz="10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선택 가능 여부</a:t>
          </a:r>
          <a:endParaRPr lang="ko-KR" altLang="en-US" sz="10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3FFC617-27C0-4670-874C-DB547C4286F3}" type="parTrans" cxnId="{2E0F2898-B151-4DD4-80BE-6F054D4ADC7E}">
      <dgm:prSet/>
      <dgm:spPr/>
      <dgm:t>
        <a:bodyPr/>
        <a:lstStyle/>
        <a:p>
          <a:pPr latinLnBrk="1"/>
          <a:endParaRPr lang="ko-KR" altLang="en-US"/>
        </a:p>
      </dgm:t>
    </dgm:pt>
    <dgm:pt modelId="{DFF788D6-5AD1-4400-91A3-367A36D5814B}" type="sibTrans" cxnId="{2E0F2898-B151-4DD4-80BE-6F054D4ADC7E}">
      <dgm:prSet/>
      <dgm:spPr/>
      <dgm:t>
        <a:bodyPr/>
        <a:lstStyle/>
        <a:p>
          <a:pPr latinLnBrk="1"/>
          <a:endParaRPr lang="ko-KR" altLang="en-US"/>
        </a:p>
      </dgm:t>
    </dgm:pt>
    <dgm:pt modelId="{12E6901A-C56D-4E86-962D-9B29D0278B4D}">
      <dgm:prSet phldrT="[텍스트]" custT="1"/>
      <dgm:spPr/>
      <dgm:t>
        <a:bodyPr/>
        <a:lstStyle/>
        <a:p>
          <a:pPr latinLnBrk="1"/>
          <a:r>
            <a:rPr lang="ko-KR" altLang="en-US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분위기 제어 기능</a:t>
          </a:r>
          <a:endParaRPr lang="ko-KR" alt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453987C-0012-4154-99B3-28D2FD49B17F}" type="parTrans" cxnId="{465417E3-3499-4C4F-9ACA-327B44F38880}">
      <dgm:prSet/>
      <dgm:spPr/>
      <dgm:t>
        <a:bodyPr/>
        <a:lstStyle/>
        <a:p>
          <a:pPr latinLnBrk="1"/>
          <a:endParaRPr lang="ko-KR" altLang="en-US"/>
        </a:p>
      </dgm:t>
    </dgm:pt>
    <dgm:pt modelId="{5B868F39-1DDE-4587-A925-1C0A09A59B16}" type="sibTrans" cxnId="{465417E3-3499-4C4F-9ACA-327B44F38880}">
      <dgm:prSet/>
      <dgm:spPr/>
      <dgm:t>
        <a:bodyPr/>
        <a:lstStyle/>
        <a:p>
          <a:pPr latinLnBrk="1"/>
          <a:endParaRPr lang="ko-KR" altLang="en-US"/>
        </a:p>
      </dgm:t>
    </dgm:pt>
    <dgm:pt modelId="{4613C94B-68E2-45E5-A67A-619BAEFF77C3}">
      <dgm:prSet phldrT="[텍스트]" custT="1"/>
      <dgm:spPr/>
      <dgm:t>
        <a:bodyPr/>
        <a:lstStyle/>
        <a:p>
          <a:pPr latinLnBrk="1"/>
          <a:r>
            <a:rPr lang="ko-KR" altLang="en-US" sz="10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단말의 무드 필터를 선택 가능 여부</a:t>
          </a:r>
          <a:endParaRPr lang="ko-KR" altLang="en-US" sz="10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4A108D8-99AA-435D-8050-3291F4C246FC}" type="parTrans" cxnId="{9A729607-09AF-4C83-8E0B-682D98778285}">
      <dgm:prSet/>
      <dgm:spPr/>
      <dgm:t>
        <a:bodyPr/>
        <a:lstStyle/>
        <a:p>
          <a:pPr latinLnBrk="1"/>
          <a:endParaRPr lang="ko-KR" altLang="en-US"/>
        </a:p>
      </dgm:t>
    </dgm:pt>
    <dgm:pt modelId="{E7FC477E-CF3E-4BD6-85D2-3B1A6A0CC2E9}" type="sibTrans" cxnId="{9A729607-09AF-4C83-8E0B-682D98778285}">
      <dgm:prSet/>
      <dgm:spPr/>
      <dgm:t>
        <a:bodyPr/>
        <a:lstStyle/>
        <a:p>
          <a:pPr latinLnBrk="1"/>
          <a:endParaRPr lang="ko-KR" altLang="en-US"/>
        </a:p>
      </dgm:t>
    </dgm:pt>
    <dgm:pt modelId="{517F2CED-E63A-4C65-B2DD-8C7DB91A64A6}">
      <dgm:prSet phldrT="[텍스트]" custT="1"/>
      <dgm:spPr/>
      <dgm:t>
        <a:bodyPr/>
        <a:lstStyle/>
        <a:p>
          <a:pPr latinLnBrk="1"/>
          <a:r>
            <a:rPr lang="en-US" altLang="ko-KR" sz="16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UCC</a:t>
          </a:r>
          <a:r>
            <a:rPr lang="en-US" altLang="ko-KR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ko-KR" altLang="en-US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기능</a:t>
          </a:r>
          <a:endParaRPr lang="ko-KR" alt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61CCF1A-726B-48E0-8DB3-30F17715AB55}" type="parTrans" cxnId="{C4D814BF-03DC-4235-9548-FA73DFB4B4F5}">
      <dgm:prSet/>
      <dgm:spPr/>
      <dgm:t>
        <a:bodyPr/>
        <a:lstStyle/>
        <a:p>
          <a:pPr latinLnBrk="1"/>
          <a:endParaRPr lang="ko-KR" altLang="en-US"/>
        </a:p>
      </dgm:t>
    </dgm:pt>
    <dgm:pt modelId="{44E43816-9C8E-4392-82EB-CABE41BB9C6B}" type="sibTrans" cxnId="{C4D814BF-03DC-4235-9548-FA73DFB4B4F5}">
      <dgm:prSet/>
      <dgm:spPr/>
      <dgm:t>
        <a:bodyPr/>
        <a:lstStyle/>
        <a:p>
          <a:pPr latinLnBrk="1"/>
          <a:endParaRPr lang="ko-KR" altLang="en-US"/>
        </a:p>
      </dgm:t>
    </dgm:pt>
    <dgm:pt modelId="{781BB447-745D-443B-8900-44AA9EC999B4}">
      <dgm:prSet phldrT="[텍스트]" custT="1"/>
      <dgm:spPr/>
      <dgm:t>
        <a:bodyPr/>
        <a:lstStyle/>
        <a:p>
          <a:pPr latinLnBrk="1"/>
          <a:r>
            <a:rPr lang="ko-KR" altLang="en-US" sz="10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사용자 트랙 녹음 가능 여부</a:t>
          </a:r>
          <a:endParaRPr lang="ko-KR" altLang="en-US" sz="10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9160FDA-D37D-4073-9920-499EF7A38C20}" type="parTrans" cxnId="{7EFB2C9C-CE74-4DD5-B74D-16E95BB5AC9D}">
      <dgm:prSet/>
      <dgm:spPr/>
      <dgm:t>
        <a:bodyPr/>
        <a:lstStyle/>
        <a:p>
          <a:pPr latinLnBrk="1"/>
          <a:endParaRPr lang="ko-KR" altLang="en-US"/>
        </a:p>
      </dgm:t>
    </dgm:pt>
    <dgm:pt modelId="{65E973F0-0D27-45B9-9FCE-CEFD43648318}" type="sibTrans" cxnId="{7EFB2C9C-CE74-4DD5-B74D-16E95BB5AC9D}">
      <dgm:prSet/>
      <dgm:spPr/>
      <dgm:t>
        <a:bodyPr/>
        <a:lstStyle/>
        <a:p>
          <a:pPr latinLnBrk="1"/>
          <a:endParaRPr lang="ko-KR" altLang="en-US"/>
        </a:p>
      </dgm:t>
    </dgm:pt>
    <dgm:pt modelId="{19BF9B23-5064-4C9F-AD3C-C4D263DB3D34}">
      <dgm:prSet custT="1"/>
      <dgm:spPr/>
      <dgm:t>
        <a:bodyPr/>
        <a:lstStyle/>
        <a:p>
          <a:pPr latinLnBrk="1"/>
          <a:r>
            <a:rPr lang="ko-KR" altLang="en-US" sz="10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트랙 음원 볼륨 조정 가능 여부</a:t>
          </a:r>
          <a:endParaRPr lang="ko-KR" altLang="en-US" sz="10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E5AE99E-A078-4DCC-8B7D-0308CFEDEA4D}" type="parTrans" cxnId="{1A62A448-3DB8-4B62-ADD8-D86BCF72A16B}">
      <dgm:prSet/>
      <dgm:spPr/>
      <dgm:t>
        <a:bodyPr/>
        <a:lstStyle/>
        <a:p>
          <a:pPr latinLnBrk="1"/>
          <a:endParaRPr lang="ko-KR" altLang="en-US"/>
        </a:p>
      </dgm:t>
    </dgm:pt>
    <dgm:pt modelId="{575B109E-0BAA-465A-B8F4-347F6DA8EE68}" type="sibTrans" cxnId="{1A62A448-3DB8-4B62-ADD8-D86BCF72A16B}">
      <dgm:prSet/>
      <dgm:spPr/>
      <dgm:t>
        <a:bodyPr/>
        <a:lstStyle/>
        <a:p>
          <a:pPr latinLnBrk="1"/>
          <a:endParaRPr lang="ko-KR" altLang="en-US"/>
        </a:p>
      </dgm:t>
    </dgm:pt>
    <dgm:pt modelId="{D962360B-1FAD-413E-A39F-9E723B0ECD3A}">
      <dgm:prSet custT="1"/>
      <dgm:spPr/>
      <dgm:t>
        <a:bodyPr/>
        <a:lstStyle/>
        <a:p>
          <a:pPr latinLnBrk="1"/>
          <a:r>
            <a:rPr lang="ko-KR" altLang="en-US" sz="10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프로듀서 믹싱 버전 선택 가능 여부</a:t>
          </a:r>
          <a:endParaRPr lang="ko-KR" altLang="en-US" sz="10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334BE71-9F7F-4D30-8A58-F71E3AA4983D}" type="parTrans" cxnId="{DF7BE65B-9972-4830-BC2C-684C3EDF910F}">
      <dgm:prSet/>
      <dgm:spPr/>
      <dgm:t>
        <a:bodyPr/>
        <a:lstStyle/>
        <a:p>
          <a:pPr latinLnBrk="1"/>
          <a:endParaRPr lang="ko-KR" altLang="en-US"/>
        </a:p>
      </dgm:t>
    </dgm:pt>
    <dgm:pt modelId="{EE843863-F3C5-419A-9509-42FAFC1CFAFA}" type="sibTrans" cxnId="{DF7BE65B-9972-4830-BC2C-684C3EDF910F}">
      <dgm:prSet/>
      <dgm:spPr/>
      <dgm:t>
        <a:bodyPr/>
        <a:lstStyle/>
        <a:p>
          <a:pPr latinLnBrk="1"/>
          <a:endParaRPr lang="ko-KR" altLang="en-US"/>
        </a:p>
      </dgm:t>
    </dgm:pt>
    <dgm:pt modelId="{271D19D6-D47C-4ECC-964E-F1263B9E1470}">
      <dgm:prSet custT="1"/>
      <dgm:spPr/>
      <dgm:t>
        <a:bodyPr/>
        <a:lstStyle/>
        <a:p>
          <a:pPr latinLnBrk="1"/>
          <a:r>
            <a:rPr lang="ko-KR" altLang="en-US" sz="10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무드 필터 선택 시 음악의 무드 변화 여부</a:t>
          </a:r>
          <a:endParaRPr lang="ko-KR" altLang="en-US" sz="10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45879D0-B837-40C9-B070-FC94F25C94D0}" type="parTrans" cxnId="{58F3495F-C841-4065-A5C5-D18F01901A2E}">
      <dgm:prSet/>
      <dgm:spPr/>
      <dgm:t>
        <a:bodyPr/>
        <a:lstStyle/>
        <a:p>
          <a:pPr latinLnBrk="1"/>
          <a:endParaRPr lang="ko-KR" altLang="en-US"/>
        </a:p>
      </dgm:t>
    </dgm:pt>
    <dgm:pt modelId="{C4B75AE9-81F2-4227-835C-CAE4E10C76F5}" type="sibTrans" cxnId="{58F3495F-C841-4065-A5C5-D18F01901A2E}">
      <dgm:prSet/>
      <dgm:spPr/>
      <dgm:t>
        <a:bodyPr/>
        <a:lstStyle/>
        <a:p>
          <a:pPr latinLnBrk="1"/>
          <a:endParaRPr lang="ko-KR" altLang="en-US"/>
        </a:p>
      </dgm:t>
    </dgm:pt>
    <dgm:pt modelId="{26744C19-C92D-4F92-9082-EF9879B98C55}">
      <dgm:prSet custT="1"/>
      <dgm:spPr/>
      <dgm:t>
        <a:bodyPr/>
        <a:lstStyle/>
        <a:p>
          <a:pPr latinLnBrk="1"/>
          <a:r>
            <a:rPr lang="ko-KR" altLang="en-US" sz="10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트랙 쉐이크 클릭 시 랜점 설정 동작 여부</a:t>
          </a:r>
          <a:endParaRPr lang="ko-KR" altLang="en-US" sz="10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F3FDE6F-B459-48E9-8C38-9F863C81604E}" type="parTrans" cxnId="{80179BE8-E9D8-484D-B1D2-E1CC2DB92C2F}">
      <dgm:prSet/>
      <dgm:spPr/>
      <dgm:t>
        <a:bodyPr/>
        <a:lstStyle/>
        <a:p>
          <a:pPr latinLnBrk="1"/>
          <a:endParaRPr lang="ko-KR" altLang="en-US"/>
        </a:p>
      </dgm:t>
    </dgm:pt>
    <dgm:pt modelId="{0CA991AC-C624-4F8C-B86A-71CA308C881A}" type="sibTrans" cxnId="{80179BE8-E9D8-484D-B1D2-E1CC2DB92C2F}">
      <dgm:prSet/>
      <dgm:spPr/>
      <dgm:t>
        <a:bodyPr/>
        <a:lstStyle/>
        <a:p>
          <a:pPr latinLnBrk="1"/>
          <a:endParaRPr lang="ko-KR" altLang="en-US"/>
        </a:p>
      </dgm:t>
    </dgm:pt>
    <dgm:pt modelId="{B29C9534-3490-43E3-B203-D0DD7B267FAC}" type="pres">
      <dgm:prSet presAssocID="{09A08BAC-51E1-468B-881F-5EF1993C2CC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7DA739B-CC91-40DE-847F-A6AA2D1CDE71}" type="pres">
      <dgm:prSet presAssocID="{09A08BAC-51E1-468B-881F-5EF1993C2CCD}" presName="bkgdShp" presStyleLbl="alignAccFollowNode1" presStyleIdx="0" presStyleCnt="1" custScaleY="121719" custLinFactNeighborY="16328"/>
      <dgm:spPr/>
    </dgm:pt>
    <dgm:pt modelId="{417C03B1-215E-42F6-91FC-08C4F5801B01}" type="pres">
      <dgm:prSet presAssocID="{09A08BAC-51E1-468B-881F-5EF1993C2CCD}" presName="linComp" presStyleCnt="0"/>
      <dgm:spPr/>
    </dgm:pt>
    <dgm:pt modelId="{9B1BA282-2103-414B-96DF-63CA1464BFD8}" type="pres">
      <dgm:prSet presAssocID="{FDEDC229-A97B-462A-86AE-85CB3D10EB10}" presName="compNode" presStyleCnt="0"/>
      <dgm:spPr/>
    </dgm:pt>
    <dgm:pt modelId="{7B2E2AF9-54A0-4249-AA5E-95545D642D41}" type="pres">
      <dgm:prSet presAssocID="{FDEDC229-A97B-462A-86AE-85CB3D10EB10}" presName="node" presStyleLbl="node1" presStyleIdx="0" presStyleCnt="3" custScaleY="8133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BD62831-E2CF-420D-B858-673E7D5D76AB}" type="pres">
      <dgm:prSet presAssocID="{FDEDC229-A97B-462A-86AE-85CB3D10EB10}" presName="invisiNode" presStyleLbl="node1" presStyleIdx="0" presStyleCnt="3"/>
      <dgm:spPr/>
    </dgm:pt>
    <dgm:pt modelId="{BCCAFC7C-9A4C-488E-80B7-3099013655C4}" type="pres">
      <dgm:prSet presAssocID="{FDEDC229-A97B-462A-86AE-85CB3D10EB10}" presName="imagNode" presStyleLbl="fgImgPlace1" presStyleIdx="0" presStyleCnt="3" custScaleY="151542" custLinFactNeighborY="8009"/>
      <dgm:spPr/>
    </dgm:pt>
    <dgm:pt modelId="{30F4D584-660F-4AA6-A05A-B180E61294EA}" type="pres">
      <dgm:prSet presAssocID="{EC06C40F-C84F-4438-BB3E-E433237EB67A}" presName="sibTrans" presStyleLbl="sibTrans2D1" presStyleIdx="0" presStyleCnt="0"/>
      <dgm:spPr/>
      <dgm:t>
        <a:bodyPr/>
        <a:lstStyle/>
        <a:p>
          <a:pPr latinLnBrk="1"/>
          <a:endParaRPr lang="ko-KR" altLang="en-US"/>
        </a:p>
      </dgm:t>
    </dgm:pt>
    <dgm:pt modelId="{5F264E08-1A89-4465-8E10-16F0C0E2D8AC}" type="pres">
      <dgm:prSet presAssocID="{12E6901A-C56D-4E86-962D-9B29D0278B4D}" presName="compNode" presStyleCnt="0"/>
      <dgm:spPr/>
    </dgm:pt>
    <dgm:pt modelId="{D3222507-0C37-41C1-962F-D1F5857E37E4}" type="pres">
      <dgm:prSet presAssocID="{12E6901A-C56D-4E86-962D-9B29D0278B4D}" presName="node" presStyleLbl="node1" presStyleIdx="1" presStyleCnt="3" custScaleY="8133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769A044-98CF-47BE-AD53-FBACEFE31F75}" type="pres">
      <dgm:prSet presAssocID="{12E6901A-C56D-4E86-962D-9B29D0278B4D}" presName="invisiNode" presStyleLbl="node1" presStyleIdx="1" presStyleCnt="3"/>
      <dgm:spPr/>
    </dgm:pt>
    <dgm:pt modelId="{2F8E457F-D2D7-4770-B27A-63905D84B6C8}" type="pres">
      <dgm:prSet presAssocID="{12E6901A-C56D-4E86-962D-9B29D0278B4D}" presName="imagNode" presStyleLbl="fgImgPlace1" presStyleIdx="1" presStyleCnt="3" custScaleY="151542" custLinFactNeighborY="8009"/>
      <dgm:spPr/>
    </dgm:pt>
    <dgm:pt modelId="{1A79B7C6-66C8-41B5-B068-FC1A92A783D9}" type="pres">
      <dgm:prSet presAssocID="{5B868F39-1DDE-4587-A925-1C0A09A59B16}" presName="sibTrans" presStyleLbl="sibTrans2D1" presStyleIdx="0" presStyleCnt="0"/>
      <dgm:spPr/>
      <dgm:t>
        <a:bodyPr/>
        <a:lstStyle/>
        <a:p>
          <a:pPr latinLnBrk="1"/>
          <a:endParaRPr lang="ko-KR" altLang="en-US"/>
        </a:p>
      </dgm:t>
    </dgm:pt>
    <dgm:pt modelId="{0A92ACC6-1E13-4BB7-9378-3D9BD54281D4}" type="pres">
      <dgm:prSet presAssocID="{517F2CED-E63A-4C65-B2DD-8C7DB91A64A6}" presName="compNode" presStyleCnt="0"/>
      <dgm:spPr/>
    </dgm:pt>
    <dgm:pt modelId="{EE508185-5AC3-4EBD-A453-91213BC829FE}" type="pres">
      <dgm:prSet presAssocID="{517F2CED-E63A-4C65-B2DD-8C7DB91A64A6}" presName="node" presStyleLbl="node1" presStyleIdx="2" presStyleCnt="3" custScaleY="8133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193D911-E542-424A-9D85-6DA86D6AC5D8}" type="pres">
      <dgm:prSet presAssocID="{517F2CED-E63A-4C65-B2DD-8C7DB91A64A6}" presName="invisiNode" presStyleLbl="node1" presStyleIdx="2" presStyleCnt="3"/>
      <dgm:spPr/>
    </dgm:pt>
    <dgm:pt modelId="{58E6327F-5040-4418-90D0-33184383AD94}" type="pres">
      <dgm:prSet presAssocID="{517F2CED-E63A-4C65-B2DD-8C7DB91A64A6}" presName="imagNode" presStyleLbl="fgImgPlace1" presStyleIdx="2" presStyleCnt="3" custScaleY="151542" custLinFactNeighborY="8009"/>
      <dgm:spPr/>
    </dgm:pt>
  </dgm:ptLst>
  <dgm:cxnLst>
    <dgm:cxn modelId="{2E0F2898-B151-4DD4-80BE-6F054D4ADC7E}" srcId="{FDEDC229-A97B-462A-86AE-85CB3D10EB10}" destId="{78DE0FAC-AC7C-444A-8516-E7C85C3DAF59}" srcOrd="0" destOrd="0" parTransId="{C3FFC617-27C0-4670-874C-DB547C4286F3}" sibTransId="{DFF788D6-5AD1-4400-91A3-367A36D5814B}"/>
    <dgm:cxn modelId="{F82A9871-04C7-4FC6-BDC1-503098F6791A}" type="presOf" srcId="{FDEDC229-A97B-462A-86AE-85CB3D10EB10}" destId="{7B2E2AF9-54A0-4249-AA5E-95545D642D41}" srcOrd="0" destOrd="0" presId="urn:microsoft.com/office/officeart/2005/8/layout/pList2"/>
    <dgm:cxn modelId="{58F3495F-C841-4065-A5C5-D18F01901A2E}" srcId="{12E6901A-C56D-4E86-962D-9B29D0278B4D}" destId="{271D19D6-D47C-4ECC-964E-F1263B9E1470}" srcOrd="1" destOrd="0" parTransId="{245879D0-B837-40C9-B070-FC94F25C94D0}" sibTransId="{C4B75AE9-81F2-4227-835C-CAE4E10C76F5}"/>
    <dgm:cxn modelId="{CC87358C-9CCF-47F8-96ED-58002A461008}" type="presOf" srcId="{12E6901A-C56D-4E86-962D-9B29D0278B4D}" destId="{D3222507-0C37-41C1-962F-D1F5857E37E4}" srcOrd="0" destOrd="0" presId="urn:microsoft.com/office/officeart/2005/8/layout/pList2"/>
    <dgm:cxn modelId="{6D4B86A8-A51A-4B12-A228-9ED47880A889}" type="presOf" srcId="{EC06C40F-C84F-4438-BB3E-E433237EB67A}" destId="{30F4D584-660F-4AA6-A05A-B180E61294EA}" srcOrd="0" destOrd="0" presId="urn:microsoft.com/office/officeart/2005/8/layout/pList2"/>
    <dgm:cxn modelId="{2678BB5A-0C17-4B83-98B0-C108DA36FA26}" type="presOf" srcId="{271D19D6-D47C-4ECC-964E-F1263B9E1470}" destId="{D3222507-0C37-41C1-962F-D1F5857E37E4}" srcOrd="0" destOrd="2" presId="urn:microsoft.com/office/officeart/2005/8/layout/pList2"/>
    <dgm:cxn modelId="{E9DF2C9B-3499-4A0B-B4C4-B4D6B9F105CA}" type="presOf" srcId="{5B868F39-1DDE-4587-A925-1C0A09A59B16}" destId="{1A79B7C6-66C8-41B5-B068-FC1A92A783D9}" srcOrd="0" destOrd="0" presId="urn:microsoft.com/office/officeart/2005/8/layout/pList2"/>
    <dgm:cxn modelId="{465417E3-3499-4C4F-9ACA-327B44F38880}" srcId="{09A08BAC-51E1-468B-881F-5EF1993C2CCD}" destId="{12E6901A-C56D-4E86-962D-9B29D0278B4D}" srcOrd="1" destOrd="0" parTransId="{0453987C-0012-4154-99B3-28D2FD49B17F}" sibTransId="{5B868F39-1DDE-4587-A925-1C0A09A59B16}"/>
    <dgm:cxn modelId="{7E504B71-8FF9-4AB2-A1FA-FD430DD41E83}" type="presOf" srcId="{78DE0FAC-AC7C-444A-8516-E7C85C3DAF59}" destId="{7B2E2AF9-54A0-4249-AA5E-95545D642D41}" srcOrd="0" destOrd="1" presId="urn:microsoft.com/office/officeart/2005/8/layout/pList2"/>
    <dgm:cxn modelId="{DF7BE65B-9972-4830-BC2C-684C3EDF910F}" srcId="{FDEDC229-A97B-462A-86AE-85CB3D10EB10}" destId="{D962360B-1FAD-413E-A39F-9E723B0ECD3A}" srcOrd="2" destOrd="0" parTransId="{2334BE71-9F7F-4D30-8A58-F71E3AA4983D}" sibTransId="{EE843863-F3C5-419A-9509-42FAFC1CFAFA}"/>
    <dgm:cxn modelId="{D504E143-1516-484A-A719-6E20FB643092}" type="presOf" srcId="{4613C94B-68E2-45E5-A67A-619BAEFF77C3}" destId="{D3222507-0C37-41C1-962F-D1F5857E37E4}" srcOrd="0" destOrd="1" presId="urn:microsoft.com/office/officeart/2005/8/layout/pList2"/>
    <dgm:cxn modelId="{A8668E12-B155-4A8F-885F-7929B9F09E31}" type="presOf" srcId="{781BB447-745D-443B-8900-44AA9EC999B4}" destId="{EE508185-5AC3-4EBD-A453-91213BC829FE}" srcOrd="0" destOrd="1" presId="urn:microsoft.com/office/officeart/2005/8/layout/pList2"/>
    <dgm:cxn modelId="{47C18940-C3B8-4401-B853-776483709633}" srcId="{09A08BAC-51E1-468B-881F-5EF1993C2CCD}" destId="{FDEDC229-A97B-462A-86AE-85CB3D10EB10}" srcOrd="0" destOrd="0" parTransId="{D52885BE-A72C-4B45-AA38-300252F10648}" sibTransId="{EC06C40F-C84F-4438-BB3E-E433237EB67A}"/>
    <dgm:cxn modelId="{80179BE8-E9D8-484D-B1D2-E1CC2DB92C2F}" srcId="{12E6901A-C56D-4E86-962D-9B29D0278B4D}" destId="{26744C19-C92D-4F92-9082-EF9879B98C55}" srcOrd="2" destOrd="0" parTransId="{7F3FDE6F-B459-48E9-8C38-9F863C81604E}" sibTransId="{0CA991AC-C624-4F8C-B86A-71CA308C881A}"/>
    <dgm:cxn modelId="{2B6B588B-F5E8-4282-A844-9C7A2C8D089C}" type="presOf" srcId="{517F2CED-E63A-4C65-B2DD-8C7DB91A64A6}" destId="{EE508185-5AC3-4EBD-A453-91213BC829FE}" srcOrd="0" destOrd="0" presId="urn:microsoft.com/office/officeart/2005/8/layout/pList2"/>
    <dgm:cxn modelId="{CB5C8DBD-2484-4B62-AE83-5C3D3EE55628}" type="presOf" srcId="{D962360B-1FAD-413E-A39F-9E723B0ECD3A}" destId="{7B2E2AF9-54A0-4249-AA5E-95545D642D41}" srcOrd="0" destOrd="3" presId="urn:microsoft.com/office/officeart/2005/8/layout/pList2"/>
    <dgm:cxn modelId="{747E1221-EDCA-43C7-8BFD-B235C0A1800A}" type="presOf" srcId="{19BF9B23-5064-4C9F-AD3C-C4D263DB3D34}" destId="{7B2E2AF9-54A0-4249-AA5E-95545D642D41}" srcOrd="0" destOrd="2" presId="urn:microsoft.com/office/officeart/2005/8/layout/pList2"/>
    <dgm:cxn modelId="{6ED224CA-4934-44B9-B0F8-03779F9AE476}" type="presOf" srcId="{09A08BAC-51E1-468B-881F-5EF1993C2CCD}" destId="{B29C9534-3490-43E3-B203-D0DD7B267FAC}" srcOrd="0" destOrd="0" presId="urn:microsoft.com/office/officeart/2005/8/layout/pList2"/>
    <dgm:cxn modelId="{C4D814BF-03DC-4235-9548-FA73DFB4B4F5}" srcId="{09A08BAC-51E1-468B-881F-5EF1993C2CCD}" destId="{517F2CED-E63A-4C65-B2DD-8C7DB91A64A6}" srcOrd="2" destOrd="0" parTransId="{861CCF1A-726B-48E0-8DB3-30F17715AB55}" sibTransId="{44E43816-9C8E-4392-82EB-CABE41BB9C6B}"/>
    <dgm:cxn modelId="{9A729607-09AF-4C83-8E0B-682D98778285}" srcId="{12E6901A-C56D-4E86-962D-9B29D0278B4D}" destId="{4613C94B-68E2-45E5-A67A-619BAEFF77C3}" srcOrd="0" destOrd="0" parTransId="{B4A108D8-99AA-435D-8050-3291F4C246FC}" sibTransId="{E7FC477E-CF3E-4BD6-85D2-3B1A6A0CC2E9}"/>
    <dgm:cxn modelId="{6168CD39-A6BB-465F-B56C-3B46DD50801D}" type="presOf" srcId="{26744C19-C92D-4F92-9082-EF9879B98C55}" destId="{D3222507-0C37-41C1-962F-D1F5857E37E4}" srcOrd="0" destOrd="3" presId="urn:microsoft.com/office/officeart/2005/8/layout/pList2"/>
    <dgm:cxn modelId="{7EFB2C9C-CE74-4DD5-B74D-16E95BB5AC9D}" srcId="{517F2CED-E63A-4C65-B2DD-8C7DB91A64A6}" destId="{781BB447-745D-443B-8900-44AA9EC999B4}" srcOrd="0" destOrd="0" parTransId="{19160FDA-D37D-4073-9920-499EF7A38C20}" sibTransId="{65E973F0-0D27-45B9-9FCE-CEFD43648318}"/>
    <dgm:cxn modelId="{1A62A448-3DB8-4B62-ADD8-D86BCF72A16B}" srcId="{FDEDC229-A97B-462A-86AE-85CB3D10EB10}" destId="{19BF9B23-5064-4C9F-AD3C-C4D263DB3D34}" srcOrd="1" destOrd="0" parTransId="{AE5AE99E-A078-4DCC-8B7D-0308CFEDEA4D}" sibTransId="{575B109E-0BAA-465A-B8F4-347F6DA8EE68}"/>
    <dgm:cxn modelId="{F1F287F6-5160-4D8F-A669-162B4D82EA47}" type="presParOf" srcId="{B29C9534-3490-43E3-B203-D0DD7B267FAC}" destId="{17DA739B-CC91-40DE-847F-A6AA2D1CDE71}" srcOrd="0" destOrd="0" presId="urn:microsoft.com/office/officeart/2005/8/layout/pList2"/>
    <dgm:cxn modelId="{8C65F2F2-FE44-454D-AB6A-0B5BB1AD909D}" type="presParOf" srcId="{B29C9534-3490-43E3-B203-D0DD7B267FAC}" destId="{417C03B1-215E-42F6-91FC-08C4F5801B01}" srcOrd="1" destOrd="0" presId="urn:microsoft.com/office/officeart/2005/8/layout/pList2"/>
    <dgm:cxn modelId="{CBC92A55-AD87-4ABA-8ED7-1872380B3B84}" type="presParOf" srcId="{417C03B1-215E-42F6-91FC-08C4F5801B01}" destId="{9B1BA282-2103-414B-96DF-63CA1464BFD8}" srcOrd="0" destOrd="0" presId="urn:microsoft.com/office/officeart/2005/8/layout/pList2"/>
    <dgm:cxn modelId="{15EA2C43-5F3C-40E2-B55C-3AD1CBAF5EF5}" type="presParOf" srcId="{9B1BA282-2103-414B-96DF-63CA1464BFD8}" destId="{7B2E2AF9-54A0-4249-AA5E-95545D642D41}" srcOrd="0" destOrd="0" presId="urn:microsoft.com/office/officeart/2005/8/layout/pList2"/>
    <dgm:cxn modelId="{00EB2425-DE30-4024-A1C6-2591462E16B4}" type="presParOf" srcId="{9B1BA282-2103-414B-96DF-63CA1464BFD8}" destId="{7BD62831-E2CF-420D-B858-673E7D5D76AB}" srcOrd="1" destOrd="0" presId="urn:microsoft.com/office/officeart/2005/8/layout/pList2"/>
    <dgm:cxn modelId="{71C30DF5-0890-4EE8-8F57-FC54ECDABBE2}" type="presParOf" srcId="{9B1BA282-2103-414B-96DF-63CA1464BFD8}" destId="{BCCAFC7C-9A4C-488E-80B7-3099013655C4}" srcOrd="2" destOrd="0" presId="urn:microsoft.com/office/officeart/2005/8/layout/pList2"/>
    <dgm:cxn modelId="{A5FF3A52-6EB2-47D6-A33A-8D7D76958EDF}" type="presParOf" srcId="{417C03B1-215E-42F6-91FC-08C4F5801B01}" destId="{30F4D584-660F-4AA6-A05A-B180E61294EA}" srcOrd="1" destOrd="0" presId="urn:microsoft.com/office/officeart/2005/8/layout/pList2"/>
    <dgm:cxn modelId="{B69F0777-DBD7-4AA3-926D-C55FD8DB2D23}" type="presParOf" srcId="{417C03B1-215E-42F6-91FC-08C4F5801B01}" destId="{5F264E08-1A89-4465-8E10-16F0C0E2D8AC}" srcOrd="2" destOrd="0" presId="urn:microsoft.com/office/officeart/2005/8/layout/pList2"/>
    <dgm:cxn modelId="{B1EABA28-194D-4578-9B13-F3FC990C00E0}" type="presParOf" srcId="{5F264E08-1A89-4465-8E10-16F0C0E2D8AC}" destId="{D3222507-0C37-41C1-962F-D1F5857E37E4}" srcOrd="0" destOrd="0" presId="urn:microsoft.com/office/officeart/2005/8/layout/pList2"/>
    <dgm:cxn modelId="{473D0C0E-D223-4A22-ABCA-2F7027C833E4}" type="presParOf" srcId="{5F264E08-1A89-4465-8E10-16F0C0E2D8AC}" destId="{F769A044-98CF-47BE-AD53-FBACEFE31F75}" srcOrd="1" destOrd="0" presId="urn:microsoft.com/office/officeart/2005/8/layout/pList2"/>
    <dgm:cxn modelId="{D8AC1DFF-760E-4959-93F9-35CFF1989210}" type="presParOf" srcId="{5F264E08-1A89-4465-8E10-16F0C0E2D8AC}" destId="{2F8E457F-D2D7-4770-B27A-63905D84B6C8}" srcOrd="2" destOrd="0" presId="urn:microsoft.com/office/officeart/2005/8/layout/pList2"/>
    <dgm:cxn modelId="{39EEB21B-E61A-41BC-B983-CCBE5FEBE433}" type="presParOf" srcId="{417C03B1-215E-42F6-91FC-08C4F5801B01}" destId="{1A79B7C6-66C8-41B5-B068-FC1A92A783D9}" srcOrd="3" destOrd="0" presId="urn:microsoft.com/office/officeart/2005/8/layout/pList2"/>
    <dgm:cxn modelId="{61ABEBF2-4E4B-448D-B3AF-483C39DDF007}" type="presParOf" srcId="{417C03B1-215E-42F6-91FC-08C4F5801B01}" destId="{0A92ACC6-1E13-4BB7-9378-3D9BD54281D4}" srcOrd="4" destOrd="0" presId="urn:microsoft.com/office/officeart/2005/8/layout/pList2"/>
    <dgm:cxn modelId="{C21D95B2-3687-4029-A0DF-429F3E7FCB39}" type="presParOf" srcId="{0A92ACC6-1E13-4BB7-9378-3D9BD54281D4}" destId="{EE508185-5AC3-4EBD-A453-91213BC829FE}" srcOrd="0" destOrd="0" presId="urn:microsoft.com/office/officeart/2005/8/layout/pList2"/>
    <dgm:cxn modelId="{512DE3BE-AF44-4324-A609-6CEDE4F124D5}" type="presParOf" srcId="{0A92ACC6-1E13-4BB7-9378-3D9BD54281D4}" destId="{F193D911-E542-424A-9D85-6DA86D6AC5D8}" srcOrd="1" destOrd="0" presId="urn:microsoft.com/office/officeart/2005/8/layout/pList2"/>
    <dgm:cxn modelId="{12777011-F2E7-4566-BB91-946F7BB4C119}" type="presParOf" srcId="{0A92ACC6-1E13-4BB7-9378-3D9BD54281D4}" destId="{58E6327F-5040-4418-90D0-33184383AD94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15FA3B7-1D90-4A6D-B5BA-6A15D16542F8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9DA84CEF-17C9-44EB-A1A0-87C3828DE1AE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달성도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3F3C44C5-E60F-4019-A647-387889CD9DB3}" type="par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2D39EF3D-ABDA-45EC-8929-3CE3F141E390}" type="sib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ABAE5073-6C52-4D7C-8854-D7EAD6618303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결과물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1C1019F-5DF3-4F7D-837C-114A295FB5EC}" type="par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7E4B4FA-E5C7-4D98-B476-FC0677FEFAF5}" type="sib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5659FB8-7814-4BD3-9C88-FAB34115CABF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192588F-AACB-42A7-8B43-1ABB21CD4716}" type="par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53DDC6DF-A270-463F-8AFC-1C70971455A7}" type="sib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0DF05F39-4114-450C-9AC4-D02314D26770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차년도</a:t>
          </a:r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연구계획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ADFA539-852E-40D6-A388-8AB2DB0EA9C8}" type="par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7B4A1EE0-ECBF-4920-AC9A-96E170448509}" type="sib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D1F9BA44-FF5E-4792-BA28-72AD0CC67664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방법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1D8411F6-00CB-4EB0-83AC-73BA915E1356}" type="parTrans" cxnId="{F75019F5-9D95-4DBA-9FEB-A6787FD99480}">
      <dgm:prSet/>
      <dgm:spPr/>
      <dgm:t>
        <a:bodyPr/>
        <a:lstStyle/>
        <a:p>
          <a:pPr latinLnBrk="1"/>
          <a:endParaRPr lang="ko-KR" altLang="en-US"/>
        </a:p>
      </dgm:t>
    </dgm:pt>
    <dgm:pt modelId="{A2B7A531-5E83-4F67-8A9B-6856B3089A43}" type="sibTrans" cxnId="{F75019F5-9D95-4DBA-9FEB-A6787FD99480}">
      <dgm:prSet/>
      <dgm:spPr/>
      <dgm:t>
        <a:bodyPr/>
        <a:lstStyle/>
        <a:p>
          <a:pPr latinLnBrk="1"/>
          <a:endParaRPr lang="ko-KR" altLang="en-US"/>
        </a:p>
      </dgm:t>
    </dgm:pt>
    <dgm:pt modelId="{4C45E28E-DA6B-46B0-B109-5756C74E083C}">
      <dgm:prSet custT="1"/>
      <dgm:spPr/>
      <dgm:t>
        <a:bodyPr/>
        <a:lstStyle/>
        <a:p>
          <a:pPr latinLnBrk="1"/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추진계획</a:t>
          </a:r>
          <a:r>
            <a:rPr lang="en-US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(</a:t>
          </a:r>
          <a:r>
            <a:rPr lang="en-US" altLang="en-US" sz="1800" b="0" cap="none" spc="0" dirty="0" err="1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WBS</a:t>
          </a:r>
          <a:r>
            <a:rPr lang="en-US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) </a:t>
          </a:r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대비 달성도 </a:t>
          </a:r>
          <a:r>
            <a:rPr lang="en-US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(</a:t>
          </a:r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요약</a:t>
          </a:r>
          <a:r>
            <a:rPr lang="en-US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)</a:t>
          </a:r>
          <a:endParaRPr lang="ko-KR" altLang="en-US" sz="18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F29432E4-9693-4E9F-AFE6-D03C3EA2C92B}" type="parTrans" cxnId="{0068257C-D302-4C09-837B-A4662D691893}">
      <dgm:prSet/>
      <dgm:spPr/>
      <dgm:t>
        <a:bodyPr/>
        <a:lstStyle/>
        <a:p>
          <a:pPr latinLnBrk="1"/>
          <a:endParaRPr lang="ko-KR" altLang="en-US"/>
        </a:p>
      </dgm:t>
    </dgm:pt>
    <dgm:pt modelId="{A6C3688D-CB39-47EA-976F-64309DF093B9}" type="sibTrans" cxnId="{0068257C-D302-4C09-837B-A4662D691893}">
      <dgm:prSet/>
      <dgm:spPr/>
      <dgm:t>
        <a:bodyPr/>
        <a:lstStyle/>
        <a:p>
          <a:pPr latinLnBrk="1"/>
          <a:endParaRPr lang="ko-KR" altLang="en-US"/>
        </a:p>
      </dgm:t>
    </dgm:pt>
    <dgm:pt modelId="{AAFBD27E-E384-449A-9222-ADE1B746D0EB}">
      <dgm:prSet custT="1"/>
      <dgm:spPr/>
      <dgm:t>
        <a:bodyPr/>
        <a:lstStyle/>
        <a:p>
          <a:pPr latinLnBrk="1"/>
          <a:r>
            <a:rPr lang="ko-KR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역할분담 및 인력참여</a:t>
          </a:r>
        </a:p>
      </dgm:t>
    </dgm:pt>
    <dgm:pt modelId="{5E8CB593-C1DD-4522-808E-F0606474C622}" type="parTrans" cxnId="{F311F1FE-765B-4C97-B1A0-D8E5011B088C}">
      <dgm:prSet/>
      <dgm:spPr/>
      <dgm:t>
        <a:bodyPr/>
        <a:lstStyle/>
        <a:p>
          <a:pPr latinLnBrk="1"/>
          <a:endParaRPr lang="ko-KR" altLang="en-US"/>
        </a:p>
      </dgm:t>
    </dgm:pt>
    <dgm:pt modelId="{C80B467F-1AFD-4AF8-8999-42FCB034C532}" type="sibTrans" cxnId="{F311F1FE-765B-4C97-B1A0-D8E5011B088C}">
      <dgm:prSet/>
      <dgm:spPr/>
      <dgm:t>
        <a:bodyPr/>
        <a:lstStyle/>
        <a:p>
          <a:pPr latinLnBrk="1"/>
          <a:endParaRPr lang="ko-KR" altLang="en-US"/>
        </a:p>
      </dgm:t>
    </dgm:pt>
    <dgm:pt modelId="{3F7A5920-0006-496B-820B-AE993702CA9C}">
      <dgm:prSet custT="1"/>
      <dgm:spPr/>
      <dgm:t>
        <a:bodyPr/>
        <a:lstStyle/>
        <a:p>
          <a:pPr latinLnBrk="1"/>
          <a:r>
            <a:rPr lang="ko-KR" altLang="en-US" sz="1800" b="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기자재 활용</a:t>
          </a:r>
        </a:p>
      </dgm:t>
    </dgm:pt>
    <dgm:pt modelId="{EF87BFCF-4DF7-4A2A-B454-5627279EFC08}" type="parTrans" cxnId="{E6376CBC-9029-42A5-8820-1A8FBEAF81A4}">
      <dgm:prSet/>
      <dgm:spPr/>
      <dgm:t>
        <a:bodyPr/>
        <a:lstStyle/>
        <a:p>
          <a:pPr latinLnBrk="1"/>
          <a:endParaRPr lang="ko-KR" altLang="en-US"/>
        </a:p>
      </dgm:t>
    </dgm:pt>
    <dgm:pt modelId="{EF7D1643-F1E9-4EFF-9DC2-018BA560900B}" type="sibTrans" cxnId="{E6376CBC-9029-42A5-8820-1A8FBEAF81A4}">
      <dgm:prSet/>
      <dgm:spPr/>
      <dgm:t>
        <a:bodyPr/>
        <a:lstStyle/>
        <a:p>
          <a:pPr latinLnBrk="1"/>
          <a:endParaRPr lang="ko-KR" altLang="en-US"/>
        </a:p>
      </dgm:t>
    </dgm:pt>
    <dgm:pt modelId="{4AAA10DD-A0AC-48F7-8DF0-C917D47A2D5D}" type="pres">
      <dgm:prSet presAssocID="{E15FA3B7-1D90-4A6D-B5BA-6A15D16542F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BC7ACC3-08AA-4B0E-95D3-7DF9F5D0515B}" type="pres">
      <dgm:prSet presAssocID="{D5659FB8-7814-4BD3-9C88-FAB34115CABF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7ACE5BE-AA18-4645-BA0F-F167D1B27041}" type="pres">
      <dgm:prSet presAssocID="{D5659FB8-7814-4BD3-9C88-FAB34115CABF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73C06742-8345-45BE-BFCE-2C4CA19913EB}" type="pres">
      <dgm:prSet presAssocID="{D5659FB8-7814-4BD3-9C88-FAB34115CAB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CD9E2D2-7B5F-4712-BEF4-EB5B502DD8FD}" type="pres">
      <dgm:prSet presAssocID="{D5659FB8-7814-4BD3-9C88-FAB34115CABF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09AFCA01-1A9E-4B1C-85C6-2874DB800C01}" type="pres">
      <dgm:prSet presAssocID="{D5659FB8-7814-4BD3-9C88-FAB34115CABF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23D89A0-A2BE-409A-BC1E-DAA840BFF119}" type="pres">
      <dgm:prSet presAssocID="{53DDC6DF-A270-463F-8AFC-1C70971455A7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0951A7F2-1E71-43B4-90FF-1787BD4AF019}" type="pres">
      <dgm:prSet presAssocID="{9DA84CEF-17C9-44EB-A1A0-87C3828DE1AE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DF11EFBB-97E3-4D66-9D27-E334728C912F}" type="pres">
      <dgm:prSet presAssocID="{9DA84CEF-17C9-44EB-A1A0-87C3828DE1AE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1ADC506E-807D-4FBD-9F9F-DD547A767F0C}" type="pres">
      <dgm:prSet presAssocID="{9DA84CEF-17C9-44EB-A1A0-87C3828DE1A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320DCBB-A311-4DFC-8E94-D51D084C8E6A}" type="pres">
      <dgm:prSet presAssocID="{9DA84CEF-17C9-44EB-A1A0-87C3828DE1AE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830C68AF-44B6-42BB-A397-B137DD0A7698}" type="pres">
      <dgm:prSet presAssocID="{9DA84CEF-17C9-44EB-A1A0-87C3828DE1AE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51D61CF-BE89-4E59-A2BD-0E290B415B83}" type="pres">
      <dgm:prSet presAssocID="{2D39EF3D-ABDA-45EC-8929-3CE3F141E390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1E5FF7D8-B410-44F9-A106-B146E842F0D6}" type="pres">
      <dgm:prSet presAssocID="{D1F9BA44-FF5E-4792-BA28-72AD0CC67664}" presName="parentLin" presStyleCnt="0"/>
      <dgm:spPr/>
    </dgm:pt>
    <dgm:pt modelId="{3F147CC2-0F21-499B-A26D-C7E45867B4C3}" type="pres">
      <dgm:prSet presAssocID="{D1F9BA44-FF5E-4792-BA28-72AD0CC67664}" presName="parentLeftMargin" presStyleLbl="node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B04F892A-76EA-468A-B11B-3B5D4728FA99}" type="pres">
      <dgm:prSet presAssocID="{D1F9BA44-FF5E-4792-BA28-72AD0CC6766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98CC45F-CD94-41B3-BABC-2FA494EEA8E0}" type="pres">
      <dgm:prSet presAssocID="{D1F9BA44-FF5E-4792-BA28-72AD0CC67664}" presName="negativeSpace" presStyleCnt="0"/>
      <dgm:spPr/>
    </dgm:pt>
    <dgm:pt modelId="{F01CA542-1069-4685-B666-F8C37CBB13A6}" type="pres">
      <dgm:prSet presAssocID="{D1F9BA44-FF5E-4792-BA28-72AD0CC67664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B9227D5-AE0C-481A-B1A5-5CAF95F0B4FF}" type="pres">
      <dgm:prSet presAssocID="{A2B7A531-5E83-4F67-8A9B-6856B3089A43}" presName="spaceBetweenRectangles" presStyleCnt="0"/>
      <dgm:spPr/>
    </dgm:pt>
    <dgm:pt modelId="{80431896-12FD-4984-B69C-735F09853F40}" type="pres">
      <dgm:prSet presAssocID="{ABAE5073-6C52-4D7C-8854-D7EAD6618303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6879F7E-D1C5-4F16-93D3-8ADB8F4421FB}" type="pres">
      <dgm:prSet presAssocID="{ABAE5073-6C52-4D7C-8854-D7EAD6618303}" presName="parentLeftMargin" presStyleLbl="node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EB7CE389-B5B1-402F-B989-E968BB7B4CD5}" type="pres">
      <dgm:prSet presAssocID="{ABAE5073-6C52-4D7C-8854-D7EAD661830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1A846A-54F2-4C59-8DDF-B1FB488AEE99}" type="pres">
      <dgm:prSet presAssocID="{ABAE5073-6C52-4D7C-8854-D7EAD6618303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5839E5D4-29CA-4494-A11C-D2C19BBA1CF8}" type="pres">
      <dgm:prSet presAssocID="{ABAE5073-6C52-4D7C-8854-D7EAD6618303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4DEC9B6-B95E-4582-B50C-86C54F6CA8F0}" type="pres">
      <dgm:prSet presAssocID="{07E4B4FA-E5C7-4D98-B476-FC0677FEFAF5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43F9DB0A-6185-48FC-9A8A-2A35F34A2F71}" type="pres">
      <dgm:prSet presAssocID="{0DF05F39-4114-450C-9AC4-D02314D26770}" presName="parentLin" presStyleCnt="0"/>
      <dgm:spPr/>
    </dgm:pt>
    <dgm:pt modelId="{CCC049EB-A2E9-42D1-805A-90A54F449896}" type="pres">
      <dgm:prSet presAssocID="{0DF05F39-4114-450C-9AC4-D02314D26770}" presName="parentLeftMargin" presStyleLbl="node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4D7DFAA5-5575-4975-89A5-62338500865C}" type="pres">
      <dgm:prSet presAssocID="{0DF05F39-4114-450C-9AC4-D02314D2677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46F6C01-85F4-47AD-84CC-63228BE4ABDF}" type="pres">
      <dgm:prSet presAssocID="{0DF05F39-4114-450C-9AC4-D02314D26770}" presName="negativeSpace" presStyleCnt="0"/>
      <dgm:spPr/>
    </dgm:pt>
    <dgm:pt modelId="{16D7B8BE-04DE-4F4A-87A5-C5AF4F4A017F}" type="pres">
      <dgm:prSet presAssocID="{0DF05F39-4114-450C-9AC4-D02314D2677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50E7A51-AF82-461D-A561-09273639E415}" type="presOf" srcId="{D1F9BA44-FF5E-4792-BA28-72AD0CC67664}" destId="{B04F892A-76EA-468A-B11B-3B5D4728FA99}" srcOrd="1" destOrd="0" presId="urn:microsoft.com/office/officeart/2005/8/layout/list1"/>
    <dgm:cxn modelId="{E6376CBC-9029-42A5-8820-1A8FBEAF81A4}" srcId="{D1F9BA44-FF5E-4792-BA28-72AD0CC67664}" destId="{3F7A5920-0006-496B-820B-AE993702CA9C}" srcOrd="2" destOrd="0" parTransId="{EF87BFCF-4DF7-4A2A-B454-5627279EFC08}" sibTransId="{EF7D1643-F1E9-4EFF-9DC2-018BA560900B}"/>
    <dgm:cxn modelId="{947B7F17-CC40-4D11-8876-6C01AA24F722}" srcId="{E15FA3B7-1D90-4A6D-B5BA-6A15D16542F8}" destId="{D5659FB8-7814-4BD3-9C88-FAB34115CABF}" srcOrd="0" destOrd="0" parTransId="{4192588F-AACB-42A7-8B43-1ABB21CD4716}" sibTransId="{53DDC6DF-A270-463F-8AFC-1C70971455A7}"/>
    <dgm:cxn modelId="{221389A5-65D0-446A-9F26-B69D81229801}" type="presOf" srcId="{4C45E28E-DA6B-46B0-B109-5756C74E083C}" destId="{F01CA542-1069-4685-B666-F8C37CBB13A6}" srcOrd="0" destOrd="0" presId="urn:microsoft.com/office/officeart/2005/8/layout/list1"/>
    <dgm:cxn modelId="{CE588A26-208E-498C-873D-AE13E73F9E3E}" srcId="{E15FA3B7-1D90-4A6D-B5BA-6A15D16542F8}" destId="{9DA84CEF-17C9-44EB-A1A0-87C3828DE1AE}" srcOrd="1" destOrd="0" parTransId="{3F3C44C5-E60F-4019-A647-387889CD9DB3}" sibTransId="{2D39EF3D-ABDA-45EC-8929-3CE3F141E390}"/>
    <dgm:cxn modelId="{3DD624B5-2D81-4851-A8A1-AF8A5CDA8471}" type="presOf" srcId="{AAFBD27E-E384-449A-9222-ADE1B746D0EB}" destId="{F01CA542-1069-4685-B666-F8C37CBB13A6}" srcOrd="0" destOrd="1" presId="urn:microsoft.com/office/officeart/2005/8/layout/list1"/>
    <dgm:cxn modelId="{F311F1FE-765B-4C97-B1A0-D8E5011B088C}" srcId="{D1F9BA44-FF5E-4792-BA28-72AD0CC67664}" destId="{AAFBD27E-E384-449A-9222-ADE1B746D0EB}" srcOrd="1" destOrd="0" parTransId="{5E8CB593-C1DD-4522-808E-F0606474C622}" sibTransId="{C80B467F-1AFD-4AF8-8999-42FCB034C532}"/>
    <dgm:cxn modelId="{18601284-5406-46CE-87E6-0D25D726776A}" type="presOf" srcId="{0DF05F39-4114-450C-9AC4-D02314D26770}" destId="{4D7DFAA5-5575-4975-89A5-62338500865C}" srcOrd="1" destOrd="0" presId="urn:microsoft.com/office/officeart/2005/8/layout/list1"/>
    <dgm:cxn modelId="{42FB0F1D-5A24-4111-9CE6-4911B7948FA8}" type="presOf" srcId="{D5659FB8-7814-4BD3-9C88-FAB34115CABF}" destId="{F7ACE5BE-AA18-4645-BA0F-F167D1B27041}" srcOrd="0" destOrd="0" presId="urn:microsoft.com/office/officeart/2005/8/layout/list1"/>
    <dgm:cxn modelId="{1E247275-D77B-4A3B-9E78-CD0481C80B60}" type="presOf" srcId="{E15FA3B7-1D90-4A6D-B5BA-6A15D16542F8}" destId="{4AAA10DD-A0AC-48F7-8DF0-C917D47A2D5D}" srcOrd="0" destOrd="0" presId="urn:microsoft.com/office/officeart/2005/8/layout/list1"/>
    <dgm:cxn modelId="{AE5ED52F-759E-4688-9288-C8F511A8271D}" type="presOf" srcId="{ABAE5073-6C52-4D7C-8854-D7EAD6618303}" destId="{F6879F7E-D1C5-4F16-93D3-8ADB8F4421FB}" srcOrd="0" destOrd="0" presId="urn:microsoft.com/office/officeart/2005/8/layout/list1"/>
    <dgm:cxn modelId="{F75019F5-9D95-4DBA-9FEB-A6787FD99480}" srcId="{E15FA3B7-1D90-4A6D-B5BA-6A15D16542F8}" destId="{D1F9BA44-FF5E-4792-BA28-72AD0CC67664}" srcOrd="2" destOrd="0" parTransId="{1D8411F6-00CB-4EB0-83AC-73BA915E1356}" sibTransId="{A2B7A531-5E83-4F67-8A9B-6856B3089A43}"/>
    <dgm:cxn modelId="{90D67F85-96F8-4CAC-A0C3-4084B007E52B}" type="presOf" srcId="{3F7A5920-0006-496B-820B-AE993702CA9C}" destId="{F01CA542-1069-4685-B666-F8C37CBB13A6}" srcOrd="0" destOrd="2" presId="urn:microsoft.com/office/officeart/2005/8/layout/list1"/>
    <dgm:cxn modelId="{4986EF32-BC79-41AD-9F84-A4A0996AFCBE}" type="presOf" srcId="{ABAE5073-6C52-4D7C-8854-D7EAD6618303}" destId="{EB7CE389-B5B1-402F-B989-E968BB7B4CD5}" srcOrd="1" destOrd="0" presId="urn:microsoft.com/office/officeart/2005/8/layout/list1"/>
    <dgm:cxn modelId="{EB56D712-6F02-4F3B-BC5E-8CDC80FD92B0}" type="presOf" srcId="{D1F9BA44-FF5E-4792-BA28-72AD0CC67664}" destId="{3F147CC2-0F21-499B-A26D-C7E45867B4C3}" srcOrd="0" destOrd="0" presId="urn:microsoft.com/office/officeart/2005/8/layout/list1"/>
    <dgm:cxn modelId="{1D006249-D756-4440-B760-C2E5EBAC5C63}" type="presOf" srcId="{9DA84CEF-17C9-44EB-A1A0-87C3828DE1AE}" destId="{DF11EFBB-97E3-4D66-9D27-E334728C912F}" srcOrd="0" destOrd="0" presId="urn:microsoft.com/office/officeart/2005/8/layout/list1"/>
    <dgm:cxn modelId="{6FFBCC3C-94B0-4044-88C8-D3A7247E503C}" srcId="{E15FA3B7-1D90-4A6D-B5BA-6A15D16542F8}" destId="{ABAE5073-6C52-4D7C-8854-D7EAD6618303}" srcOrd="3" destOrd="0" parTransId="{D1C1019F-5DF3-4F7D-837C-114A295FB5EC}" sibTransId="{07E4B4FA-E5C7-4D98-B476-FC0677FEFAF5}"/>
    <dgm:cxn modelId="{0068257C-D302-4C09-837B-A4662D691893}" srcId="{D1F9BA44-FF5E-4792-BA28-72AD0CC67664}" destId="{4C45E28E-DA6B-46B0-B109-5756C74E083C}" srcOrd="0" destOrd="0" parTransId="{F29432E4-9693-4E9F-AFE6-D03C3EA2C92B}" sibTransId="{A6C3688D-CB39-47EA-976F-64309DF093B9}"/>
    <dgm:cxn modelId="{5938013C-B19B-4879-816B-EC6081D46F33}" type="presOf" srcId="{0DF05F39-4114-450C-9AC4-D02314D26770}" destId="{CCC049EB-A2E9-42D1-805A-90A54F449896}" srcOrd="0" destOrd="0" presId="urn:microsoft.com/office/officeart/2005/8/layout/list1"/>
    <dgm:cxn modelId="{923CC911-91AE-49AC-8A03-0ED0B08BF8D7}" type="presOf" srcId="{9DA84CEF-17C9-44EB-A1A0-87C3828DE1AE}" destId="{1ADC506E-807D-4FBD-9F9F-DD547A767F0C}" srcOrd="1" destOrd="0" presId="urn:microsoft.com/office/officeart/2005/8/layout/list1"/>
    <dgm:cxn modelId="{D9E1AC16-9D36-4C9A-A993-43275988835A}" srcId="{E15FA3B7-1D90-4A6D-B5BA-6A15D16542F8}" destId="{0DF05F39-4114-450C-9AC4-D02314D26770}" srcOrd="4" destOrd="0" parTransId="{4ADFA539-852E-40D6-A388-8AB2DB0EA9C8}" sibTransId="{7B4A1EE0-ECBF-4920-AC9A-96E170448509}"/>
    <dgm:cxn modelId="{24B59C5E-805A-4684-BD2A-E1F0E2BD6FCF}" type="presOf" srcId="{D5659FB8-7814-4BD3-9C88-FAB34115CABF}" destId="{73C06742-8345-45BE-BFCE-2C4CA19913EB}" srcOrd="1" destOrd="0" presId="urn:microsoft.com/office/officeart/2005/8/layout/list1"/>
    <dgm:cxn modelId="{66FA2913-7285-446B-8242-0C35E430ED61}" type="presParOf" srcId="{4AAA10DD-A0AC-48F7-8DF0-C917D47A2D5D}" destId="{BBC7ACC3-08AA-4B0E-95D3-7DF9F5D0515B}" srcOrd="0" destOrd="0" presId="urn:microsoft.com/office/officeart/2005/8/layout/list1"/>
    <dgm:cxn modelId="{BA135F2D-E93E-4DD8-AA8D-05BC975BC402}" type="presParOf" srcId="{BBC7ACC3-08AA-4B0E-95D3-7DF9F5D0515B}" destId="{F7ACE5BE-AA18-4645-BA0F-F167D1B27041}" srcOrd="0" destOrd="0" presId="urn:microsoft.com/office/officeart/2005/8/layout/list1"/>
    <dgm:cxn modelId="{58147A20-AD0D-4566-8D33-E073E7B9940F}" type="presParOf" srcId="{BBC7ACC3-08AA-4B0E-95D3-7DF9F5D0515B}" destId="{73C06742-8345-45BE-BFCE-2C4CA19913EB}" srcOrd="1" destOrd="0" presId="urn:microsoft.com/office/officeart/2005/8/layout/list1"/>
    <dgm:cxn modelId="{718764F3-4E3E-44DC-AA14-6A48DAA918C6}" type="presParOf" srcId="{4AAA10DD-A0AC-48F7-8DF0-C917D47A2D5D}" destId="{9CD9E2D2-7B5F-4712-BEF4-EB5B502DD8FD}" srcOrd="1" destOrd="0" presId="urn:microsoft.com/office/officeart/2005/8/layout/list1"/>
    <dgm:cxn modelId="{F154AFB5-F295-469E-95E6-8B6D1F3799ED}" type="presParOf" srcId="{4AAA10DD-A0AC-48F7-8DF0-C917D47A2D5D}" destId="{09AFCA01-1A9E-4B1C-85C6-2874DB800C01}" srcOrd="2" destOrd="0" presId="urn:microsoft.com/office/officeart/2005/8/layout/list1"/>
    <dgm:cxn modelId="{087E1B7E-D5DC-4C43-B28B-7A256DD32D5A}" type="presParOf" srcId="{4AAA10DD-A0AC-48F7-8DF0-C917D47A2D5D}" destId="{C23D89A0-A2BE-409A-BC1E-DAA840BFF119}" srcOrd="3" destOrd="0" presId="urn:microsoft.com/office/officeart/2005/8/layout/list1"/>
    <dgm:cxn modelId="{62AD1F8A-DE4F-4F85-A560-1813169BBB58}" type="presParOf" srcId="{4AAA10DD-A0AC-48F7-8DF0-C917D47A2D5D}" destId="{0951A7F2-1E71-43B4-90FF-1787BD4AF019}" srcOrd="4" destOrd="0" presId="urn:microsoft.com/office/officeart/2005/8/layout/list1"/>
    <dgm:cxn modelId="{66DDC134-A860-4421-9E99-5688D15F6EC1}" type="presParOf" srcId="{0951A7F2-1E71-43B4-90FF-1787BD4AF019}" destId="{DF11EFBB-97E3-4D66-9D27-E334728C912F}" srcOrd="0" destOrd="0" presId="urn:microsoft.com/office/officeart/2005/8/layout/list1"/>
    <dgm:cxn modelId="{B2C7DAFD-64C5-4406-BB70-A45B2F2BA663}" type="presParOf" srcId="{0951A7F2-1E71-43B4-90FF-1787BD4AF019}" destId="{1ADC506E-807D-4FBD-9F9F-DD547A767F0C}" srcOrd="1" destOrd="0" presId="urn:microsoft.com/office/officeart/2005/8/layout/list1"/>
    <dgm:cxn modelId="{EBB3C927-A3E8-4B16-9C9D-41A1161AEDE5}" type="presParOf" srcId="{4AAA10DD-A0AC-48F7-8DF0-C917D47A2D5D}" destId="{5320DCBB-A311-4DFC-8E94-D51D084C8E6A}" srcOrd="5" destOrd="0" presId="urn:microsoft.com/office/officeart/2005/8/layout/list1"/>
    <dgm:cxn modelId="{BE470A89-65BA-4D58-896E-DABF90B8EFDD}" type="presParOf" srcId="{4AAA10DD-A0AC-48F7-8DF0-C917D47A2D5D}" destId="{830C68AF-44B6-42BB-A397-B137DD0A7698}" srcOrd="6" destOrd="0" presId="urn:microsoft.com/office/officeart/2005/8/layout/list1"/>
    <dgm:cxn modelId="{B93E17B6-9659-428B-AA88-D6F9F75F6C4F}" type="presParOf" srcId="{4AAA10DD-A0AC-48F7-8DF0-C917D47A2D5D}" destId="{D51D61CF-BE89-4E59-A2BD-0E290B415B83}" srcOrd="7" destOrd="0" presId="urn:microsoft.com/office/officeart/2005/8/layout/list1"/>
    <dgm:cxn modelId="{30E14FD6-A160-4BB8-8D7B-BB7C36B02A47}" type="presParOf" srcId="{4AAA10DD-A0AC-48F7-8DF0-C917D47A2D5D}" destId="{1E5FF7D8-B410-44F9-A106-B146E842F0D6}" srcOrd="8" destOrd="0" presId="urn:microsoft.com/office/officeart/2005/8/layout/list1"/>
    <dgm:cxn modelId="{5D946656-1BB6-463B-AFAF-8015FF30B314}" type="presParOf" srcId="{1E5FF7D8-B410-44F9-A106-B146E842F0D6}" destId="{3F147CC2-0F21-499B-A26D-C7E45867B4C3}" srcOrd="0" destOrd="0" presId="urn:microsoft.com/office/officeart/2005/8/layout/list1"/>
    <dgm:cxn modelId="{FDF79547-D7BE-4B76-BCE7-00C5813B181E}" type="presParOf" srcId="{1E5FF7D8-B410-44F9-A106-B146E842F0D6}" destId="{B04F892A-76EA-468A-B11B-3B5D4728FA99}" srcOrd="1" destOrd="0" presId="urn:microsoft.com/office/officeart/2005/8/layout/list1"/>
    <dgm:cxn modelId="{50E5E872-FF6B-47DC-9348-64D606D61FDE}" type="presParOf" srcId="{4AAA10DD-A0AC-48F7-8DF0-C917D47A2D5D}" destId="{298CC45F-CD94-41B3-BABC-2FA494EEA8E0}" srcOrd="9" destOrd="0" presId="urn:microsoft.com/office/officeart/2005/8/layout/list1"/>
    <dgm:cxn modelId="{766904FE-EF4C-4EA6-B327-39A7A9D17E3E}" type="presParOf" srcId="{4AAA10DD-A0AC-48F7-8DF0-C917D47A2D5D}" destId="{F01CA542-1069-4685-B666-F8C37CBB13A6}" srcOrd="10" destOrd="0" presId="urn:microsoft.com/office/officeart/2005/8/layout/list1"/>
    <dgm:cxn modelId="{A11798A1-5593-4076-B847-796857909C0D}" type="presParOf" srcId="{4AAA10DD-A0AC-48F7-8DF0-C917D47A2D5D}" destId="{4B9227D5-AE0C-481A-B1A5-5CAF95F0B4FF}" srcOrd="11" destOrd="0" presId="urn:microsoft.com/office/officeart/2005/8/layout/list1"/>
    <dgm:cxn modelId="{DC68FD59-EE78-47B9-ADC6-86173C9E85EE}" type="presParOf" srcId="{4AAA10DD-A0AC-48F7-8DF0-C917D47A2D5D}" destId="{80431896-12FD-4984-B69C-735F09853F40}" srcOrd="12" destOrd="0" presId="urn:microsoft.com/office/officeart/2005/8/layout/list1"/>
    <dgm:cxn modelId="{069A5D35-AFF2-410E-A990-6C712F0FF228}" type="presParOf" srcId="{80431896-12FD-4984-B69C-735F09853F40}" destId="{F6879F7E-D1C5-4F16-93D3-8ADB8F4421FB}" srcOrd="0" destOrd="0" presId="urn:microsoft.com/office/officeart/2005/8/layout/list1"/>
    <dgm:cxn modelId="{98DBDE05-146E-41BE-B2B2-875CE3AC870E}" type="presParOf" srcId="{80431896-12FD-4984-B69C-735F09853F40}" destId="{EB7CE389-B5B1-402F-B989-E968BB7B4CD5}" srcOrd="1" destOrd="0" presId="urn:microsoft.com/office/officeart/2005/8/layout/list1"/>
    <dgm:cxn modelId="{7BEDBA17-343C-476C-907D-FD568684D1D9}" type="presParOf" srcId="{4AAA10DD-A0AC-48F7-8DF0-C917D47A2D5D}" destId="{8F1A846A-54F2-4C59-8DDF-B1FB488AEE99}" srcOrd="13" destOrd="0" presId="urn:microsoft.com/office/officeart/2005/8/layout/list1"/>
    <dgm:cxn modelId="{91CE3D1C-846B-41BE-A42F-D2CA5EC5AFDE}" type="presParOf" srcId="{4AAA10DD-A0AC-48F7-8DF0-C917D47A2D5D}" destId="{5839E5D4-29CA-4494-A11C-D2C19BBA1CF8}" srcOrd="14" destOrd="0" presId="urn:microsoft.com/office/officeart/2005/8/layout/list1"/>
    <dgm:cxn modelId="{93807403-DFAA-4E23-9DCE-C2DFBA60D210}" type="presParOf" srcId="{4AAA10DD-A0AC-48F7-8DF0-C917D47A2D5D}" destId="{84DEC9B6-B95E-4582-B50C-86C54F6CA8F0}" srcOrd="15" destOrd="0" presId="urn:microsoft.com/office/officeart/2005/8/layout/list1"/>
    <dgm:cxn modelId="{23A6C852-2105-407F-8C5C-7E412A6BEACC}" type="presParOf" srcId="{4AAA10DD-A0AC-48F7-8DF0-C917D47A2D5D}" destId="{43F9DB0A-6185-48FC-9A8A-2A35F34A2F71}" srcOrd="16" destOrd="0" presId="urn:microsoft.com/office/officeart/2005/8/layout/list1"/>
    <dgm:cxn modelId="{28F0DD91-E9B7-4E18-A580-664CB28975CF}" type="presParOf" srcId="{43F9DB0A-6185-48FC-9A8A-2A35F34A2F71}" destId="{CCC049EB-A2E9-42D1-805A-90A54F449896}" srcOrd="0" destOrd="0" presId="urn:microsoft.com/office/officeart/2005/8/layout/list1"/>
    <dgm:cxn modelId="{40F0A52C-1432-48CE-B940-61C11B865C17}" type="presParOf" srcId="{43F9DB0A-6185-48FC-9A8A-2A35F34A2F71}" destId="{4D7DFAA5-5575-4975-89A5-62338500865C}" srcOrd="1" destOrd="0" presId="urn:microsoft.com/office/officeart/2005/8/layout/list1"/>
    <dgm:cxn modelId="{E0C16094-8CBB-46F3-A832-2FD308643177}" type="presParOf" srcId="{4AAA10DD-A0AC-48F7-8DF0-C917D47A2D5D}" destId="{C46F6C01-85F4-47AD-84CC-63228BE4ABDF}" srcOrd="17" destOrd="0" presId="urn:microsoft.com/office/officeart/2005/8/layout/list1"/>
    <dgm:cxn modelId="{40F6AF7D-40E9-4898-AB60-82FADDB9C63B}" type="presParOf" srcId="{4AAA10DD-A0AC-48F7-8DF0-C917D47A2D5D}" destId="{16D7B8BE-04DE-4F4A-87A5-C5AF4F4A017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AC1FCFF-30D6-4861-A60A-0A8DFFD7FB32}" type="doc">
      <dgm:prSet loTypeId="urn:microsoft.com/office/officeart/2005/8/layout/radial4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E39D0E59-BA15-42CD-BFFF-888F52C01B07}">
      <dgm:prSet phldrT="[텍스트]" custT="1"/>
      <dgm:spPr/>
      <dgm:t>
        <a:bodyPr/>
        <a:lstStyle/>
        <a:p>
          <a:pPr algn="ctr" latinLnBrk="1"/>
          <a:r>
            <a:rPr lang="en-US" altLang="ko-KR" sz="2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ETRI(1.5M/Y)</a:t>
          </a:r>
        </a:p>
        <a:p>
          <a:pPr marL="82550" indent="-82550" algn="just" latinLnBrk="0"/>
          <a:r>
            <a:rPr lang="en-US" altLang="ko-KR" sz="11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참조모델 구현 및 성능 검증</a:t>
          </a:r>
          <a:endParaRPr lang="en-US" altLang="ko-K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82550" indent="-82550" algn="just" latinLnBrk="0"/>
          <a:r>
            <a:rPr lang="en-US" altLang="ko-KR" sz="11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특징 추출 알고리즘 활용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</a:t>
          </a:r>
          <a:r>
            <a:rPr lang="ko-KR" altLang="en-US" sz="14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분리 자체 기술 개발</a:t>
          </a:r>
          <a:endParaRPr lang="en-US" altLang="ko-K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82550" indent="-82550" algn="just" latinLnBrk="0"/>
          <a:r>
            <a:rPr lang="en-US" altLang="ko-KR" sz="11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주요 </a:t>
          </a:r>
          <a:r>
            <a:rPr lang="ko-KR" altLang="en-US" sz="14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DB 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구축</a:t>
          </a:r>
          <a:endParaRPr lang="en-US" altLang="ko-K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82550" indent="-82550" algn="just" latinLnBrk="0"/>
          <a:r>
            <a:rPr lang="en-US" altLang="ko-KR" sz="11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사업자의 활용 요구사항 대응 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음질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복잡도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FCAEC3A-258D-4D61-B428-161CD821A22C}" type="parTrans" cxnId="{C9180AA5-A7FE-46FE-89FA-09366CC4DC48}">
      <dgm:prSet/>
      <dgm:spPr/>
      <dgm:t>
        <a:bodyPr/>
        <a:lstStyle/>
        <a:p>
          <a:pPr latinLnBrk="1"/>
          <a:endParaRPr lang="ko-KR" altLang="en-US"/>
        </a:p>
      </dgm:t>
    </dgm:pt>
    <dgm:pt modelId="{756F2C44-E921-4919-BD75-5AF1C4952B7E}" type="sibTrans" cxnId="{C9180AA5-A7FE-46FE-89FA-09366CC4DC48}">
      <dgm:prSet/>
      <dgm:spPr/>
      <dgm:t>
        <a:bodyPr/>
        <a:lstStyle/>
        <a:p>
          <a:pPr latinLnBrk="1"/>
          <a:endParaRPr lang="ko-KR" altLang="en-US"/>
        </a:p>
      </dgm:t>
    </dgm:pt>
    <dgm:pt modelId="{79B6EEC1-C502-472D-AE87-D9C9D3FACFA2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배재대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(1.12M/Y)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020EAC1-EBE8-4351-A78F-66EDEFF570D5}" type="parTrans" cxnId="{93422BF1-9416-4125-A303-BDFDE6E2A189}">
      <dgm:prSet/>
      <dgm:spPr/>
      <dgm:t>
        <a:bodyPr/>
        <a:lstStyle/>
        <a:p>
          <a:pPr latinLnBrk="1"/>
          <a:endParaRPr lang="ko-KR" altLang="en-US"/>
        </a:p>
      </dgm:t>
    </dgm:pt>
    <dgm:pt modelId="{603D4E1B-99A6-47D9-B387-C1051F83C271}" type="sibTrans" cxnId="{93422BF1-9416-4125-A303-BDFDE6E2A189}">
      <dgm:prSet/>
      <dgm:spPr/>
      <dgm:t>
        <a:bodyPr/>
        <a:lstStyle/>
        <a:p>
          <a:pPr latinLnBrk="1"/>
          <a:endParaRPr lang="ko-KR" altLang="en-US"/>
        </a:p>
      </dgm:t>
    </dgm:pt>
    <dgm:pt modelId="{19C7CF83-3BDB-4F1A-861A-BE08D2208540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㈜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오디즌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(0.7M/Y)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809E4F-FBD1-4AE2-A922-60C77998C1E7}" type="parTrans" cxnId="{6AAF9FFA-0608-4C8F-9124-5A8821562AB9}">
      <dgm:prSet/>
      <dgm:spPr/>
      <dgm:t>
        <a:bodyPr/>
        <a:lstStyle/>
        <a:p>
          <a:pPr latinLnBrk="1"/>
          <a:endParaRPr lang="ko-KR" altLang="en-US"/>
        </a:p>
      </dgm:t>
    </dgm:pt>
    <dgm:pt modelId="{B8DDED6E-7F03-4920-8337-45987F535C14}" type="sibTrans" cxnId="{6AAF9FFA-0608-4C8F-9124-5A8821562AB9}">
      <dgm:prSet/>
      <dgm:spPr/>
      <dgm:t>
        <a:bodyPr/>
        <a:lstStyle/>
        <a:p>
          <a:pPr latinLnBrk="1"/>
          <a:endParaRPr lang="ko-KR" altLang="en-US"/>
        </a:p>
      </dgm:t>
    </dgm:pt>
    <dgm:pt modelId="{163940C1-F986-43BC-AB1C-B94A1FDFD8B9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㈜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엔터기술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(0.4M/Y)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7A65761-7DF9-4D1E-A1C4-FE3B988C5320}" type="parTrans" cxnId="{A22F6DEE-29E9-4E69-8731-E71C5FAD8466}">
      <dgm:prSet/>
      <dgm:spPr/>
      <dgm:t>
        <a:bodyPr/>
        <a:lstStyle/>
        <a:p>
          <a:pPr latinLnBrk="1"/>
          <a:endParaRPr lang="ko-KR" altLang="en-US"/>
        </a:p>
      </dgm:t>
    </dgm:pt>
    <dgm:pt modelId="{16A40D74-5D0B-468D-95BD-F785C25DA0E1}" type="sibTrans" cxnId="{A22F6DEE-29E9-4E69-8731-E71C5FAD8466}">
      <dgm:prSet/>
      <dgm:spPr/>
      <dgm:t>
        <a:bodyPr/>
        <a:lstStyle/>
        <a:p>
          <a:pPr latinLnBrk="1"/>
          <a:endParaRPr lang="ko-KR" altLang="en-US"/>
        </a:p>
      </dgm:t>
    </dgm:pt>
    <dgm:pt modelId="{E9894A27-F1ED-4D1A-8751-59B443F865E9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위탁연구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(0.75M/Y)</a:t>
          </a:r>
        </a:p>
      </dgm:t>
    </dgm:pt>
    <dgm:pt modelId="{A3F184ED-ACAE-4081-B6F9-82D210EC8F5F}" type="parTrans" cxnId="{9C8D7C8C-E1B8-4721-9364-951B18C19E99}">
      <dgm:prSet/>
      <dgm:spPr/>
      <dgm:t>
        <a:bodyPr/>
        <a:lstStyle/>
        <a:p>
          <a:pPr latinLnBrk="1"/>
          <a:endParaRPr lang="ko-KR" altLang="en-US"/>
        </a:p>
      </dgm:t>
    </dgm:pt>
    <dgm:pt modelId="{192B5875-4AEB-436F-8C3B-52AAA4D6B7D0}" type="sibTrans" cxnId="{9C8D7C8C-E1B8-4721-9364-951B18C19E99}">
      <dgm:prSet/>
      <dgm:spPr/>
      <dgm:t>
        <a:bodyPr/>
        <a:lstStyle/>
        <a:p>
          <a:pPr latinLnBrk="1"/>
          <a:endParaRPr lang="ko-KR" altLang="en-US"/>
        </a:p>
      </dgm:t>
    </dgm:pt>
    <dgm:pt modelId="{A6F8793C-0002-4FCC-B3DB-28936384850D}">
      <dgm:prSet phldrT="[텍스트]"/>
      <dgm:spPr/>
      <dgm:t>
        <a:bodyPr/>
        <a:lstStyle/>
        <a:p>
          <a:pPr latinLnBrk="0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보컬 분리 참조 모델 구현 지원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4EF64D0-A813-4750-AD5F-2B60183B2B0F}" type="parTrans" cxnId="{B651A338-0528-4003-AB6E-6DCFE25DD0AF}">
      <dgm:prSet/>
      <dgm:spPr/>
      <dgm:t>
        <a:bodyPr/>
        <a:lstStyle/>
        <a:p>
          <a:pPr latinLnBrk="1"/>
          <a:endParaRPr lang="ko-KR" altLang="en-US"/>
        </a:p>
      </dgm:t>
    </dgm:pt>
    <dgm:pt modelId="{323BAF51-D091-46F6-8430-6AB56D2C5A6A}" type="sibTrans" cxnId="{B651A338-0528-4003-AB6E-6DCFE25DD0AF}">
      <dgm:prSet/>
      <dgm:spPr/>
      <dgm:t>
        <a:bodyPr/>
        <a:lstStyle/>
        <a:p>
          <a:pPr latinLnBrk="1"/>
          <a:endParaRPr lang="ko-KR" altLang="en-US"/>
        </a:p>
      </dgm:t>
    </dgm:pt>
    <dgm:pt modelId="{920706ED-8497-4422-A681-D66D82CAE103}">
      <dgm:prSet phldrT="[텍스트]"/>
      <dgm:spPr/>
      <dgm:t>
        <a:bodyPr/>
        <a:lstStyle/>
        <a:p>
          <a:pPr latinLnBrk="1"/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DB 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구축 지원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멀티트랙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F117CE8-CA22-4A57-8D05-AFE75C074514}" type="parTrans" cxnId="{7F8EFF6B-742F-4966-A0CA-47AF2AF3DA30}">
      <dgm:prSet/>
      <dgm:spPr/>
      <dgm:t>
        <a:bodyPr/>
        <a:lstStyle/>
        <a:p>
          <a:pPr latinLnBrk="1"/>
          <a:endParaRPr lang="ko-KR" altLang="en-US"/>
        </a:p>
      </dgm:t>
    </dgm:pt>
    <dgm:pt modelId="{907BA3C2-E5AF-4914-96DB-7CBACD916374}" type="sibTrans" cxnId="{7F8EFF6B-742F-4966-A0CA-47AF2AF3DA30}">
      <dgm:prSet/>
      <dgm:spPr/>
      <dgm:t>
        <a:bodyPr/>
        <a:lstStyle/>
        <a:p>
          <a:pPr latinLnBrk="1"/>
          <a:endParaRPr lang="ko-KR" altLang="en-US"/>
        </a:p>
      </dgm:t>
    </dgm:pt>
    <dgm:pt modelId="{02E4BE13-9D7A-494B-8546-3DE8E466FBC3}">
      <dgm:prSet phldrT="[텍스트]"/>
      <dgm:spPr/>
      <dgm:t>
        <a:bodyPr/>
        <a:lstStyle/>
        <a:p>
          <a:pPr latinLnBrk="1"/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DB 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구축 지원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가상악기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C9C828-3AFE-4716-9F77-5D145FCABA5F}" type="parTrans" cxnId="{5014EB8E-17D7-464B-B6FF-89EAC94BD146}">
      <dgm:prSet/>
      <dgm:spPr/>
      <dgm:t>
        <a:bodyPr/>
        <a:lstStyle/>
        <a:p>
          <a:pPr latinLnBrk="1"/>
          <a:endParaRPr lang="ko-KR" altLang="en-US"/>
        </a:p>
      </dgm:t>
    </dgm:pt>
    <dgm:pt modelId="{016C0A23-0EC6-47DF-9403-8F91EC63DBBE}" type="sibTrans" cxnId="{5014EB8E-17D7-464B-B6FF-89EAC94BD146}">
      <dgm:prSet/>
      <dgm:spPr/>
      <dgm:t>
        <a:bodyPr/>
        <a:lstStyle/>
        <a:p>
          <a:pPr latinLnBrk="1"/>
          <a:endParaRPr lang="ko-KR" altLang="en-US"/>
        </a:p>
      </dgm:t>
    </dgm:pt>
    <dgm:pt modelId="{500E2A60-0471-4500-8A51-A2F81D7829A2}">
      <dgm:prSet phldrT="[텍스트]"/>
      <dgm:spPr/>
      <dgm:t>
        <a:bodyPr/>
        <a:lstStyle/>
        <a:p>
          <a:pPr latinLnBrk="1"/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특징 데이터베이스 활용 알고리즘 제안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en-US" altLang="ko-KR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NMPCF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5FA2EB5-2B2F-4333-8310-B0D02B811639}" type="parTrans" cxnId="{8FAD8C17-53BA-407D-9A4A-1E90FEFC8CFC}">
      <dgm:prSet/>
      <dgm:spPr/>
      <dgm:t>
        <a:bodyPr/>
        <a:lstStyle/>
        <a:p>
          <a:pPr latinLnBrk="1"/>
          <a:endParaRPr lang="ko-KR" altLang="en-US"/>
        </a:p>
      </dgm:t>
    </dgm:pt>
    <dgm:pt modelId="{887111B3-FCB3-40A9-BBE7-8960F00D4E1D}" type="sibTrans" cxnId="{8FAD8C17-53BA-407D-9A4A-1E90FEFC8CFC}">
      <dgm:prSet/>
      <dgm:spPr/>
      <dgm:t>
        <a:bodyPr/>
        <a:lstStyle/>
        <a:p>
          <a:pPr latinLnBrk="1"/>
          <a:endParaRPr lang="ko-KR" altLang="en-US"/>
        </a:p>
      </dgm:t>
    </dgm:pt>
    <dgm:pt modelId="{F86E118F-88BF-4DA8-AF9D-6C90B0ADCB81}">
      <dgm:prSet phldrT="[텍스트]"/>
      <dgm:spPr/>
      <dgm:t>
        <a:bodyPr/>
        <a:lstStyle/>
        <a:p>
          <a:pPr latinLnBrk="0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보컬 음정 특징 추출 연구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2F71D14-26E9-445E-89EE-AE0CCD08E313}" type="parTrans" cxnId="{962ABDC9-70CA-462A-B656-791070A39345}">
      <dgm:prSet/>
      <dgm:spPr/>
      <dgm:t>
        <a:bodyPr/>
        <a:lstStyle/>
        <a:p>
          <a:pPr latinLnBrk="1"/>
          <a:endParaRPr lang="ko-KR" altLang="en-US"/>
        </a:p>
      </dgm:t>
    </dgm:pt>
    <dgm:pt modelId="{DD2DB3D0-5889-4BB0-9B19-34759077B682}" type="sibTrans" cxnId="{962ABDC9-70CA-462A-B656-791070A39345}">
      <dgm:prSet/>
      <dgm:spPr/>
      <dgm:t>
        <a:bodyPr/>
        <a:lstStyle/>
        <a:p>
          <a:pPr latinLnBrk="1"/>
          <a:endParaRPr lang="ko-KR" altLang="en-US"/>
        </a:p>
      </dgm:t>
    </dgm:pt>
    <dgm:pt modelId="{7FECBFC8-1878-443C-BA11-14B868EA51AB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기존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콘텐츠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활용 제안 및 검토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AA429FF-F08F-410D-9EC0-584EDC7AA934}" type="parTrans" cxnId="{C9EB7087-8782-4A50-892C-EC1BE50BA3C6}">
      <dgm:prSet/>
      <dgm:spPr/>
      <dgm:t>
        <a:bodyPr/>
        <a:lstStyle/>
        <a:p>
          <a:pPr latinLnBrk="1"/>
          <a:endParaRPr lang="ko-KR" altLang="en-US"/>
        </a:p>
      </dgm:t>
    </dgm:pt>
    <dgm:pt modelId="{1FE7C0E3-8932-4BDF-A1D8-1C4B40607D28}" type="sibTrans" cxnId="{C9EB7087-8782-4A50-892C-EC1BE50BA3C6}">
      <dgm:prSet/>
      <dgm:spPr/>
      <dgm:t>
        <a:bodyPr/>
        <a:lstStyle/>
        <a:p>
          <a:pPr latinLnBrk="1"/>
          <a:endParaRPr lang="ko-KR" altLang="en-US"/>
        </a:p>
      </dgm:t>
    </dgm:pt>
    <dgm:pt modelId="{675142F8-6F5D-41C0-ACC3-451201E36D73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외국 원음 노래방 시장 활용 제안 및 검토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D70C299-D062-47B7-863D-0C8425AB005C}" type="parTrans" cxnId="{869B2F5A-0CBD-472D-8412-D8386984E3E9}">
      <dgm:prSet/>
      <dgm:spPr/>
      <dgm:t>
        <a:bodyPr/>
        <a:lstStyle/>
        <a:p>
          <a:pPr latinLnBrk="1"/>
          <a:endParaRPr lang="ko-KR" altLang="en-US"/>
        </a:p>
      </dgm:t>
    </dgm:pt>
    <dgm:pt modelId="{C713407F-CE6C-4903-BCC5-32878FC2FDF8}" type="sibTrans" cxnId="{869B2F5A-0CBD-472D-8412-D8386984E3E9}">
      <dgm:prSet/>
      <dgm:spPr/>
      <dgm:t>
        <a:bodyPr/>
        <a:lstStyle/>
        <a:p>
          <a:pPr latinLnBrk="1"/>
          <a:endParaRPr lang="ko-KR" altLang="en-US"/>
        </a:p>
      </dgm:t>
    </dgm:pt>
    <dgm:pt modelId="{607BB561-CF1F-4A1E-855F-3556C5CE5992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포항공대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DC7BD1D-FBBB-479B-A97E-37CD3FBC15B3}" type="parTrans" cxnId="{ECEC9B46-FBA9-4014-8D63-F29BF029C3B4}">
      <dgm:prSet/>
      <dgm:spPr/>
      <dgm:t>
        <a:bodyPr/>
        <a:lstStyle/>
        <a:p>
          <a:pPr latinLnBrk="1"/>
          <a:endParaRPr lang="ko-KR" altLang="en-US"/>
        </a:p>
      </dgm:t>
    </dgm:pt>
    <dgm:pt modelId="{19CEE865-EB84-4210-AC1F-BC77A96A5C62}" type="sibTrans" cxnId="{ECEC9B46-FBA9-4014-8D63-F29BF029C3B4}">
      <dgm:prSet/>
      <dgm:spPr/>
      <dgm:t>
        <a:bodyPr/>
        <a:lstStyle/>
        <a:p>
          <a:pPr latinLnBrk="1"/>
          <a:endParaRPr lang="ko-KR" altLang="en-US"/>
        </a:p>
      </dgm:t>
    </dgm:pt>
    <dgm:pt modelId="{378AC650-37FF-4201-9EB4-CF077E9F6B1F}" type="pres">
      <dgm:prSet presAssocID="{7AC1FCFF-30D6-4861-A60A-0A8DFFD7FB32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89FAF5E-696A-46EF-9364-0356A60D288A}" type="pres">
      <dgm:prSet presAssocID="{E39D0E59-BA15-42CD-BFFF-888F52C01B07}" presName="centerShape" presStyleLbl="node0" presStyleIdx="0" presStyleCnt="1" custScaleX="129127" custScaleY="127700"/>
      <dgm:spPr/>
      <dgm:t>
        <a:bodyPr/>
        <a:lstStyle/>
        <a:p>
          <a:pPr latinLnBrk="1"/>
          <a:endParaRPr lang="ko-KR" altLang="en-US"/>
        </a:p>
      </dgm:t>
    </dgm:pt>
    <dgm:pt modelId="{C6903148-CA3D-48FB-AE2E-151C2CB9E1E0}" type="pres">
      <dgm:prSet presAssocID="{5020EAC1-EBE8-4351-A78F-66EDEFF570D5}" presName="parTrans" presStyleLbl="bgSibTrans2D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6CB74C4F-E022-4B5F-850F-78573E562183}" type="pres">
      <dgm:prSet presAssocID="{79B6EEC1-C502-472D-AE87-D9C9D3FACFA2}" presName="node" presStyleLbl="node1" presStyleIdx="0" presStyleCnt="4" custScaleY="86542" custRadScaleRad="98218" custRadScaleInc="-1013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B7E33F6-B0CE-4005-A4F4-4AD10AF3DA78}" type="pres">
      <dgm:prSet presAssocID="{03809E4F-FBD1-4AE2-A922-60C77998C1E7}" presName="parTrans" presStyleLbl="bgSibTrans2D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91E2A4B9-76DA-4016-9224-875CEA773E4B}" type="pres">
      <dgm:prSet presAssocID="{19C7CF83-3BDB-4F1A-861A-BE08D2208540}" presName="node" presStyleLbl="node1" presStyleIdx="1" presStyleCnt="4" custScaleX="149242" custScaleY="60941" custRadScaleRad="90566" custRadScaleInc="-3157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A21A657-7D30-4537-8523-6CEF6A17716A}" type="pres">
      <dgm:prSet presAssocID="{77A65761-7DF9-4D1E-A1C4-FE3B988C5320}" presName="parTrans" presStyleLbl="bgSibTrans2D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F74DB661-58FD-4033-9F6C-1B2FB70066FB}" type="pres">
      <dgm:prSet presAssocID="{163940C1-F986-43BC-AB1C-B94A1FDFD8B9}" presName="node" presStyleLbl="node1" presStyleIdx="2" presStyleCnt="4" custScaleX="160654" custScaleY="58863" custRadScaleRad="97023" custRadScaleInc="4150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B9E304F-D7E5-46BC-BADC-F78C34902DD1}" type="pres">
      <dgm:prSet presAssocID="{A3F184ED-ACAE-4081-B6F9-82D210EC8F5F}" presName="parTrans" presStyleLbl="bgSibTrans2D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5031FE95-087A-423C-BA75-0B30BF440198}" type="pres">
      <dgm:prSet presAssocID="{E9894A27-F1ED-4D1A-8751-59B443F865E9}" presName="node" presStyleLbl="node1" presStyleIdx="3" presStyleCnt="4" custScaleY="78516" custRadScaleRad="97815" custRadScaleInc="1318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869B2F5A-0CBD-472D-8412-D8386984E3E9}" srcId="{163940C1-F986-43BC-AB1C-B94A1FDFD8B9}" destId="{675142F8-6F5D-41C0-ACC3-451201E36D73}" srcOrd="1" destOrd="0" parTransId="{1D70C299-D062-47B7-863D-0C8425AB005C}" sibTransId="{C713407F-CE6C-4903-BCC5-32878FC2FDF8}"/>
    <dgm:cxn modelId="{B473F20D-AC5E-47EF-934A-7218C830E3F7}" type="presOf" srcId="{7FECBFC8-1878-443C-BA11-14B868EA51AB}" destId="{91E2A4B9-76DA-4016-9224-875CEA773E4B}" srcOrd="0" destOrd="2" presId="urn:microsoft.com/office/officeart/2005/8/layout/radial4"/>
    <dgm:cxn modelId="{6AAF9FFA-0608-4C8F-9124-5A8821562AB9}" srcId="{E39D0E59-BA15-42CD-BFFF-888F52C01B07}" destId="{19C7CF83-3BDB-4F1A-861A-BE08D2208540}" srcOrd="1" destOrd="0" parTransId="{03809E4F-FBD1-4AE2-A922-60C77998C1E7}" sibTransId="{B8DDED6E-7F03-4920-8337-45987F535C14}"/>
    <dgm:cxn modelId="{E127F1DE-83E8-48D4-83AA-79150FB580A7}" type="presOf" srcId="{19C7CF83-3BDB-4F1A-861A-BE08D2208540}" destId="{91E2A4B9-76DA-4016-9224-875CEA773E4B}" srcOrd="0" destOrd="0" presId="urn:microsoft.com/office/officeart/2005/8/layout/radial4"/>
    <dgm:cxn modelId="{4FC4E06C-3E13-4E3C-BC5E-20CF5839926E}" type="presOf" srcId="{F86E118F-88BF-4DA8-AF9D-6C90B0ADCB81}" destId="{6CB74C4F-E022-4B5F-850F-78573E562183}" srcOrd="0" destOrd="2" presId="urn:microsoft.com/office/officeart/2005/8/layout/radial4"/>
    <dgm:cxn modelId="{CC6CF8E8-3040-4FE2-ADDD-33018C613D16}" type="presOf" srcId="{A6F8793C-0002-4FCC-B3DB-28936384850D}" destId="{6CB74C4F-E022-4B5F-850F-78573E562183}" srcOrd="0" destOrd="1" presId="urn:microsoft.com/office/officeart/2005/8/layout/radial4"/>
    <dgm:cxn modelId="{F09C3BE8-3C77-4876-9DC5-9DF76CD0F4FA}" type="presOf" srcId="{500E2A60-0471-4500-8A51-A2F81D7829A2}" destId="{5031FE95-087A-423C-BA75-0B30BF440198}" srcOrd="0" destOrd="2" presId="urn:microsoft.com/office/officeart/2005/8/layout/radial4"/>
    <dgm:cxn modelId="{C9EB7087-8782-4A50-892C-EC1BE50BA3C6}" srcId="{19C7CF83-3BDB-4F1A-861A-BE08D2208540}" destId="{7FECBFC8-1878-443C-BA11-14B868EA51AB}" srcOrd="1" destOrd="0" parTransId="{3AA429FF-F08F-410D-9EC0-584EDC7AA934}" sibTransId="{1FE7C0E3-8932-4BDF-A1D8-1C4B40607D28}"/>
    <dgm:cxn modelId="{ECEC9B46-FBA9-4014-8D63-F29BF029C3B4}" srcId="{E9894A27-F1ED-4D1A-8751-59B443F865E9}" destId="{607BB561-CF1F-4A1E-855F-3556C5CE5992}" srcOrd="0" destOrd="0" parTransId="{1DC7BD1D-FBBB-479B-A97E-37CD3FBC15B3}" sibTransId="{19CEE865-EB84-4210-AC1F-BC77A96A5C62}"/>
    <dgm:cxn modelId="{A22F6DEE-29E9-4E69-8731-E71C5FAD8466}" srcId="{E39D0E59-BA15-42CD-BFFF-888F52C01B07}" destId="{163940C1-F986-43BC-AB1C-B94A1FDFD8B9}" srcOrd="2" destOrd="0" parTransId="{77A65761-7DF9-4D1E-A1C4-FE3B988C5320}" sibTransId="{16A40D74-5D0B-468D-95BD-F785C25DA0E1}"/>
    <dgm:cxn modelId="{2D352F28-06B7-4A84-82AD-9936500ED492}" type="presOf" srcId="{02E4BE13-9D7A-494B-8546-3DE8E466FBC3}" destId="{F74DB661-58FD-4033-9F6C-1B2FB70066FB}" srcOrd="0" destOrd="1" presId="urn:microsoft.com/office/officeart/2005/8/layout/radial4"/>
    <dgm:cxn modelId="{B377203A-4FF9-4ECF-A24A-79A259631543}" type="presOf" srcId="{7AC1FCFF-30D6-4861-A60A-0A8DFFD7FB32}" destId="{378AC650-37FF-4201-9EB4-CF077E9F6B1F}" srcOrd="0" destOrd="0" presId="urn:microsoft.com/office/officeart/2005/8/layout/radial4"/>
    <dgm:cxn modelId="{9C8D7C8C-E1B8-4721-9364-951B18C19E99}" srcId="{E39D0E59-BA15-42CD-BFFF-888F52C01B07}" destId="{E9894A27-F1ED-4D1A-8751-59B443F865E9}" srcOrd="3" destOrd="0" parTransId="{A3F184ED-ACAE-4081-B6F9-82D210EC8F5F}" sibTransId="{192B5875-4AEB-436F-8C3B-52AAA4D6B7D0}"/>
    <dgm:cxn modelId="{C9180AA5-A7FE-46FE-89FA-09366CC4DC48}" srcId="{7AC1FCFF-30D6-4861-A60A-0A8DFFD7FB32}" destId="{E39D0E59-BA15-42CD-BFFF-888F52C01B07}" srcOrd="0" destOrd="0" parTransId="{AFCAEC3A-258D-4D61-B428-161CD821A22C}" sibTransId="{756F2C44-E921-4919-BD75-5AF1C4952B7E}"/>
    <dgm:cxn modelId="{8FAD8C17-53BA-407D-9A4A-1E90FEFC8CFC}" srcId="{E9894A27-F1ED-4D1A-8751-59B443F865E9}" destId="{500E2A60-0471-4500-8A51-A2F81D7829A2}" srcOrd="1" destOrd="0" parTransId="{F5FA2EB5-2B2F-4333-8310-B0D02B811639}" sibTransId="{887111B3-FCB3-40A9-BBE7-8960F00D4E1D}"/>
    <dgm:cxn modelId="{300F8690-B02F-430C-9E41-A5A3476107C7}" type="presOf" srcId="{A3F184ED-ACAE-4081-B6F9-82D210EC8F5F}" destId="{3B9E304F-D7E5-46BC-BADC-F78C34902DD1}" srcOrd="0" destOrd="0" presId="urn:microsoft.com/office/officeart/2005/8/layout/radial4"/>
    <dgm:cxn modelId="{C87CDAC8-8BB5-4D61-B17A-EB25C33AF985}" type="presOf" srcId="{920706ED-8497-4422-A681-D66D82CAE103}" destId="{91E2A4B9-76DA-4016-9224-875CEA773E4B}" srcOrd="0" destOrd="1" presId="urn:microsoft.com/office/officeart/2005/8/layout/radial4"/>
    <dgm:cxn modelId="{C9AD4C1B-E415-449B-9ECE-EBB07F28CD2B}" type="presOf" srcId="{607BB561-CF1F-4A1E-855F-3556C5CE5992}" destId="{5031FE95-087A-423C-BA75-0B30BF440198}" srcOrd="0" destOrd="1" presId="urn:microsoft.com/office/officeart/2005/8/layout/radial4"/>
    <dgm:cxn modelId="{4567A531-5DCD-4D27-8596-1DF8943CFA43}" type="presOf" srcId="{77A65761-7DF9-4D1E-A1C4-FE3B988C5320}" destId="{1A21A657-7D30-4537-8523-6CEF6A17716A}" srcOrd="0" destOrd="0" presId="urn:microsoft.com/office/officeart/2005/8/layout/radial4"/>
    <dgm:cxn modelId="{2D44CDD5-C592-4F5E-A3E1-C50AD3D5FFF6}" type="presOf" srcId="{675142F8-6F5D-41C0-ACC3-451201E36D73}" destId="{F74DB661-58FD-4033-9F6C-1B2FB70066FB}" srcOrd="0" destOrd="2" presId="urn:microsoft.com/office/officeart/2005/8/layout/radial4"/>
    <dgm:cxn modelId="{B651A338-0528-4003-AB6E-6DCFE25DD0AF}" srcId="{79B6EEC1-C502-472D-AE87-D9C9D3FACFA2}" destId="{A6F8793C-0002-4FCC-B3DB-28936384850D}" srcOrd="0" destOrd="0" parTransId="{B4EF64D0-A813-4750-AD5F-2B60183B2B0F}" sibTransId="{323BAF51-D091-46F6-8430-6AB56D2C5A6A}"/>
    <dgm:cxn modelId="{7F8EFF6B-742F-4966-A0CA-47AF2AF3DA30}" srcId="{19C7CF83-3BDB-4F1A-861A-BE08D2208540}" destId="{920706ED-8497-4422-A681-D66D82CAE103}" srcOrd="0" destOrd="0" parTransId="{0F117CE8-CA22-4A57-8D05-AFE75C074514}" sibTransId="{907BA3C2-E5AF-4914-96DB-7CBACD916374}"/>
    <dgm:cxn modelId="{93422BF1-9416-4125-A303-BDFDE6E2A189}" srcId="{E39D0E59-BA15-42CD-BFFF-888F52C01B07}" destId="{79B6EEC1-C502-472D-AE87-D9C9D3FACFA2}" srcOrd="0" destOrd="0" parTransId="{5020EAC1-EBE8-4351-A78F-66EDEFF570D5}" sibTransId="{603D4E1B-99A6-47D9-B387-C1051F83C271}"/>
    <dgm:cxn modelId="{940F9C60-4684-47C0-AEBC-B1CE6065F443}" type="presOf" srcId="{03809E4F-FBD1-4AE2-A922-60C77998C1E7}" destId="{8B7E33F6-B0CE-4005-A4F4-4AD10AF3DA78}" srcOrd="0" destOrd="0" presId="urn:microsoft.com/office/officeart/2005/8/layout/radial4"/>
    <dgm:cxn modelId="{19AE4170-5548-4A6C-8E25-A6E56B84A7D7}" type="presOf" srcId="{E9894A27-F1ED-4D1A-8751-59B443F865E9}" destId="{5031FE95-087A-423C-BA75-0B30BF440198}" srcOrd="0" destOrd="0" presId="urn:microsoft.com/office/officeart/2005/8/layout/radial4"/>
    <dgm:cxn modelId="{94CDFF9D-3EA4-4CB8-A05F-E87A0234F011}" type="presOf" srcId="{79B6EEC1-C502-472D-AE87-D9C9D3FACFA2}" destId="{6CB74C4F-E022-4B5F-850F-78573E562183}" srcOrd="0" destOrd="0" presId="urn:microsoft.com/office/officeart/2005/8/layout/radial4"/>
    <dgm:cxn modelId="{5014EB8E-17D7-464B-B6FF-89EAC94BD146}" srcId="{163940C1-F986-43BC-AB1C-B94A1FDFD8B9}" destId="{02E4BE13-9D7A-494B-8546-3DE8E466FBC3}" srcOrd="0" destOrd="0" parTransId="{03C9C828-3AFE-4716-9F77-5D145FCABA5F}" sibTransId="{016C0A23-0EC6-47DF-9403-8F91EC63DBBE}"/>
    <dgm:cxn modelId="{887BC8CD-3BB9-4317-9950-FD4234E55775}" type="presOf" srcId="{E39D0E59-BA15-42CD-BFFF-888F52C01B07}" destId="{789FAF5E-696A-46EF-9364-0356A60D288A}" srcOrd="0" destOrd="0" presId="urn:microsoft.com/office/officeart/2005/8/layout/radial4"/>
    <dgm:cxn modelId="{E3C426CB-1141-4B79-BADE-B8147A04995E}" type="presOf" srcId="{5020EAC1-EBE8-4351-A78F-66EDEFF570D5}" destId="{C6903148-CA3D-48FB-AE2E-151C2CB9E1E0}" srcOrd="0" destOrd="0" presId="urn:microsoft.com/office/officeart/2005/8/layout/radial4"/>
    <dgm:cxn modelId="{5644C46F-2E98-48B8-9269-6AEE34163B06}" type="presOf" srcId="{163940C1-F986-43BC-AB1C-B94A1FDFD8B9}" destId="{F74DB661-58FD-4033-9F6C-1B2FB70066FB}" srcOrd="0" destOrd="0" presId="urn:microsoft.com/office/officeart/2005/8/layout/radial4"/>
    <dgm:cxn modelId="{962ABDC9-70CA-462A-B656-791070A39345}" srcId="{79B6EEC1-C502-472D-AE87-D9C9D3FACFA2}" destId="{F86E118F-88BF-4DA8-AF9D-6C90B0ADCB81}" srcOrd="1" destOrd="0" parTransId="{12F71D14-26E9-445E-89EE-AE0CCD08E313}" sibTransId="{DD2DB3D0-5889-4BB0-9B19-34759077B682}"/>
    <dgm:cxn modelId="{A29F8F0F-6AC0-4711-B9B8-8ADBE4AEDD60}" type="presParOf" srcId="{378AC650-37FF-4201-9EB4-CF077E9F6B1F}" destId="{789FAF5E-696A-46EF-9364-0356A60D288A}" srcOrd="0" destOrd="0" presId="urn:microsoft.com/office/officeart/2005/8/layout/radial4"/>
    <dgm:cxn modelId="{5C34E8B1-4754-4DF4-BDA8-A0571651519F}" type="presParOf" srcId="{378AC650-37FF-4201-9EB4-CF077E9F6B1F}" destId="{C6903148-CA3D-48FB-AE2E-151C2CB9E1E0}" srcOrd="1" destOrd="0" presId="urn:microsoft.com/office/officeart/2005/8/layout/radial4"/>
    <dgm:cxn modelId="{C4832554-64F1-467C-A7BE-F867A56095B8}" type="presParOf" srcId="{378AC650-37FF-4201-9EB4-CF077E9F6B1F}" destId="{6CB74C4F-E022-4B5F-850F-78573E562183}" srcOrd="2" destOrd="0" presId="urn:microsoft.com/office/officeart/2005/8/layout/radial4"/>
    <dgm:cxn modelId="{4FE996AE-0728-4016-9A43-7E29636576AD}" type="presParOf" srcId="{378AC650-37FF-4201-9EB4-CF077E9F6B1F}" destId="{8B7E33F6-B0CE-4005-A4F4-4AD10AF3DA78}" srcOrd="3" destOrd="0" presId="urn:microsoft.com/office/officeart/2005/8/layout/radial4"/>
    <dgm:cxn modelId="{8FD6DE85-EB28-4FFD-8C55-0968F9D574BA}" type="presParOf" srcId="{378AC650-37FF-4201-9EB4-CF077E9F6B1F}" destId="{91E2A4B9-76DA-4016-9224-875CEA773E4B}" srcOrd="4" destOrd="0" presId="urn:microsoft.com/office/officeart/2005/8/layout/radial4"/>
    <dgm:cxn modelId="{0847B960-821E-4769-A5A0-31D478221AC3}" type="presParOf" srcId="{378AC650-37FF-4201-9EB4-CF077E9F6B1F}" destId="{1A21A657-7D30-4537-8523-6CEF6A17716A}" srcOrd="5" destOrd="0" presId="urn:microsoft.com/office/officeart/2005/8/layout/radial4"/>
    <dgm:cxn modelId="{65E2142A-C90E-4DC0-AA1E-952B738A2E38}" type="presParOf" srcId="{378AC650-37FF-4201-9EB4-CF077E9F6B1F}" destId="{F74DB661-58FD-4033-9F6C-1B2FB70066FB}" srcOrd="6" destOrd="0" presId="urn:microsoft.com/office/officeart/2005/8/layout/radial4"/>
    <dgm:cxn modelId="{6B105B93-8D79-4EDC-8929-00DF1B491238}" type="presParOf" srcId="{378AC650-37FF-4201-9EB4-CF077E9F6B1F}" destId="{3B9E304F-D7E5-46BC-BADC-F78C34902DD1}" srcOrd="7" destOrd="0" presId="urn:microsoft.com/office/officeart/2005/8/layout/radial4"/>
    <dgm:cxn modelId="{BF06BE9D-8379-461F-926F-13F0DCE64841}" type="presParOf" srcId="{378AC650-37FF-4201-9EB4-CF077E9F6B1F}" destId="{5031FE95-087A-423C-BA75-0B30BF440198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AC1FCFF-30D6-4861-A60A-0A8DFFD7FB32}" type="doc">
      <dgm:prSet loTypeId="urn:microsoft.com/office/officeart/2005/8/layout/radial4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E39D0E59-BA15-42CD-BFFF-888F52C01B07}">
      <dgm:prSet phldrT="[텍스트]" custT="1"/>
      <dgm:spPr/>
      <dgm:t>
        <a:bodyPr/>
        <a:lstStyle/>
        <a:p>
          <a:pPr algn="ctr" latinLnBrk="1"/>
          <a:r>
            <a:rPr lang="en-US" altLang="ko-KR" sz="2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ETRI(0.5M/Y)</a:t>
          </a:r>
        </a:p>
        <a:p>
          <a:pPr marL="182563" indent="-182563" algn="just" latinLnBrk="0"/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 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공간 큐 추출 및 분석 방법 연구</a:t>
          </a:r>
          <a:endParaRPr lang="en-US" altLang="ko-K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82563" indent="-182563" algn="just" latinLnBrk="0"/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공간 큐 부호화 방식 및 </a:t>
          </a:r>
          <a:r>
            <a:rPr lang="ko-KR" altLang="en-US" sz="14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코덱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구조 도출</a:t>
          </a:r>
          <a:endParaRPr lang="en-US" altLang="ko-K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82563" indent="-182563" algn="just" latinLnBrk="0"/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</a:t>
          </a:r>
          <a:r>
            <a:rPr lang="ko-KR" altLang="en-US" sz="14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코덱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 </a:t>
          </a:r>
          <a:r>
            <a:rPr lang="ko-KR" altLang="en-US" sz="14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구현</a:t>
          </a:r>
          <a:endParaRPr lang="en-US" altLang="ko-K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82563" indent="-182563" algn="just" latinLnBrk="0"/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사업자의 활용 요구사항 대응 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ko-KR" altLang="en-US" sz="14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비트율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복잡도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FCAEC3A-258D-4D61-B428-161CD821A22C}" type="parTrans" cxnId="{C9180AA5-A7FE-46FE-89FA-09366CC4DC48}">
      <dgm:prSet/>
      <dgm:spPr/>
      <dgm:t>
        <a:bodyPr/>
        <a:lstStyle/>
        <a:p>
          <a:pPr latinLnBrk="1"/>
          <a:endParaRPr lang="ko-KR" altLang="en-US"/>
        </a:p>
      </dgm:t>
    </dgm:pt>
    <dgm:pt modelId="{756F2C44-E921-4919-BD75-5AF1C4952B7E}" type="sibTrans" cxnId="{C9180AA5-A7FE-46FE-89FA-09366CC4DC48}">
      <dgm:prSet/>
      <dgm:spPr/>
      <dgm:t>
        <a:bodyPr/>
        <a:lstStyle/>
        <a:p>
          <a:pPr latinLnBrk="1"/>
          <a:endParaRPr lang="ko-KR" altLang="en-US"/>
        </a:p>
      </dgm:t>
    </dgm:pt>
    <dgm:pt modelId="{19C7CF83-3BDB-4F1A-861A-BE08D2208540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㈜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오디즌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(0.5M/Y)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809E4F-FBD1-4AE2-A922-60C77998C1E7}" type="parTrans" cxnId="{6AAF9FFA-0608-4C8F-9124-5A8821562AB9}">
      <dgm:prSet/>
      <dgm:spPr/>
      <dgm:t>
        <a:bodyPr/>
        <a:lstStyle/>
        <a:p>
          <a:pPr latinLnBrk="1"/>
          <a:endParaRPr lang="ko-KR" altLang="en-US"/>
        </a:p>
      </dgm:t>
    </dgm:pt>
    <dgm:pt modelId="{B8DDED6E-7F03-4920-8337-45987F535C14}" type="sibTrans" cxnId="{6AAF9FFA-0608-4C8F-9124-5A8821562AB9}">
      <dgm:prSet/>
      <dgm:spPr/>
      <dgm:t>
        <a:bodyPr/>
        <a:lstStyle/>
        <a:p>
          <a:pPr latinLnBrk="1"/>
          <a:endParaRPr lang="ko-KR" altLang="en-US"/>
        </a:p>
      </dgm:t>
    </dgm:pt>
    <dgm:pt modelId="{163940C1-F986-43BC-AB1C-B94A1FDFD8B9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㈜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엔터기술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(0.59M/Y)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7A65761-7DF9-4D1E-A1C4-FE3B988C5320}" type="parTrans" cxnId="{A22F6DEE-29E9-4E69-8731-E71C5FAD8466}">
      <dgm:prSet/>
      <dgm:spPr/>
      <dgm:t>
        <a:bodyPr/>
        <a:lstStyle/>
        <a:p>
          <a:pPr latinLnBrk="1"/>
          <a:endParaRPr lang="ko-KR" altLang="en-US"/>
        </a:p>
      </dgm:t>
    </dgm:pt>
    <dgm:pt modelId="{16A40D74-5D0B-468D-95BD-F785C25DA0E1}" type="sibTrans" cxnId="{A22F6DEE-29E9-4E69-8731-E71C5FAD8466}">
      <dgm:prSet/>
      <dgm:spPr/>
      <dgm:t>
        <a:bodyPr/>
        <a:lstStyle/>
        <a:p>
          <a:pPr latinLnBrk="1"/>
          <a:endParaRPr lang="ko-KR" altLang="en-US"/>
        </a:p>
      </dgm:t>
    </dgm:pt>
    <dgm:pt modelId="{E9894A27-F1ED-4D1A-8751-59B443F865E9}">
      <dgm:prSet phldrT="[텍스트]"/>
      <dgm:spPr/>
      <dgm:t>
        <a:bodyPr/>
        <a:lstStyle/>
        <a:p>
          <a:pPr latinLnBrk="0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용역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3F184ED-ACAE-4081-B6F9-82D210EC8F5F}" type="parTrans" cxnId="{9C8D7C8C-E1B8-4721-9364-951B18C19E99}">
      <dgm:prSet/>
      <dgm:spPr/>
      <dgm:t>
        <a:bodyPr/>
        <a:lstStyle/>
        <a:p>
          <a:pPr latinLnBrk="1"/>
          <a:endParaRPr lang="ko-KR" altLang="en-US"/>
        </a:p>
      </dgm:t>
    </dgm:pt>
    <dgm:pt modelId="{192B5875-4AEB-436F-8C3B-52AAA4D6B7D0}" type="sibTrans" cxnId="{9C8D7C8C-E1B8-4721-9364-951B18C19E99}">
      <dgm:prSet/>
      <dgm:spPr/>
      <dgm:t>
        <a:bodyPr/>
        <a:lstStyle/>
        <a:p>
          <a:pPr latinLnBrk="1"/>
          <a:endParaRPr lang="ko-KR" altLang="en-US"/>
        </a:p>
      </dgm:t>
    </dgm:pt>
    <dgm:pt modelId="{920706ED-8497-4422-A681-D66D82CAE103}">
      <dgm:prSet phldrT="[텍스트]"/>
      <dgm:spPr/>
      <dgm:t>
        <a:bodyPr/>
        <a:lstStyle/>
        <a:p>
          <a:pPr latinLnBrk="0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멀티트랙 오디오 서비스 활용도 검토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F117CE8-CA22-4A57-8D05-AFE75C074514}" type="parTrans" cxnId="{7F8EFF6B-742F-4966-A0CA-47AF2AF3DA30}">
      <dgm:prSet/>
      <dgm:spPr/>
      <dgm:t>
        <a:bodyPr/>
        <a:lstStyle/>
        <a:p>
          <a:pPr latinLnBrk="1"/>
          <a:endParaRPr lang="ko-KR" altLang="en-US"/>
        </a:p>
      </dgm:t>
    </dgm:pt>
    <dgm:pt modelId="{907BA3C2-E5AF-4914-96DB-7CBACD916374}" type="sibTrans" cxnId="{7F8EFF6B-742F-4966-A0CA-47AF2AF3DA30}">
      <dgm:prSet/>
      <dgm:spPr/>
      <dgm:t>
        <a:bodyPr/>
        <a:lstStyle/>
        <a:p>
          <a:pPr latinLnBrk="1"/>
          <a:endParaRPr lang="ko-KR" altLang="en-US"/>
        </a:p>
      </dgm:t>
    </dgm:pt>
    <dgm:pt modelId="{02E4BE13-9D7A-494B-8546-3DE8E466FBC3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원음 노래방용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오디오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코덱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요구사항 도출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C9C828-3AFE-4716-9F77-5D145FCABA5F}" type="parTrans" cxnId="{5014EB8E-17D7-464B-B6FF-89EAC94BD146}">
      <dgm:prSet/>
      <dgm:spPr/>
      <dgm:t>
        <a:bodyPr/>
        <a:lstStyle/>
        <a:p>
          <a:pPr latinLnBrk="1"/>
          <a:endParaRPr lang="ko-KR" altLang="en-US"/>
        </a:p>
      </dgm:t>
    </dgm:pt>
    <dgm:pt modelId="{016C0A23-0EC6-47DF-9403-8F91EC63DBBE}" type="sibTrans" cxnId="{5014EB8E-17D7-464B-B6FF-89EAC94BD146}">
      <dgm:prSet/>
      <dgm:spPr/>
      <dgm:t>
        <a:bodyPr/>
        <a:lstStyle/>
        <a:p>
          <a:pPr latinLnBrk="1"/>
          <a:endParaRPr lang="ko-KR" altLang="en-US"/>
        </a:p>
      </dgm:t>
    </dgm:pt>
    <dgm:pt modelId="{500E2A60-0471-4500-8A51-A2F81D7829A2}">
      <dgm:prSet phldrT="[텍스트]"/>
      <dgm:spPr/>
      <dgm:t>
        <a:bodyPr/>
        <a:lstStyle/>
        <a:p>
          <a:pPr latinLnBrk="0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세종대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5FA2EB5-2B2F-4333-8310-B0D02B811639}" type="parTrans" cxnId="{8FAD8C17-53BA-407D-9A4A-1E90FEFC8CFC}">
      <dgm:prSet/>
      <dgm:spPr/>
      <dgm:t>
        <a:bodyPr/>
        <a:lstStyle/>
        <a:p>
          <a:pPr latinLnBrk="1"/>
          <a:endParaRPr lang="ko-KR" altLang="en-US"/>
        </a:p>
      </dgm:t>
    </dgm:pt>
    <dgm:pt modelId="{887111B3-FCB3-40A9-BBE7-8960F00D4E1D}" type="sibTrans" cxnId="{8FAD8C17-53BA-407D-9A4A-1E90FEFC8CFC}">
      <dgm:prSet/>
      <dgm:spPr/>
      <dgm:t>
        <a:bodyPr/>
        <a:lstStyle/>
        <a:p>
          <a:pPr latinLnBrk="1"/>
          <a:endParaRPr lang="ko-KR" altLang="en-US"/>
        </a:p>
      </dgm:t>
    </dgm:pt>
    <dgm:pt modelId="{675142F8-6F5D-41C0-ACC3-451201E36D73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휴대용 노래방 단말기 활용도 검토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D70C299-D062-47B7-863D-0C8425AB005C}" type="parTrans" cxnId="{869B2F5A-0CBD-472D-8412-D8386984E3E9}">
      <dgm:prSet/>
      <dgm:spPr/>
      <dgm:t>
        <a:bodyPr/>
        <a:lstStyle/>
        <a:p>
          <a:pPr latinLnBrk="1"/>
          <a:endParaRPr lang="ko-KR" altLang="en-US"/>
        </a:p>
      </dgm:t>
    </dgm:pt>
    <dgm:pt modelId="{C713407F-CE6C-4903-BCC5-32878FC2FDF8}" type="sibTrans" cxnId="{869B2F5A-0CBD-472D-8412-D8386984E3E9}">
      <dgm:prSet/>
      <dgm:spPr/>
      <dgm:t>
        <a:bodyPr/>
        <a:lstStyle/>
        <a:p>
          <a:pPr latinLnBrk="1"/>
          <a:endParaRPr lang="ko-KR" altLang="en-US"/>
        </a:p>
      </dgm:t>
    </dgm:pt>
    <dgm:pt modelId="{6F1AAF78-E5F8-43EE-8A1A-6CA0C1AA5A03}">
      <dgm:prSet phldrT="[텍스트]"/>
      <dgm:spPr/>
      <dgm:t>
        <a:bodyPr/>
        <a:lstStyle/>
        <a:p>
          <a:pPr latinLnBrk="1"/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코덱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성능 검토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CBD559D-AAE0-4ABE-B48B-85A0748AEDBB}" type="parTrans" cxnId="{3AFEFE4B-2ECC-4309-A276-C4AE96C14A57}">
      <dgm:prSet/>
      <dgm:spPr/>
      <dgm:t>
        <a:bodyPr/>
        <a:lstStyle/>
        <a:p>
          <a:pPr latinLnBrk="1"/>
          <a:endParaRPr lang="ko-KR" altLang="en-US"/>
        </a:p>
      </dgm:t>
    </dgm:pt>
    <dgm:pt modelId="{5B2D963C-B012-4294-82DE-BD83C83BB860}" type="sibTrans" cxnId="{3AFEFE4B-2ECC-4309-A276-C4AE96C14A57}">
      <dgm:prSet/>
      <dgm:spPr/>
      <dgm:t>
        <a:bodyPr/>
        <a:lstStyle/>
        <a:p>
          <a:pPr latinLnBrk="1"/>
          <a:endParaRPr lang="ko-KR" altLang="en-US"/>
        </a:p>
      </dgm:t>
    </dgm:pt>
    <dgm:pt modelId="{A6594E6D-5E3E-4758-A379-7E17EDABA4CB}">
      <dgm:prSet phldrT="[텍스트]"/>
      <dgm:spPr/>
      <dgm:t>
        <a:bodyPr/>
        <a:lstStyle/>
        <a:p>
          <a:pPr latinLnBrk="0"/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객체별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부호화 최적화 기술 구현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A4A3B8A-CA65-4AC0-85A4-0B1E12F8C5C4}" type="parTrans" cxnId="{24E07085-D14D-49F7-B37A-9C9F44CD1493}">
      <dgm:prSet/>
      <dgm:spPr/>
      <dgm:t>
        <a:bodyPr/>
        <a:lstStyle/>
        <a:p>
          <a:pPr latinLnBrk="1"/>
          <a:endParaRPr lang="ko-KR" altLang="en-US"/>
        </a:p>
      </dgm:t>
    </dgm:pt>
    <dgm:pt modelId="{14A243AD-F19B-4D52-A9B2-5F4D579CB92B}" type="sibTrans" cxnId="{24E07085-D14D-49F7-B37A-9C9F44CD1493}">
      <dgm:prSet/>
      <dgm:spPr/>
      <dgm:t>
        <a:bodyPr/>
        <a:lstStyle/>
        <a:p>
          <a:pPr latinLnBrk="1"/>
          <a:endParaRPr lang="ko-KR" altLang="en-US"/>
        </a:p>
      </dgm:t>
    </dgm:pt>
    <dgm:pt modelId="{378AC650-37FF-4201-9EB4-CF077E9F6B1F}" type="pres">
      <dgm:prSet presAssocID="{7AC1FCFF-30D6-4861-A60A-0A8DFFD7FB32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89FAF5E-696A-46EF-9364-0356A60D288A}" type="pres">
      <dgm:prSet presAssocID="{E39D0E59-BA15-42CD-BFFF-888F52C01B07}" presName="centerShape" presStyleLbl="node0" presStyleIdx="0" presStyleCnt="1" custScaleX="129127" custScaleY="127700" custLinFactNeighborX="-2065" custLinFactNeighborY="-2949"/>
      <dgm:spPr/>
      <dgm:t>
        <a:bodyPr/>
        <a:lstStyle/>
        <a:p>
          <a:pPr latinLnBrk="1"/>
          <a:endParaRPr lang="ko-KR" altLang="en-US"/>
        </a:p>
      </dgm:t>
    </dgm:pt>
    <dgm:pt modelId="{8B7E33F6-B0CE-4005-A4F4-4AD10AF3DA78}" type="pres">
      <dgm:prSet presAssocID="{03809E4F-FBD1-4AE2-A922-60C77998C1E7}" presName="parTrans" presStyleLbl="bgSibTrans2D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91E2A4B9-76DA-4016-9224-875CEA773E4B}" type="pres">
      <dgm:prSet presAssocID="{19C7CF83-3BDB-4F1A-861A-BE08D2208540}" presName="node" presStyleLbl="node1" presStyleIdx="0" presStyleCnt="3" custScaleX="79500" custScaleY="119350" custRadScaleRad="103475" custRadScaleInc="-2961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A21A657-7D30-4537-8523-6CEF6A17716A}" type="pres">
      <dgm:prSet presAssocID="{77A65761-7DF9-4D1E-A1C4-FE3B988C5320}" presName="parTrans" presStyleLbl="bgSibTrans2D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F74DB661-58FD-4033-9F6C-1B2FB70066FB}" type="pres">
      <dgm:prSet presAssocID="{163940C1-F986-43BC-AB1C-B94A1FDFD8B9}" presName="node" presStyleLbl="node1" presStyleIdx="1" presStyleCnt="3" custScaleX="211678" custScaleY="89961" custRadScaleRad="99374" custRadScaleInc="5298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B9E304F-D7E5-46BC-BADC-F78C34902DD1}" type="pres">
      <dgm:prSet presAssocID="{A3F184ED-ACAE-4081-B6F9-82D210EC8F5F}" presName="parTrans" presStyleLbl="bgSibTrans2D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5031FE95-087A-423C-BA75-0B30BF440198}" type="pres">
      <dgm:prSet presAssocID="{E9894A27-F1ED-4D1A-8751-59B443F865E9}" presName="node" presStyleLbl="node1" presStyleIdx="2" presStyleCnt="3" custScaleY="78516" custRadScaleRad="101318" custRadScaleInc="7339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869B2F5A-0CBD-472D-8412-D8386984E3E9}" srcId="{163940C1-F986-43BC-AB1C-B94A1FDFD8B9}" destId="{675142F8-6F5D-41C0-ACC3-451201E36D73}" srcOrd="2" destOrd="0" parTransId="{1D70C299-D062-47B7-863D-0C8425AB005C}" sibTransId="{C713407F-CE6C-4903-BCC5-32878FC2FDF8}"/>
    <dgm:cxn modelId="{A5668914-FCEF-4C38-BBEC-63C0C8FC07E1}" type="presOf" srcId="{E39D0E59-BA15-42CD-BFFF-888F52C01B07}" destId="{789FAF5E-696A-46EF-9364-0356A60D288A}" srcOrd="0" destOrd="0" presId="urn:microsoft.com/office/officeart/2005/8/layout/radial4"/>
    <dgm:cxn modelId="{6AAF9FFA-0608-4C8F-9124-5A8821562AB9}" srcId="{E39D0E59-BA15-42CD-BFFF-888F52C01B07}" destId="{19C7CF83-3BDB-4F1A-861A-BE08D2208540}" srcOrd="0" destOrd="0" parTransId="{03809E4F-FBD1-4AE2-A922-60C77998C1E7}" sibTransId="{B8DDED6E-7F03-4920-8337-45987F535C14}"/>
    <dgm:cxn modelId="{462F954F-B97B-44EF-B207-8276FC08D88D}" type="presOf" srcId="{500E2A60-0471-4500-8A51-A2F81D7829A2}" destId="{5031FE95-087A-423C-BA75-0B30BF440198}" srcOrd="0" destOrd="1" presId="urn:microsoft.com/office/officeart/2005/8/layout/radial4"/>
    <dgm:cxn modelId="{A22F6DEE-29E9-4E69-8731-E71C5FAD8466}" srcId="{E39D0E59-BA15-42CD-BFFF-888F52C01B07}" destId="{163940C1-F986-43BC-AB1C-B94A1FDFD8B9}" srcOrd="1" destOrd="0" parTransId="{77A65761-7DF9-4D1E-A1C4-FE3B988C5320}" sibTransId="{16A40D74-5D0B-468D-95BD-F785C25DA0E1}"/>
    <dgm:cxn modelId="{AA44BC5A-CCE3-40B6-AD89-4504C35BB6FC}" type="presOf" srcId="{77A65761-7DF9-4D1E-A1C4-FE3B988C5320}" destId="{1A21A657-7D30-4537-8523-6CEF6A17716A}" srcOrd="0" destOrd="0" presId="urn:microsoft.com/office/officeart/2005/8/layout/radial4"/>
    <dgm:cxn modelId="{0BF16286-DD67-4560-9D62-6EE8AB381051}" type="presOf" srcId="{03809E4F-FBD1-4AE2-A922-60C77998C1E7}" destId="{8B7E33F6-B0CE-4005-A4F4-4AD10AF3DA78}" srcOrd="0" destOrd="0" presId="urn:microsoft.com/office/officeart/2005/8/layout/radial4"/>
    <dgm:cxn modelId="{DF99A219-EEA0-40AE-A90D-03039C124132}" type="presOf" srcId="{19C7CF83-3BDB-4F1A-861A-BE08D2208540}" destId="{91E2A4B9-76DA-4016-9224-875CEA773E4B}" srcOrd="0" destOrd="0" presId="urn:microsoft.com/office/officeart/2005/8/layout/radial4"/>
    <dgm:cxn modelId="{9C8D7C8C-E1B8-4721-9364-951B18C19E99}" srcId="{E39D0E59-BA15-42CD-BFFF-888F52C01B07}" destId="{E9894A27-F1ED-4D1A-8751-59B443F865E9}" srcOrd="2" destOrd="0" parTransId="{A3F184ED-ACAE-4081-B6F9-82D210EC8F5F}" sibTransId="{192B5875-4AEB-436F-8C3B-52AAA4D6B7D0}"/>
    <dgm:cxn modelId="{C9180AA5-A7FE-46FE-89FA-09366CC4DC48}" srcId="{7AC1FCFF-30D6-4861-A60A-0A8DFFD7FB32}" destId="{E39D0E59-BA15-42CD-BFFF-888F52C01B07}" srcOrd="0" destOrd="0" parTransId="{AFCAEC3A-258D-4D61-B428-161CD821A22C}" sibTransId="{756F2C44-E921-4919-BD75-5AF1C4952B7E}"/>
    <dgm:cxn modelId="{8FAD8C17-53BA-407D-9A4A-1E90FEFC8CFC}" srcId="{E9894A27-F1ED-4D1A-8751-59B443F865E9}" destId="{500E2A60-0471-4500-8A51-A2F81D7829A2}" srcOrd="0" destOrd="0" parTransId="{F5FA2EB5-2B2F-4333-8310-B0D02B811639}" sibTransId="{887111B3-FCB3-40A9-BBE7-8960F00D4E1D}"/>
    <dgm:cxn modelId="{AAC4AC58-8783-4236-BFA4-AB691F80D8C6}" type="presOf" srcId="{6F1AAF78-E5F8-43EE-8A1A-6CA0C1AA5A03}" destId="{F74DB661-58FD-4033-9F6C-1B2FB70066FB}" srcOrd="0" destOrd="2" presId="urn:microsoft.com/office/officeart/2005/8/layout/radial4"/>
    <dgm:cxn modelId="{C3FD4071-53EB-4D6C-8E69-CD8FB882DF8C}" type="presOf" srcId="{E9894A27-F1ED-4D1A-8751-59B443F865E9}" destId="{5031FE95-087A-423C-BA75-0B30BF440198}" srcOrd="0" destOrd="0" presId="urn:microsoft.com/office/officeart/2005/8/layout/radial4"/>
    <dgm:cxn modelId="{DF517A84-8949-4369-B4C1-C3DEDF051ED9}" type="presOf" srcId="{675142F8-6F5D-41C0-ACC3-451201E36D73}" destId="{F74DB661-58FD-4033-9F6C-1B2FB70066FB}" srcOrd="0" destOrd="3" presId="urn:microsoft.com/office/officeart/2005/8/layout/radial4"/>
    <dgm:cxn modelId="{7644E218-880D-4F3A-8C04-010DCA601F65}" type="presOf" srcId="{7AC1FCFF-30D6-4861-A60A-0A8DFFD7FB32}" destId="{378AC650-37FF-4201-9EB4-CF077E9F6B1F}" srcOrd="0" destOrd="0" presId="urn:microsoft.com/office/officeart/2005/8/layout/radial4"/>
    <dgm:cxn modelId="{AFC3A37A-761A-469F-BDBE-5E8E25F44191}" type="presOf" srcId="{A6594E6D-5E3E-4758-A379-7E17EDABA4CB}" destId="{5031FE95-087A-423C-BA75-0B30BF440198}" srcOrd="0" destOrd="2" presId="urn:microsoft.com/office/officeart/2005/8/layout/radial4"/>
    <dgm:cxn modelId="{7F8EFF6B-742F-4966-A0CA-47AF2AF3DA30}" srcId="{19C7CF83-3BDB-4F1A-861A-BE08D2208540}" destId="{920706ED-8497-4422-A681-D66D82CAE103}" srcOrd="0" destOrd="0" parTransId="{0F117CE8-CA22-4A57-8D05-AFE75C074514}" sibTransId="{907BA3C2-E5AF-4914-96DB-7CBACD916374}"/>
    <dgm:cxn modelId="{6E32EB90-AD61-4883-A804-D8706724D832}" type="presOf" srcId="{02E4BE13-9D7A-494B-8546-3DE8E466FBC3}" destId="{F74DB661-58FD-4033-9F6C-1B2FB70066FB}" srcOrd="0" destOrd="1" presId="urn:microsoft.com/office/officeart/2005/8/layout/radial4"/>
    <dgm:cxn modelId="{CB96AE85-BEFC-425D-9872-87CF58F81CDA}" type="presOf" srcId="{920706ED-8497-4422-A681-D66D82CAE103}" destId="{91E2A4B9-76DA-4016-9224-875CEA773E4B}" srcOrd="0" destOrd="1" presId="urn:microsoft.com/office/officeart/2005/8/layout/radial4"/>
    <dgm:cxn modelId="{5014EB8E-17D7-464B-B6FF-89EAC94BD146}" srcId="{163940C1-F986-43BC-AB1C-B94A1FDFD8B9}" destId="{02E4BE13-9D7A-494B-8546-3DE8E466FBC3}" srcOrd="0" destOrd="0" parTransId="{03C9C828-3AFE-4716-9F77-5D145FCABA5F}" sibTransId="{016C0A23-0EC6-47DF-9403-8F91EC63DBBE}"/>
    <dgm:cxn modelId="{BADE9042-4E80-4A95-AC9B-CE6C66755D7C}" type="presOf" srcId="{A3F184ED-ACAE-4081-B6F9-82D210EC8F5F}" destId="{3B9E304F-D7E5-46BC-BADC-F78C34902DD1}" srcOrd="0" destOrd="0" presId="urn:microsoft.com/office/officeart/2005/8/layout/radial4"/>
    <dgm:cxn modelId="{26185920-0BAA-4C9B-8F6B-0AC2F6672385}" type="presOf" srcId="{163940C1-F986-43BC-AB1C-B94A1FDFD8B9}" destId="{F74DB661-58FD-4033-9F6C-1B2FB70066FB}" srcOrd="0" destOrd="0" presId="urn:microsoft.com/office/officeart/2005/8/layout/radial4"/>
    <dgm:cxn modelId="{3AFEFE4B-2ECC-4309-A276-C4AE96C14A57}" srcId="{163940C1-F986-43BC-AB1C-B94A1FDFD8B9}" destId="{6F1AAF78-E5F8-43EE-8A1A-6CA0C1AA5A03}" srcOrd="1" destOrd="0" parTransId="{FCBD559D-AAE0-4ABE-B48B-85A0748AEDBB}" sibTransId="{5B2D963C-B012-4294-82DE-BD83C83BB860}"/>
    <dgm:cxn modelId="{24E07085-D14D-49F7-B37A-9C9F44CD1493}" srcId="{E9894A27-F1ED-4D1A-8751-59B443F865E9}" destId="{A6594E6D-5E3E-4758-A379-7E17EDABA4CB}" srcOrd="1" destOrd="0" parTransId="{6A4A3B8A-CA65-4AC0-85A4-0B1E12F8C5C4}" sibTransId="{14A243AD-F19B-4D52-A9B2-5F4D579CB92B}"/>
    <dgm:cxn modelId="{7A570C38-C0CB-4C11-9698-4DC4E0C7034E}" type="presParOf" srcId="{378AC650-37FF-4201-9EB4-CF077E9F6B1F}" destId="{789FAF5E-696A-46EF-9364-0356A60D288A}" srcOrd="0" destOrd="0" presId="urn:microsoft.com/office/officeart/2005/8/layout/radial4"/>
    <dgm:cxn modelId="{91EDA231-EAD7-4BE6-990E-C81D8EDE026A}" type="presParOf" srcId="{378AC650-37FF-4201-9EB4-CF077E9F6B1F}" destId="{8B7E33F6-B0CE-4005-A4F4-4AD10AF3DA78}" srcOrd="1" destOrd="0" presId="urn:microsoft.com/office/officeart/2005/8/layout/radial4"/>
    <dgm:cxn modelId="{60458502-25D8-4A05-8535-0318057D8935}" type="presParOf" srcId="{378AC650-37FF-4201-9EB4-CF077E9F6B1F}" destId="{91E2A4B9-76DA-4016-9224-875CEA773E4B}" srcOrd="2" destOrd="0" presId="urn:microsoft.com/office/officeart/2005/8/layout/radial4"/>
    <dgm:cxn modelId="{02C86C58-AD3F-4A92-BC24-5760AAF8FB10}" type="presParOf" srcId="{378AC650-37FF-4201-9EB4-CF077E9F6B1F}" destId="{1A21A657-7D30-4537-8523-6CEF6A17716A}" srcOrd="3" destOrd="0" presId="urn:microsoft.com/office/officeart/2005/8/layout/radial4"/>
    <dgm:cxn modelId="{A7994ADD-C5DD-4618-AEA5-DB4E35E4B113}" type="presParOf" srcId="{378AC650-37FF-4201-9EB4-CF077E9F6B1F}" destId="{F74DB661-58FD-4033-9F6C-1B2FB70066FB}" srcOrd="4" destOrd="0" presId="urn:microsoft.com/office/officeart/2005/8/layout/radial4"/>
    <dgm:cxn modelId="{23508E26-4C17-4731-A8D1-F2880030F676}" type="presParOf" srcId="{378AC650-37FF-4201-9EB4-CF077E9F6B1F}" destId="{3B9E304F-D7E5-46BC-BADC-F78C34902DD1}" srcOrd="5" destOrd="0" presId="urn:microsoft.com/office/officeart/2005/8/layout/radial4"/>
    <dgm:cxn modelId="{3B8B307B-0253-4602-B810-408994C9DA39}" type="presParOf" srcId="{378AC650-37FF-4201-9EB4-CF077E9F6B1F}" destId="{5031FE95-087A-423C-BA75-0B30BF440198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AC1FCFF-30D6-4861-A60A-0A8DFFD7FB32}" type="doc">
      <dgm:prSet loTypeId="urn:microsoft.com/office/officeart/2005/8/layout/radial4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E39D0E59-BA15-42CD-BFFF-888F52C01B07}">
      <dgm:prSet phldrT="[텍스트]" custT="1"/>
      <dgm:spPr/>
      <dgm:t>
        <a:bodyPr/>
        <a:lstStyle/>
        <a:p>
          <a:pPr algn="ctr" latinLnBrk="1"/>
          <a:r>
            <a:rPr lang="en-US" altLang="ko-KR" sz="2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ETRI(1.1M/Y)</a:t>
          </a:r>
        </a:p>
        <a:p>
          <a:pPr marL="82550" indent="-82550" algn="just" latinLnBrk="0"/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-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멀티트랙 기반 분위기 제어 기능 관련 참조 모델 선정 및 분석</a:t>
          </a:r>
          <a:endParaRPr lang="en-US" altLang="ko-K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82550" indent="-82550" algn="just" latinLnBrk="0"/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-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멀티트랙 기반 분위기 제어 기능 요구사항 도출</a:t>
          </a:r>
          <a:endParaRPr lang="en-US" altLang="ko-K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82550" indent="-82550" algn="just" latinLnBrk="0"/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-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멀티트랙 오디오 서비스 호환 분위기 제어 모듈 및 </a:t>
          </a:r>
          <a:r>
            <a:rPr lang="ko-KR" altLang="en-US" sz="14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설계</a:t>
          </a:r>
          <a:endParaRPr lang="ko-KR" altLang="en-US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FCAEC3A-258D-4D61-B428-161CD821A22C}" type="parTrans" cxnId="{C9180AA5-A7FE-46FE-89FA-09366CC4DC48}">
      <dgm:prSet/>
      <dgm:spPr/>
      <dgm:t>
        <a:bodyPr/>
        <a:lstStyle/>
        <a:p>
          <a:pPr latinLnBrk="1"/>
          <a:endParaRPr lang="ko-KR" altLang="en-US"/>
        </a:p>
      </dgm:t>
    </dgm:pt>
    <dgm:pt modelId="{756F2C44-E921-4919-BD75-5AF1C4952B7E}" type="sibTrans" cxnId="{C9180AA5-A7FE-46FE-89FA-09366CC4DC48}">
      <dgm:prSet/>
      <dgm:spPr/>
      <dgm:t>
        <a:bodyPr/>
        <a:lstStyle/>
        <a:p>
          <a:pPr latinLnBrk="1"/>
          <a:endParaRPr lang="ko-KR" altLang="en-US"/>
        </a:p>
      </dgm:t>
    </dgm:pt>
    <dgm:pt modelId="{19C7CF83-3BDB-4F1A-861A-BE08D2208540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㈜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오디즌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(2.0M/Y)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809E4F-FBD1-4AE2-A922-60C77998C1E7}" type="parTrans" cxnId="{6AAF9FFA-0608-4C8F-9124-5A8821562AB9}">
      <dgm:prSet/>
      <dgm:spPr/>
      <dgm:t>
        <a:bodyPr/>
        <a:lstStyle/>
        <a:p>
          <a:pPr latinLnBrk="1"/>
          <a:endParaRPr lang="ko-KR" altLang="en-US"/>
        </a:p>
      </dgm:t>
    </dgm:pt>
    <dgm:pt modelId="{B8DDED6E-7F03-4920-8337-45987F535C14}" type="sibTrans" cxnId="{6AAF9FFA-0608-4C8F-9124-5A8821562AB9}">
      <dgm:prSet/>
      <dgm:spPr/>
      <dgm:t>
        <a:bodyPr/>
        <a:lstStyle/>
        <a:p>
          <a:pPr latinLnBrk="1"/>
          <a:endParaRPr lang="ko-KR" altLang="en-US"/>
        </a:p>
      </dgm:t>
    </dgm:pt>
    <dgm:pt modelId="{E9894A27-F1ED-4D1A-8751-59B443F865E9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위탁연구 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(1M/Y)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3F184ED-ACAE-4081-B6F9-82D210EC8F5F}" type="parTrans" cxnId="{9C8D7C8C-E1B8-4721-9364-951B18C19E99}">
      <dgm:prSet/>
      <dgm:spPr/>
      <dgm:t>
        <a:bodyPr/>
        <a:lstStyle/>
        <a:p>
          <a:pPr latinLnBrk="1"/>
          <a:endParaRPr lang="ko-KR" altLang="en-US"/>
        </a:p>
      </dgm:t>
    </dgm:pt>
    <dgm:pt modelId="{192B5875-4AEB-436F-8C3B-52AAA4D6B7D0}" type="sibTrans" cxnId="{9C8D7C8C-E1B8-4721-9364-951B18C19E99}">
      <dgm:prSet/>
      <dgm:spPr/>
      <dgm:t>
        <a:bodyPr/>
        <a:lstStyle/>
        <a:p>
          <a:pPr latinLnBrk="1"/>
          <a:endParaRPr lang="ko-KR" altLang="en-US"/>
        </a:p>
      </dgm:t>
    </dgm:pt>
    <dgm:pt modelId="{920706ED-8497-4422-A681-D66D82CAE103}">
      <dgm:prSet phldrT="[텍스트]"/>
      <dgm:spPr/>
      <dgm:t>
        <a:bodyPr/>
        <a:lstStyle/>
        <a:p>
          <a:pPr latinLnBrk="0"/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Music 2.0 Player 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호환 분위기 제어 기능을 포함하는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단말 제작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F117CE8-CA22-4A57-8D05-AFE75C074514}" type="parTrans" cxnId="{7F8EFF6B-742F-4966-A0CA-47AF2AF3DA30}">
      <dgm:prSet/>
      <dgm:spPr/>
      <dgm:t>
        <a:bodyPr/>
        <a:lstStyle/>
        <a:p>
          <a:pPr latinLnBrk="1"/>
          <a:endParaRPr lang="ko-KR" altLang="en-US"/>
        </a:p>
      </dgm:t>
    </dgm:pt>
    <dgm:pt modelId="{907BA3C2-E5AF-4914-96DB-7CBACD916374}" type="sibTrans" cxnId="{7F8EFF6B-742F-4966-A0CA-47AF2AF3DA30}">
      <dgm:prSet/>
      <dgm:spPr/>
      <dgm:t>
        <a:bodyPr/>
        <a:lstStyle/>
        <a:p>
          <a:pPr latinLnBrk="1"/>
          <a:endParaRPr lang="ko-KR" altLang="en-US"/>
        </a:p>
      </dgm:t>
    </dgm:pt>
    <dgm:pt modelId="{500E2A60-0471-4500-8A51-A2F81D7829A2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참조 모델 기반 트랙 제어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설정값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연구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5FA2EB5-2B2F-4333-8310-B0D02B811639}" type="parTrans" cxnId="{8FAD8C17-53BA-407D-9A4A-1E90FEFC8CFC}">
      <dgm:prSet/>
      <dgm:spPr/>
      <dgm:t>
        <a:bodyPr/>
        <a:lstStyle/>
        <a:p>
          <a:pPr latinLnBrk="1"/>
          <a:endParaRPr lang="ko-KR" altLang="en-US"/>
        </a:p>
      </dgm:t>
    </dgm:pt>
    <dgm:pt modelId="{887111B3-FCB3-40A9-BBE7-8960F00D4E1D}" type="sibTrans" cxnId="{8FAD8C17-53BA-407D-9A4A-1E90FEFC8CFC}">
      <dgm:prSet/>
      <dgm:spPr/>
      <dgm:t>
        <a:bodyPr/>
        <a:lstStyle/>
        <a:p>
          <a:pPr latinLnBrk="1"/>
          <a:endParaRPr lang="ko-KR" altLang="en-US"/>
        </a:p>
      </dgm:t>
    </dgm:pt>
    <dgm:pt modelId="{7FECBFC8-1878-443C-BA11-14B868EA51AB}">
      <dgm:prSet phldrT="[텍스트]"/>
      <dgm:spPr/>
      <dgm:t>
        <a:bodyPr/>
        <a:lstStyle/>
        <a:p>
          <a:pPr latinLnBrk="0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교육 및 전문가용 </a:t>
          </a:r>
          <a:r>
            <a:rPr lang="en-US" altLang="ko-KR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UCC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기능을 포함하는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단말 제작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AA429FF-F08F-410D-9EC0-584EDC7AA934}" type="parTrans" cxnId="{C9EB7087-8782-4A50-892C-EC1BE50BA3C6}">
      <dgm:prSet/>
      <dgm:spPr/>
      <dgm:t>
        <a:bodyPr/>
        <a:lstStyle/>
        <a:p>
          <a:pPr latinLnBrk="1"/>
          <a:endParaRPr lang="ko-KR" altLang="en-US"/>
        </a:p>
      </dgm:t>
    </dgm:pt>
    <dgm:pt modelId="{1FE7C0E3-8932-4BDF-A1D8-1C4B40607D28}" type="sibTrans" cxnId="{C9EB7087-8782-4A50-892C-EC1BE50BA3C6}">
      <dgm:prSet/>
      <dgm:spPr/>
      <dgm:t>
        <a:bodyPr/>
        <a:lstStyle/>
        <a:p>
          <a:pPr latinLnBrk="1"/>
          <a:endParaRPr lang="ko-KR" altLang="en-US"/>
        </a:p>
      </dgm:t>
    </dgm:pt>
    <dgm:pt modelId="{A1CA3645-8FC8-4220-8CEB-D7A74D7E11C9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설문을 통한 분위기 정의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A55C5A3-32B3-4A3B-8EB9-4EBF9F9E8A5B}" type="parTrans" cxnId="{9898A47F-37F0-44F4-82DA-CFDFF28AD429}">
      <dgm:prSet/>
      <dgm:spPr/>
      <dgm:t>
        <a:bodyPr/>
        <a:lstStyle/>
        <a:p>
          <a:pPr latinLnBrk="1"/>
          <a:endParaRPr lang="ko-KR" altLang="en-US"/>
        </a:p>
      </dgm:t>
    </dgm:pt>
    <dgm:pt modelId="{8B221418-0F5D-4AB5-B423-AA00D8815BC0}" type="sibTrans" cxnId="{9898A47F-37F0-44F4-82DA-CFDFF28AD429}">
      <dgm:prSet/>
      <dgm:spPr/>
      <dgm:t>
        <a:bodyPr/>
        <a:lstStyle/>
        <a:p>
          <a:pPr latinLnBrk="1"/>
          <a:endParaRPr lang="ko-KR" altLang="en-US"/>
        </a:p>
      </dgm:t>
    </dgm:pt>
    <dgm:pt modelId="{F27126CD-0382-46E9-8B9E-03C1F85AB49D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용역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640F96-F6C6-46D5-AD22-7B4C0C919D0A}" type="parTrans" cxnId="{BF8E8F6B-291C-4A1E-A5C6-A0EEBD81A511}">
      <dgm:prSet/>
      <dgm:spPr/>
      <dgm:t>
        <a:bodyPr/>
        <a:lstStyle/>
        <a:p>
          <a:pPr latinLnBrk="1"/>
          <a:endParaRPr lang="ko-KR" altLang="en-US"/>
        </a:p>
      </dgm:t>
    </dgm:pt>
    <dgm:pt modelId="{8B7567BF-D87D-4521-9F9B-533E79AF84B2}" type="sibTrans" cxnId="{BF8E8F6B-291C-4A1E-A5C6-A0EEBD81A511}">
      <dgm:prSet/>
      <dgm:spPr/>
      <dgm:t>
        <a:bodyPr/>
        <a:lstStyle/>
        <a:p>
          <a:pPr latinLnBrk="1"/>
          <a:endParaRPr lang="ko-KR" altLang="en-US"/>
        </a:p>
      </dgm:t>
    </dgm:pt>
    <dgm:pt modelId="{F350C65B-9C59-425C-890A-F3B0E4221F83}">
      <dgm:prSet phldrT="[텍스트]"/>
      <dgm:spPr/>
      <dgm:t>
        <a:bodyPr/>
        <a:lstStyle/>
        <a:p>
          <a:pPr latinLnBrk="0"/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UCC 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서비스 검증을 위한 트랙 삽입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교체 용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콘텐츠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제작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3BBB87-DB1C-4374-9503-378D6213B46B}" type="parTrans" cxnId="{AE5241DE-EB35-479E-BAC6-7232266C7B98}">
      <dgm:prSet/>
      <dgm:spPr/>
      <dgm:t>
        <a:bodyPr/>
        <a:lstStyle/>
        <a:p>
          <a:pPr latinLnBrk="1"/>
          <a:endParaRPr lang="ko-KR" altLang="en-US"/>
        </a:p>
      </dgm:t>
    </dgm:pt>
    <dgm:pt modelId="{AB116126-561B-4E52-ABBF-145CC6A6C211}" type="sibTrans" cxnId="{AE5241DE-EB35-479E-BAC6-7232266C7B98}">
      <dgm:prSet/>
      <dgm:spPr/>
      <dgm:t>
        <a:bodyPr/>
        <a:lstStyle/>
        <a:p>
          <a:pPr latinLnBrk="1"/>
          <a:endParaRPr lang="ko-KR" altLang="en-US"/>
        </a:p>
      </dgm:t>
    </dgm:pt>
    <dgm:pt modelId="{3C60FB38-AA37-4930-8DEA-84CB600A3A62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단국대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27C846-F77B-405F-9E88-4CE33F9B9FE6}" type="parTrans" cxnId="{C4DE0081-B4B6-4E2E-B02C-AD22472EB73F}">
      <dgm:prSet/>
      <dgm:spPr/>
      <dgm:t>
        <a:bodyPr/>
        <a:lstStyle/>
        <a:p>
          <a:pPr latinLnBrk="1"/>
          <a:endParaRPr lang="ko-KR" altLang="en-US"/>
        </a:p>
      </dgm:t>
    </dgm:pt>
    <dgm:pt modelId="{EE0B0014-F77B-4DE3-84CC-28B778D0149D}" type="sibTrans" cxnId="{C4DE0081-B4B6-4E2E-B02C-AD22472EB73F}">
      <dgm:prSet/>
      <dgm:spPr/>
      <dgm:t>
        <a:bodyPr/>
        <a:lstStyle/>
        <a:p>
          <a:pPr latinLnBrk="1"/>
          <a:endParaRPr lang="ko-KR" altLang="en-US"/>
        </a:p>
      </dgm:t>
    </dgm:pt>
    <dgm:pt modelId="{AB8CBC15-FA56-4E40-B09A-2A8584A68AE2}">
      <dgm:prSet phldrT="[텍스트]"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㈜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새빛컴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156239E-2866-40B5-A901-CBF810DC738B}" type="parTrans" cxnId="{78263CFC-0B45-4EC7-AA3C-4EC7D6FEBAFA}">
      <dgm:prSet/>
      <dgm:spPr/>
      <dgm:t>
        <a:bodyPr/>
        <a:lstStyle/>
        <a:p>
          <a:pPr latinLnBrk="1"/>
          <a:endParaRPr lang="ko-KR" altLang="en-US"/>
        </a:p>
      </dgm:t>
    </dgm:pt>
    <dgm:pt modelId="{DDD7A15D-A540-4E7B-AD86-B9D5E8E74343}" type="sibTrans" cxnId="{78263CFC-0B45-4EC7-AA3C-4EC7D6FEBAFA}">
      <dgm:prSet/>
      <dgm:spPr/>
      <dgm:t>
        <a:bodyPr/>
        <a:lstStyle/>
        <a:p>
          <a:pPr latinLnBrk="1"/>
          <a:endParaRPr lang="ko-KR" altLang="en-US"/>
        </a:p>
      </dgm:t>
    </dgm:pt>
    <dgm:pt modelId="{378AC650-37FF-4201-9EB4-CF077E9F6B1F}" type="pres">
      <dgm:prSet presAssocID="{7AC1FCFF-30D6-4861-A60A-0A8DFFD7FB32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89FAF5E-696A-46EF-9364-0356A60D288A}" type="pres">
      <dgm:prSet presAssocID="{E39D0E59-BA15-42CD-BFFF-888F52C01B07}" presName="centerShape" presStyleLbl="node0" presStyleIdx="0" presStyleCnt="1" custScaleX="141038" custScaleY="134145" custLinFactNeighborX="-1931" custLinFactNeighborY="-6384"/>
      <dgm:spPr/>
      <dgm:t>
        <a:bodyPr/>
        <a:lstStyle/>
        <a:p>
          <a:pPr latinLnBrk="1"/>
          <a:endParaRPr lang="ko-KR" altLang="en-US"/>
        </a:p>
      </dgm:t>
    </dgm:pt>
    <dgm:pt modelId="{8B7E33F6-B0CE-4005-A4F4-4AD10AF3DA78}" type="pres">
      <dgm:prSet presAssocID="{03809E4F-FBD1-4AE2-A922-60C77998C1E7}" presName="parTrans" presStyleLbl="bgSibTrans2D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91E2A4B9-76DA-4016-9224-875CEA773E4B}" type="pres">
      <dgm:prSet presAssocID="{19C7CF83-3BDB-4F1A-861A-BE08D2208540}" presName="node" presStyleLbl="node1" presStyleIdx="0" presStyleCnt="3" custScaleX="103996" custScaleY="110773" custRadScaleRad="114485" custRadScaleInc="-777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B9E304F-D7E5-46BC-BADC-F78C34902DD1}" type="pres">
      <dgm:prSet presAssocID="{A3F184ED-ACAE-4081-B6F9-82D210EC8F5F}" presName="parTrans" presStyleLbl="bgSibTrans2D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5031FE95-087A-423C-BA75-0B30BF440198}" type="pres">
      <dgm:prSet presAssocID="{E9894A27-F1ED-4D1A-8751-59B443F865E9}" presName="node" presStyleLbl="node1" presStyleIdx="1" presStyleCnt="3" custScaleY="78516" custRadScaleRad="111576" custRadScaleInc="8392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EC00B89-F95E-42CF-83AD-787E7DAC2E9F}" type="pres">
      <dgm:prSet presAssocID="{20640F96-F6C6-46D5-AD22-7B4C0C919D0A}" presName="parTrans" presStyleLbl="bgSibTrans2D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D4095DE6-E96A-4C08-829E-9DEDC9BBE8D4}" type="pres">
      <dgm:prSet presAssocID="{F27126CD-0382-46E9-8B9E-03C1F85AB49D}" presName="node" presStyleLbl="node1" presStyleIdx="2" presStyleCnt="3" custScaleX="80632" custScaleY="79214" custRadScaleRad="91173" custRadScaleInc="7092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30D1F47D-19BD-4147-9BA2-593401920AAD}" type="presOf" srcId="{E9894A27-F1ED-4D1A-8751-59B443F865E9}" destId="{5031FE95-087A-423C-BA75-0B30BF440198}" srcOrd="0" destOrd="0" presId="urn:microsoft.com/office/officeart/2005/8/layout/radial4"/>
    <dgm:cxn modelId="{6AAF9FFA-0608-4C8F-9124-5A8821562AB9}" srcId="{E39D0E59-BA15-42CD-BFFF-888F52C01B07}" destId="{19C7CF83-3BDB-4F1A-861A-BE08D2208540}" srcOrd="0" destOrd="0" parTransId="{03809E4F-FBD1-4AE2-A922-60C77998C1E7}" sibTransId="{B8DDED6E-7F03-4920-8337-45987F535C14}"/>
    <dgm:cxn modelId="{64272D28-1B2A-496B-A679-EF85EE020425}" type="presOf" srcId="{AB8CBC15-FA56-4E40-B09A-2A8584A68AE2}" destId="{D4095DE6-E96A-4C08-829E-9DEDC9BBE8D4}" srcOrd="0" destOrd="1" presId="urn:microsoft.com/office/officeart/2005/8/layout/radial4"/>
    <dgm:cxn modelId="{7A66B20C-BD21-42EF-AF39-9C74DF1773AA}" type="presOf" srcId="{3C60FB38-AA37-4930-8DEA-84CB600A3A62}" destId="{5031FE95-087A-423C-BA75-0B30BF440198}" srcOrd="0" destOrd="1" presId="urn:microsoft.com/office/officeart/2005/8/layout/radial4"/>
    <dgm:cxn modelId="{C4DE0081-B4B6-4E2E-B02C-AD22472EB73F}" srcId="{E9894A27-F1ED-4D1A-8751-59B443F865E9}" destId="{3C60FB38-AA37-4930-8DEA-84CB600A3A62}" srcOrd="0" destOrd="0" parTransId="{4827C846-F77B-405F-9E88-4CE33F9B9FE6}" sibTransId="{EE0B0014-F77B-4DE3-84CC-28B778D0149D}"/>
    <dgm:cxn modelId="{9898A47F-37F0-44F4-82DA-CFDFF28AD429}" srcId="{E9894A27-F1ED-4D1A-8751-59B443F865E9}" destId="{A1CA3645-8FC8-4220-8CEB-D7A74D7E11C9}" srcOrd="2" destOrd="0" parTransId="{9A55C5A3-32B3-4A3B-8EB9-4EBF9F9E8A5B}" sibTransId="{8B221418-0F5D-4AB5-B423-AA00D8815BC0}"/>
    <dgm:cxn modelId="{AE5241DE-EB35-479E-BAC6-7232266C7B98}" srcId="{F27126CD-0382-46E9-8B9E-03C1F85AB49D}" destId="{F350C65B-9C59-425C-890A-F3B0E4221F83}" srcOrd="1" destOrd="0" parTransId="{483BBB87-DB1C-4374-9503-378D6213B46B}" sibTransId="{AB116126-561B-4E52-ABBF-145CC6A6C211}"/>
    <dgm:cxn modelId="{19CB31B3-C58F-436D-836C-042E6C98C99D}" type="presOf" srcId="{19C7CF83-3BDB-4F1A-861A-BE08D2208540}" destId="{91E2A4B9-76DA-4016-9224-875CEA773E4B}" srcOrd="0" destOrd="0" presId="urn:microsoft.com/office/officeart/2005/8/layout/radial4"/>
    <dgm:cxn modelId="{C9EB7087-8782-4A50-892C-EC1BE50BA3C6}" srcId="{19C7CF83-3BDB-4F1A-861A-BE08D2208540}" destId="{7FECBFC8-1878-443C-BA11-14B868EA51AB}" srcOrd="1" destOrd="0" parTransId="{3AA429FF-F08F-410D-9EC0-584EDC7AA934}" sibTransId="{1FE7C0E3-8932-4BDF-A1D8-1C4B40607D28}"/>
    <dgm:cxn modelId="{78263CFC-0B45-4EC7-AA3C-4EC7D6FEBAFA}" srcId="{F27126CD-0382-46E9-8B9E-03C1F85AB49D}" destId="{AB8CBC15-FA56-4E40-B09A-2A8584A68AE2}" srcOrd="0" destOrd="0" parTransId="{9156239E-2866-40B5-A901-CBF810DC738B}" sibTransId="{DDD7A15D-A540-4E7B-AD86-B9D5E8E74343}"/>
    <dgm:cxn modelId="{D87FC15B-36AD-4079-8E32-B6DF5CD889A3}" type="presOf" srcId="{E39D0E59-BA15-42CD-BFFF-888F52C01B07}" destId="{789FAF5E-696A-46EF-9364-0356A60D288A}" srcOrd="0" destOrd="0" presId="urn:microsoft.com/office/officeart/2005/8/layout/radial4"/>
    <dgm:cxn modelId="{BF8E8F6B-291C-4A1E-A5C6-A0EEBD81A511}" srcId="{E39D0E59-BA15-42CD-BFFF-888F52C01B07}" destId="{F27126CD-0382-46E9-8B9E-03C1F85AB49D}" srcOrd="2" destOrd="0" parTransId="{20640F96-F6C6-46D5-AD22-7B4C0C919D0A}" sibTransId="{8B7567BF-D87D-4521-9F9B-533E79AF84B2}"/>
    <dgm:cxn modelId="{9C8D7C8C-E1B8-4721-9364-951B18C19E99}" srcId="{E39D0E59-BA15-42CD-BFFF-888F52C01B07}" destId="{E9894A27-F1ED-4D1A-8751-59B443F865E9}" srcOrd="1" destOrd="0" parTransId="{A3F184ED-ACAE-4081-B6F9-82D210EC8F5F}" sibTransId="{192B5875-4AEB-436F-8C3B-52AAA4D6B7D0}"/>
    <dgm:cxn modelId="{C9180AA5-A7FE-46FE-89FA-09366CC4DC48}" srcId="{7AC1FCFF-30D6-4861-A60A-0A8DFFD7FB32}" destId="{E39D0E59-BA15-42CD-BFFF-888F52C01B07}" srcOrd="0" destOrd="0" parTransId="{AFCAEC3A-258D-4D61-B428-161CD821A22C}" sibTransId="{756F2C44-E921-4919-BD75-5AF1C4952B7E}"/>
    <dgm:cxn modelId="{8FAD8C17-53BA-407D-9A4A-1E90FEFC8CFC}" srcId="{E9894A27-F1ED-4D1A-8751-59B443F865E9}" destId="{500E2A60-0471-4500-8A51-A2F81D7829A2}" srcOrd="1" destOrd="0" parTransId="{F5FA2EB5-2B2F-4333-8310-B0D02B811639}" sibTransId="{887111B3-FCB3-40A9-BBE7-8960F00D4E1D}"/>
    <dgm:cxn modelId="{A895897F-90D5-4F7F-9B70-56A02CA9FDD2}" type="presOf" srcId="{7AC1FCFF-30D6-4861-A60A-0A8DFFD7FB32}" destId="{378AC650-37FF-4201-9EB4-CF077E9F6B1F}" srcOrd="0" destOrd="0" presId="urn:microsoft.com/office/officeart/2005/8/layout/radial4"/>
    <dgm:cxn modelId="{E0B16402-5A9F-4527-9777-4E58D2CA78B1}" type="presOf" srcId="{A1CA3645-8FC8-4220-8CEB-D7A74D7E11C9}" destId="{5031FE95-087A-423C-BA75-0B30BF440198}" srcOrd="0" destOrd="3" presId="urn:microsoft.com/office/officeart/2005/8/layout/radial4"/>
    <dgm:cxn modelId="{A398E3A0-174F-4C0E-B218-202B284AE9A8}" type="presOf" srcId="{20640F96-F6C6-46D5-AD22-7B4C0C919D0A}" destId="{4EC00B89-F95E-42CF-83AD-787E7DAC2E9F}" srcOrd="0" destOrd="0" presId="urn:microsoft.com/office/officeart/2005/8/layout/radial4"/>
    <dgm:cxn modelId="{7BA53065-2F1B-418A-B91F-B70304C48FED}" type="presOf" srcId="{500E2A60-0471-4500-8A51-A2F81D7829A2}" destId="{5031FE95-087A-423C-BA75-0B30BF440198}" srcOrd="0" destOrd="2" presId="urn:microsoft.com/office/officeart/2005/8/layout/radial4"/>
    <dgm:cxn modelId="{378259B4-35C5-4B95-BF27-B5AD117AF784}" type="presOf" srcId="{920706ED-8497-4422-A681-D66D82CAE103}" destId="{91E2A4B9-76DA-4016-9224-875CEA773E4B}" srcOrd="0" destOrd="1" presId="urn:microsoft.com/office/officeart/2005/8/layout/radial4"/>
    <dgm:cxn modelId="{99FAB57F-AA2A-4ECF-8397-E40A89DD69CA}" type="presOf" srcId="{7FECBFC8-1878-443C-BA11-14B868EA51AB}" destId="{91E2A4B9-76DA-4016-9224-875CEA773E4B}" srcOrd="0" destOrd="2" presId="urn:microsoft.com/office/officeart/2005/8/layout/radial4"/>
    <dgm:cxn modelId="{7F8EFF6B-742F-4966-A0CA-47AF2AF3DA30}" srcId="{19C7CF83-3BDB-4F1A-861A-BE08D2208540}" destId="{920706ED-8497-4422-A681-D66D82CAE103}" srcOrd="0" destOrd="0" parTransId="{0F117CE8-CA22-4A57-8D05-AFE75C074514}" sibTransId="{907BA3C2-E5AF-4914-96DB-7CBACD916374}"/>
    <dgm:cxn modelId="{2620E8AF-D8A1-472D-88D7-E21440B8DA69}" type="presOf" srcId="{F27126CD-0382-46E9-8B9E-03C1F85AB49D}" destId="{D4095DE6-E96A-4C08-829E-9DEDC9BBE8D4}" srcOrd="0" destOrd="0" presId="urn:microsoft.com/office/officeart/2005/8/layout/radial4"/>
    <dgm:cxn modelId="{CBC1D5F2-70F8-4B9E-AA4D-428918BEB76E}" type="presOf" srcId="{F350C65B-9C59-425C-890A-F3B0E4221F83}" destId="{D4095DE6-E96A-4C08-829E-9DEDC9BBE8D4}" srcOrd="0" destOrd="2" presId="urn:microsoft.com/office/officeart/2005/8/layout/radial4"/>
    <dgm:cxn modelId="{906E826D-A089-4C25-A274-ACBF71FAB108}" type="presOf" srcId="{A3F184ED-ACAE-4081-B6F9-82D210EC8F5F}" destId="{3B9E304F-D7E5-46BC-BADC-F78C34902DD1}" srcOrd="0" destOrd="0" presId="urn:microsoft.com/office/officeart/2005/8/layout/radial4"/>
    <dgm:cxn modelId="{35F0C974-9021-4C6F-9922-E9457EC3F025}" type="presOf" srcId="{03809E4F-FBD1-4AE2-A922-60C77998C1E7}" destId="{8B7E33F6-B0CE-4005-A4F4-4AD10AF3DA78}" srcOrd="0" destOrd="0" presId="urn:microsoft.com/office/officeart/2005/8/layout/radial4"/>
    <dgm:cxn modelId="{BE650AF5-73A6-4149-9757-EE6FC4F56DC4}" type="presParOf" srcId="{378AC650-37FF-4201-9EB4-CF077E9F6B1F}" destId="{789FAF5E-696A-46EF-9364-0356A60D288A}" srcOrd="0" destOrd="0" presId="urn:microsoft.com/office/officeart/2005/8/layout/radial4"/>
    <dgm:cxn modelId="{A7046FB2-BC29-478A-9182-1B5466DF5094}" type="presParOf" srcId="{378AC650-37FF-4201-9EB4-CF077E9F6B1F}" destId="{8B7E33F6-B0CE-4005-A4F4-4AD10AF3DA78}" srcOrd="1" destOrd="0" presId="urn:microsoft.com/office/officeart/2005/8/layout/radial4"/>
    <dgm:cxn modelId="{3B9B9950-12A6-4967-8406-B5D24FB47C2C}" type="presParOf" srcId="{378AC650-37FF-4201-9EB4-CF077E9F6B1F}" destId="{91E2A4B9-76DA-4016-9224-875CEA773E4B}" srcOrd="2" destOrd="0" presId="urn:microsoft.com/office/officeart/2005/8/layout/radial4"/>
    <dgm:cxn modelId="{1F162453-C010-4AE8-9CC1-E0EA2AE276AC}" type="presParOf" srcId="{378AC650-37FF-4201-9EB4-CF077E9F6B1F}" destId="{3B9E304F-D7E5-46BC-BADC-F78C34902DD1}" srcOrd="3" destOrd="0" presId="urn:microsoft.com/office/officeart/2005/8/layout/radial4"/>
    <dgm:cxn modelId="{8815507D-70A9-4AA2-880A-3C2247D54A38}" type="presParOf" srcId="{378AC650-37FF-4201-9EB4-CF077E9F6B1F}" destId="{5031FE95-087A-423C-BA75-0B30BF440198}" srcOrd="4" destOrd="0" presId="urn:microsoft.com/office/officeart/2005/8/layout/radial4"/>
    <dgm:cxn modelId="{E8096D3E-E4E7-4D9B-9516-FCB6B949FB4D}" type="presParOf" srcId="{378AC650-37FF-4201-9EB4-CF077E9F6B1F}" destId="{4EC00B89-F95E-42CF-83AD-787E7DAC2E9F}" srcOrd="5" destOrd="0" presId="urn:microsoft.com/office/officeart/2005/8/layout/radial4"/>
    <dgm:cxn modelId="{F688E110-8F67-4FE2-9575-BCA6B951E02E}" type="presParOf" srcId="{378AC650-37FF-4201-9EB4-CF077E9F6B1F}" destId="{D4095DE6-E96A-4C08-829E-9DEDC9BBE8D4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15FA3B7-1D90-4A6D-B5BA-6A15D16542F8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9DA84CEF-17C9-44EB-A1A0-87C3828DE1AE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달성도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3F3C44C5-E60F-4019-A647-387889CD9DB3}" type="par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2D39EF3D-ABDA-45EC-8929-3CE3F141E390}" type="sib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ABAE5073-6C52-4D7C-8854-D7EAD6618303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결과물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1C1019F-5DF3-4F7D-837C-114A295FB5EC}" type="par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7E4B4FA-E5C7-4D98-B476-FC0677FEFAF5}" type="sib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5659FB8-7814-4BD3-9C88-FAB34115CABF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192588F-AACB-42A7-8B43-1ABB21CD4716}" type="par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53DDC6DF-A270-463F-8AFC-1C70971455A7}" type="sib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0DF05F39-4114-450C-9AC4-D02314D26770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차년도</a:t>
          </a:r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연구계획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ADFA539-852E-40D6-A388-8AB2DB0EA9C8}" type="par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7B4A1EE0-ECBF-4920-AC9A-96E170448509}" type="sib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D1F9BA44-FF5E-4792-BA28-72AD0CC67664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방법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1D8411F6-00CB-4EB0-83AC-73BA915E1356}" type="parTrans" cxnId="{F75019F5-9D95-4DBA-9FEB-A6787FD99480}">
      <dgm:prSet/>
      <dgm:spPr/>
      <dgm:t>
        <a:bodyPr/>
        <a:lstStyle/>
        <a:p>
          <a:pPr latinLnBrk="1"/>
          <a:endParaRPr lang="ko-KR" altLang="en-US"/>
        </a:p>
      </dgm:t>
    </dgm:pt>
    <dgm:pt modelId="{A2B7A531-5E83-4F67-8A9B-6856B3089A43}" type="sibTrans" cxnId="{F75019F5-9D95-4DBA-9FEB-A6787FD99480}">
      <dgm:prSet/>
      <dgm:spPr/>
      <dgm:t>
        <a:bodyPr/>
        <a:lstStyle/>
        <a:p>
          <a:pPr latinLnBrk="1"/>
          <a:endParaRPr lang="ko-KR" altLang="en-US"/>
        </a:p>
      </dgm:t>
    </dgm:pt>
    <dgm:pt modelId="{677F6074-5050-4EEB-986D-3B3B0AD2ABCA}">
      <dgm:prSet custT="1"/>
      <dgm:spPr/>
      <dgm:t>
        <a:bodyPr/>
        <a:lstStyle/>
        <a:p>
          <a:pPr latinLnBrk="1"/>
          <a:r>
            <a:rPr lang="ko-KR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 항목 별 결과물 내역</a:t>
          </a:r>
        </a:p>
      </dgm:t>
    </dgm:pt>
    <dgm:pt modelId="{6BE7A65C-38C3-44AB-8217-F4064B9D0584}" type="parTrans" cxnId="{62564148-862D-44AF-AD33-64B525406FEE}">
      <dgm:prSet/>
      <dgm:spPr/>
      <dgm:t>
        <a:bodyPr/>
        <a:lstStyle/>
        <a:p>
          <a:pPr latinLnBrk="1"/>
          <a:endParaRPr lang="ko-KR" altLang="en-US"/>
        </a:p>
      </dgm:t>
    </dgm:pt>
    <dgm:pt modelId="{7D46B34C-7082-430E-8B30-843497DBE1B8}" type="sibTrans" cxnId="{62564148-862D-44AF-AD33-64B525406FEE}">
      <dgm:prSet/>
      <dgm:spPr/>
      <dgm:t>
        <a:bodyPr/>
        <a:lstStyle/>
        <a:p>
          <a:pPr latinLnBrk="1"/>
          <a:endParaRPr lang="ko-KR" altLang="en-US"/>
        </a:p>
      </dgm:t>
    </dgm:pt>
    <dgm:pt modelId="{DD9C08F3-2BBB-46E5-BEF0-C95D5A268AC5}">
      <dgm:prSet custT="1"/>
      <dgm:spPr/>
      <dgm:t>
        <a:bodyPr/>
        <a:lstStyle/>
        <a:p>
          <a:pPr latinLnBrk="1"/>
          <a:r>
            <a:rPr lang="ko-KR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 항목 별 결과물의 우수성</a:t>
          </a:r>
        </a:p>
      </dgm:t>
    </dgm:pt>
    <dgm:pt modelId="{4A67CB5D-73F1-4829-91A8-733D33DB8BA8}" type="parTrans" cxnId="{AFD9D1E6-E79C-4095-AB81-F37A8059A53D}">
      <dgm:prSet/>
      <dgm:spPr/>
      <dgm:t>
        <a:bodyPr/>
        <a:lstStyle/>
        <a:p>
          <a:pPr latinLnBrk="1"/>
          <a:endParaRPr lang="ko-KR" altLang="en-US"/>
        </a:p>
      </dgm:t>
    </dgm:pt>
    <dgm:pt modelId="{60D94AEF-C765-4779-A1A9-E419085A9F27}" type="sibTrans" cxnId="{AFD9D1E6-E79C-4095-AB81-F37A8059A53D}">
      <dgm:prSet/>
      <dgm:spPr/>
      <dgm:t>
        <a:bodyPr/>
        <a:lstStyle/>
        <a:p>
          <a:pPr latinLnBrk="1"/>
          <a:endParaRPr lang="ko-KR" altLang="en-US"/>
        </a:p>
      </dgm:t>
    </dgm:pt>
    <dgm:pt modelId="{29C734C0-8B5C-420E-8AF6-D9A7F5432E6C}">
      <dgm:prSet custT="1"/>
      <dgm:spPr/>
      <dgm:t>
        <a:bodyPr/>
        <a:lstStyle/>
        <a:p>
          <a:pPr latinLnBrk="1"/>
          <a:r>
            <a:rPr lang="ko-KR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 항목 별 결과물의 활용성</a:t>
          </a:r>
        </a:p>
      </dgm:t>
    </dgm:pt>
    <dgm:pt modelId="{9F6150FE-503F-4728-B3D8-6EE6800CCCC4}" type="parTrans" cxnId="{4F84412C-EA48-4292-81F7-62F27A383B8F}">
      <dgm:prSet/>
      <dgm:spPr/>
      <dgm:t>
        <a:bodyPr/>
        <a:lstStyle/>
        <a:p>
          <a:pPr latinLnBrk="1"/>
          <a:endParaRPr lang="ko-KR" altLang="en-US"/>
        </a:p>
      </dgm:t>
    </dgm:pt>
    <dgm:pt modelId="{87D4EE73-0C97-40D1-9F37-07E978B7BF09}" type="sibTrans" cxnId="{4F84412C-EA48-4292-81F7-62F27A383B8F}">
      <dgm:prSet/>
      <dgm:spPr/>
      <dgm:t>
        <a:bodyPr/>
        <a:lstStyle/>
        <a:p>
          <a:pPr latinLnBrk="1"/>
          <a:endParaRPr lang="ko-KR" altLang="en-US"/>
        </a:p>
      </dgm:t>
    </dgm:pt>
    <dgm:pt modelId="{72CB3F42-BBA7-407B-8814-82D584A0828D}">
      <dgm:prSet custT="1"/>
      <dgm:spPr/>
      <dgm:t>
        <a:bodyPr/>
        <a:lstStyle/>
        <a:p>
          <a:pPr latinLnBrk="1"/>
          <a:r>
            <a:rPr lang="ko-KR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정량적 성과물</a:t>
          </a:r>
        </a:p>
      </dgm:t>
    </dgm:pt>
    <dgm:pt modelId="{45534148-E396-4C5D-9600-E5DBB57056CF}" type="parTrans" cxnId="{428090C9-19BD-44C2-AFBE-309DFE095183}">
      <dgm:prSet/>
      <dgm:spPr/>
      <dgm:t>
        <a:bodyPr/>
        <a:lstStyle/>
        <a:p>
          <a:pPr latinLnBrk="1"/>
          <a:endParaRPr lang="ko-KR" altLang="en-US"/>
        </a:p>
      </dgm:t>
    </dgm:pt>
    <dgm:pt modelId="{C6887BDC-5F9E-4DF4-A6D2-7B7D8436012E}" type="sibTrans" cxnId="{428090C9-19BD-44C2-AFBE-309DFE095183}">
      <dgm:prSet/>
      <dgm:spPr/>
      <dgm:t>
        <a:bodyPr/>
        <a:lstStyle/>
        <a:p>
          <a:pPr latinLnBrk="1"/>
          <a:endParaRPr lang="ko-KR" altLang="en-US"/>
        </a:p>
      </dgm:t>
    </dgm:pt>
    <dgm:pt modelId="{4AAA10DD-A0AC-48F7-8DF0-C917D47A2D5D}" type="pres">
      <dgm:prSet presAssocID="{E15FA3B7-1D90-4A6D-B5BA-6A15D16542F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BC7ACC3-08AA-4B0E-95D3-7DF9F5D0515B}" type="pres">
      <dgm:prSet presAssocID="{D5659FB8-7814-4BD3-9C88-FAB34115CABF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7ACE5BE-AA18-4645-BA0F-F167D1B27041}" type="pres">
      <dgm:prSet presAssocID="{D5659FB8-7814-4BD3-9C88-FAB34115CABF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73C06742-8345-45BE-BFCE-2C4CA19913EB}" type="pres">
      <dgm:prSet presAssocID="{D5659FB8-7814-4BD3-9C88-FAB34115CAB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CD9E2D2-7B5F-4712-BEF4-EB5B502DD8FD}" type="pres">
      <dgm:prSet presAssocID="{D5659FB8-7814-4BD3-9C88-FAB34115CABF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09AFCA01-1A9E-4B1C-85C6-2874DB800C01}" type="pres">
      <dgm:prSet presAssocID="{D5659FB8-7814-4BD3-9C88-FAB34115CABF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23D89A0-A2BE-409A-BC1E-DAA840BFF119}" type="pres">
      <dgm:prSet presAssocID="{53DDC6DF-A270-463F-8AFC-1C70971455A7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0951A7F2-1E71-43B4-90FF-1787BD4AF019}" type="pres">
      <dgm:prSet presAssocID="{9DA84CEF-17C9-44EB-A1A0-87C3828DE1AE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DF11EFBB-97E3-4D66-9D27-E334728C912F}" type="pres">
      <dgm:prSet presAssocID="{9DA84CEF-17C9-44EB-A1A0-87C3828DE1AE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1ADC506E-807D-4FBD-9F9F-DD547A767F0C}" type="pres">
      <dgm:prSet presAssocID="{9DA84CEF-17C9-44EB-A1A0-87C3828DE1A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320DCBB-A311-4DFC-8E94-D51D084C8E6A}" type="pres">
      <dgm:prSet presAssocID="{9DA84CEF-17C9-44EB-A1A0-87C3828DE1AE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830C68AF-44B6-42BB-A397-B137DD0A7698}" type="pres">
      <dgm:prSet presAssocID="{9DA84CEF-17C9-44EB-A1A0-87C3828DE1AE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51D61CF-BE89-4E59-A2BD-0E290B415B83}" type="pres">
      <dgm:prSet presAssocID="{2D39EF3D-ABDA-45EC-8929-3CE3F141E390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1E5FF7D8-B410-44F9-A106-B146E842F0D6}" type="pres">
      <dgm:prSet presAssocID="{D1F9BA44-FF5E-4792-BA28-72AD0CC67664}" presName="parentLin" presStyleCnt="0"/>
      <dgm:spPr/>
    </dgm:pt>
    <dgm:pt modelId="{3F147CC2-0F21-499B-A26D-C7E45867B4C3}" type="pres">
      <dgm:prSet presAssocID="{D1F9BA44-FF5E-4792-BA28-72AD0CC67664}" presName="parentLeftMargin" presStyleLbl="node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B04F892A-76EA-468A-B11B-3B5D4728FA99}" type="pres">
      <dgm:prSet presAssocID="{D1F9BA44-FF5E-4792-BA28-72AD0CC6766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98CC45F-CD94-41B3-BABC-2FA494EEA8E0}" type="pres">
      <dgm:prSet presAssocID="{D1F9BA44-FF5E-4792-BA28-72AD0CC67664}" presName="negativeSpace" presStyleCnt="0"/>
      <dgm:spPr/>
    </dgm:pt>
    <dgm:pt modelId="{F01CA542-1069-4685-B666-F8C37CBB13A6}" type="pres">
      <dgm:prSet presAssocID="{D1F9BA44-FF5E-4792-BA28-72AD0CC67664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B9227D5-AE0C-481A-B1A5-5CAF95F0B4FF}" type="pres">
      <dgm:prSet presAssocID="{A2B7A531-5E83-4F67-8A9B-6856B3089A43}" presName="spaceBetweenRectangles" presStyleCnt="0"/>
      <dgm:spPr/>
    </dgm:pt>
    <dgm:pt modelId="{80431896-12FD-4984-B69C-735F09853F40}" type="pres">
      <dgm:prSet presAssocID="{ABAE5073-6C52-4D7C-8854-D7EAD6618303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6879F7E-D1C5-4F16-93D3-8ADB8F4421FB}" type="pres">
      <dgm:prSet presAssocID="{ABAE5073-6C52-4D7C-8854-D7EAD6618303}" presName="parentLeftMargin" presStyleLbl="node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EB7CE389-B5B1-402F-B989-E968BB7B4CD5}" type="pres">
      <dgm:prSet presAssocID="{ABAE5073-6C52-4D7C-8854-D7EAD661830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1A846A-54F2-4C59-8DDF-B1FB488AEE99}" type="pres">
      <dgm:prSet presAssocID="{ABAE5073-6C52-4D7C-8854-D7EAD6618303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5839E5D4-29CA-4494-A11C-D2C19BBA1CF8}" type="pres">
      <dgm:prSet presAssocID="{ABAE5073-6C52-4D7C-8854-D7EAD6618303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4DEC9B6-B95E-4582-B50C-86C54F6CA8F0}" type="pres">
      <dgm:prSet presAssocID="{07E4B4FA-E5C7-4D98-B476-FC0677FEFAF5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43F9DB0A-6185-48FC-9A8A-2A35F34A2F71}" type="pres">
      <dgm:prSet presAssocID="{0DF05F39-4114-450C-9AC4-D02314D26770}" presName="parentLin" presStyleCnt="0"/>
      <dgm:spPr/>
    </dgm:pt>
    <dgm:pt modelId="{CCC049EB-A2E9-42D1-805A-90A54F449896}" type="pres">
      <dgm:prSet presAssocID="{0DF05F39-4114-450C-9AC4-D02314D26770}" presName="parentLeftMargin" presStyleLbl="node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4D7DFAA5-5575-4975-89A5-62338500865C}" type="pres">
      <dgm:prSet presAssocID="{0DF05F39-4114-450C-9AC4-D02314D2677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46F6C01-85F4-47AD-84CC-63228BE4ABDF}" type="pres">
      <dgm:prSet presAssocID="{0DF05F39-4114-450C-9AC4-D02314D26770}" presName="negativeSpace" presStyleCnt="0"/>
      <dgm:spPr/>
    </dgm:pt>
    <dgm:pt modelId="{16D7B8BE-04DE-4F4A-87A5-C5AF4F4A017F}" type="pres">
      <dgm:prSet presAssocID="{0DF05F39-4114-450C-9AC4-D02314D2677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04E2AF7E-F5F6-4CE2-A91C-1B17196A7EA4}" type="presOf" srcId="{E15FA3B7-1D90-4A6D-B5BA-6A15D16542F8}" destId="{4AAA10DD-A0AC-48F7-8DF0-C917D47A2D5D}" srcOrd="0" destOrd="0" presId="urn:microsoft.com/office/officeart/2005/8/layout/list1"/>
    <dgm:cxn modelId="{55897634-E8EE-4DAD-A655-9983D4215115}" type="presOf" srcId="{ABAE5073-6C52-4D7C-8854-D7EAD6618303}" destId="{F6879F7E-D1C5-4F16-93D3-8ADB8F4421FB}" srcOrd="0" destOrd="0" presId="urn:microsoft.com/office/officeart/2005/8/layout/list1"/>
    <dgm:cxn modelId="{947B7F17-CC40-4D11-8876-6C01AA24F722}" srcId="{E15FA3B7-1D90-4A6D-B5BA-6A15D16542F8}" destId="{D5659FB8-7814-4BD3-9C88-FAB34115CABF}" srcOrd="0" destOrd="0" parTransId="{4192588F-AACB-42A7-8B43-1ABB21CD4716}" sibTransId="{53DDC6DF-A270-463F-8AFC-1C70971455A7}"/>
    <dgm:cxn modelId="{428090C9-19BD-44C2-AFBE-309DFE095183}" srcId="{ABAE5073-6C52-4D7C-8854-D7EAD6618303}" destId="{72CB3F42-BBA7-407B-8814-82D584A0828D}" srcOrd="3" destOrd="0" parTransId="{45534148-E396-4C5D-9600-E5DBB57056CF}" sibTransId="{C6887BDC-5F9E-4DF4-A6D2-7B7D8436012E}"/>
    <dgm:cxn modelId="{B638F25A-E2AA-437E-8036-2489F484AD65}" type="presOf" srcId="{9DA84CEF-17C9-44EB-A1A0-87C3828DE1AE}" destId="{1ADC506E-807D-4FBD-9F9F-DD547A767F0C}" srcOrd="1" destOrd="0" presId="urn:microsoft.com/office/officeart/2005/8/layout/list1"/>
    <dgm:cxn modelId="{CE588A26-208E-498C-873D-AE13E73F9E3E}" srcId="{E15FA3B7-1D90-4A6D-B5BA-6A15D16542F8}" destId="{9DA84CEF-17C9-44EB-A1A0-87C3828DE1AE}" srcOrd="1" destOrd="0" parTransId="{3F3C44C5-E60F-4019-A647-387889CD9DB3}" sibTransId="{2D39EF3D-ABDA-45EC-8929-3CE3F141E390}"/>
    <dgm:cxn modelId="{C0332964-09B3-4F37-9707-3317048A0E42}" type="presOf" srcId="{D5659FB8-7814-4BD3-9C88-FAB34115CABF}" destId="{F7ACE5BE-AA18-4645-BA0F-F167D1B27041}" srcOrd="0" destOrd="0" presId="urn:microsoft.com/office/officeart/2005/8/layout/list1"/>
    <dgm:cxn modelId="{5CA93F65-6CB4-438F-9081-207C3F408A2D}" type="presOf" srcId="{0DF05F39-4114-450C-9AC4-D02314D26770}" destId="{4D7DFAA5-5575-4975-89A5-62338500865C}" srcOrd="1" destOrd="0" presId="urn:microsoft.com/office/officeart/2005/8/layout/list1"/>
    <dgm:cxn modelId="{62564148-862D-44AF-AD33-64B525406FEE}" srcId="{ABAE5073-6C52-4D7C-8854-D7EAD6618303}" destId="{677F6074-5050-4EEB-986D-3B3B0AD2ABCA}" srcOrd="0" destOrd="0" parTransId="{6BE7A65C-38C3-44AB-8217-F4064B9D0584}" sibTransId="{7D46B34C-7082-430E-8B30-843497DBE1B8}"/>
    <dgm:cxn modelId="{5B488883-C978-4DA3-9E68-0FCB0BC6FC50}" type="presOf" srcId="{677F6074-5050-4EEB-986D-3B3B0AD2ABCA}" destId="{5839E5D4-29CA-4494-A11C-D2C19BBA1CF8}" srcOrd="0" destOrd="0" presId="urn:microsoft.com/office/officeart/2005/8/layout/list1"/>
    <dgm:cxn modelId="{B2F50F30-118D-4EA8-83CF-2AE14C8B2520}" type="presOf" srcId="{0DF05F39-4114-450C-9AC4-D02314D26770}" destId="{CCC049EB-A2E9-42D1-805A-90A54F449896}" srcOrd="0" destOrd="0" presId="urn:microsoft.com/office/officeart/2005/8/layout/list1"/>
    <dgm:cxn modelId="{0C49726D-EB6A-49F4-AC20-2DC03D470F21}" type="presOf" srcId="{D1F9BA44-FF5E-4792-BA28-72AD0CC67664}" destId="{B04F892A-76EA-468A-B11B-3B5D4728FA99}" srcOrd="1" destOrd="0" presId="urn:microsoft.com/office/officeart/2005/8/layout/list1"/>
    <dgm:cxn modelId="{F75019F5-9D95-4DBA-9FEB-A6787FD99480}" srcId="{E15FA3B7-1D90-4A6D-B5BA-6A15D16542F8}" destId="{D1F9BA44-FF5E-4792-BA28-72AD0CC67664}" srcOrd="2" destOrd="0" parTransId="{1D8411F6-00CB-4EB0-83AC-73BA915E1356}" sibTransId="{A2B7A531-5E83-4F67-8A9B-6856B3089A43}"/>
    <dgm:cxn modelId="{4F84412C-EA48-4292-81F7-62F27A383B8F}" srcId="{ABAE5073-6C52-4D7C-8854-D7EAD6618303}" destId="{29C734C0-8B5C-420E-8AF6-D9A7F5432E6C}" srcOrd="2" destOrd="0" parTransId="{9F6150FE-503F-4728-B3D8-6EE6800CCCC4}" sibTransId="{87D4EE73-0C97-40D1-9F37-07E978B7BF09}"/>
    <dgm:cxn modelId="{DEE27C9B-E0B6-4860-8D05-7142B117AEBA}" type="presOf" srcId="{D5659FB8-7814-4BD3-9C88-FAB34115CABF}" destId="{73C06742-8345-45BE-BFCE-2C4CA19913EB}" srcOrd="1" destOrd="0" presId="urn:microsoft.com/office/officeart/2005/8/layout/list1"/>
    <dgm:cxn modelId="{2CCA9DA5-16D6-462A-AADF-5B8FCCFED7B4}" type="presOf" srcId="{29C734C0-8B5C-420E-8AF6-D9A7F5432E6C}" destId="{5839E5D4-29CA-4494-A11C-D2C19BBA1CF8}" srcOrd="0" destOrd="2" presId="urn:microsoft.com/office/officeart/2005/8/layout/list1"/>
    <dgm:cxn modelId="{6FFBCC3C-94B0-4044-88C8-D3A7247E503C}" srcId="{E15FA3B7-1D90-4A6D-B5BA-6A15D16542F8}" destId="{ABAE5073-6C52-4D7C-8854-D7EAD6618303}" srcOrd="3" destOrd="0" parTransId="{D1C1019F-5DF3-4F7D-837C-114A295FB5EC}" sibTransId="{07E4B4FA-E5C7-4D98-B476-FC0677FEFAF5}"/>
    <dgm:cxn modelId="{6C101C2A-2760-4210-8F3C-86CAF159F6B5}" type="presOf" srcId="{DD9C08F3-2BBB-46E5-BEF0-C95D5A268AC5}" destId="{5839E5D4-29CA-4494-A11C-D2C19BBA1CF8}" srcOrd="0" destOrd="1" presId="urn:microsoft.com/office/officeart/2005/8/layout/list1"/>
    <dgm:cxn modelId="{AFD9D1E6-E79C-4095-AB81-F37A8059A53D}" srcId="{ABAE5073-6C52-4D7C-8854-D7EAD6618303}" destId="{DD9C08F3-2BBB-46E5-BEF0-C95D5A268AC5}" srcOrd="1" destOrd="0" parTransId="{4A67CB5D-73F1-4829-91A8-733D33DB8BA8}" sibTransId="{60D94AEF-C765-4779-A1A9-E419085A9F27}"/>
    <dgm:cxn modelId="{52355C9A-880D-4807-8656-78A6A3B1C984}" type="presOf" srcId="{ABAE5073-6C52-4D7C-8854-D7EAD6618303}" destId="{EB7CE389-B5B1-402F-B989-E968BB7B4CD5}" srcOrd="1" destOrd="0" presId="urn:microsoft.com/office/officeart/2005/8/layout/list1"/>
    <dgm:cxn modelId="{8D97D970-6D8A-42F8-A22D-0F47D1FD9B64}" type="presOf" srcId="{D1F9BA44-FF5E-4792-BA28-72AD0CC67664}" destId="{3F147CC2-0F21-499B-A26D-C7E45867B4C3}" srcOrd="0" destOrd="0" presId="urn:microsoft.com/office/officeart/2005/8/layout/list1"/>
    <dgm:cxn modelId="{D9E1AC16-9D36-4C9A-A993-43275988835A}" srcId="{E15FA3B7-1D90-4A6D-B5BA-6A15D16542F8}" destId="{0DF05F39-4114-450C-9AC4-D02314D26770}" srcOrd="4" destOrd="0" parTransId="{4ADFA539-852E-40D6-A388-8AB2DB0EA9C8}" sibTransId="{7B4A1EE0-ECBF-4920-AC9A-96E170448509}"/>
    <dgm:cxn modelId="{416DE652-5E71-4C94-BCAD-6F1A28532F07}" type="presOf" srcId="{9DA84CEF-17C9-44EB-A1A0-87C3828DE1AE}" destId="{DF11EFBB-97E3-4D66-9D27-E334728C912F}" srcOrd="0" destOrd="0" presId="urn:microsoft.com/office/officeart/2005/8/layout/list1"/>
    <dgm:cxn modelId="{C931A85E-4868-44F0-97B8-220DEB7BE661}" type="presOf" srcId="{72CB3F42-BBA7-407B-8814-82D584A0828D}" destId="{5839E5D4-29CA-4494-A11C-D2C19BBA1CF8}" srcOrd="0" destOrd="3" presId="urn:microsoft.com/office/officeart/2005/8/layout/list1"/>
    <dgm:cxn modelId="{A7D925AC-1324-41CE-A247-BFF0D41B9FB3}" type="presParOf" srcId="{4AAA10DD-A0AC-48F7-8DF0-C917D47A2D5D}" destId="{BBC7ACC3-08AA-4B0E-95D3-7DF9F5D0515B}" srcOrd="0" destOrd="0" presId="urn:microsoft.com/office/officeart/2005/8/layout/list1"/>
    <dgm:cxn modelId="{4F2E97CF-3600-46F5-9748-210CC033A49A}" type="presParOf" srcId="{BBC7ACC3-08AA-4B0E-95D3-7DF9F5D0515B}" destId="{F7ACE5BE-AA18-4645-BA0F-F167D1B27041}" srcOrd="0" destOrd="0" presId="urn:microsoft.com/office/officeart/2005/8/layout/list1"/>
    <dgm:cxn modelId="{80CD9ECC-B5E9-4C85-861E-9EB207C7454E}" type="presParOf" srcId="{BBC7ACC3-08AA-4B0E-95D3-7DF9F5D0515B}" destId="{73C06742-8345-45BE-BFCE-2C4CA19913EB}" srcOrd="1" destOrd="0" presId="urn:microsoft.com/office/officeart/2005/8/layout/list1"/>
    <dgm:cxn modelId="{8118FAA8-1026-4B72-859A-0034E244FB76}" type="presParOf" srcId="{4AAA10DD-A0AC-48F7-8DF0-C917D47A2D5D}" destId="{9CD9E2D2-7B5F-4712-BEF4-EB5B502DD8FD}" srcOrd="1" destOrd="0" presId="urn:microsoft.com/office/officeart/2005/8/layout/list1"/>
    <dgm:cxn modelId="{D1CCBA23-8590-4B92-9FDB-C82036A7EA80}" type="presParOf" srcId="{4AAA10DD-A0AC-48F7-8DF0-C917D47A2D5D}" destId="{09AFCA01-1A9E-4B1C-85C6-2874DB800C01}" srcOrd="2" destOrd="0" presId="urn:microsoft.com/office/officeart/2005/8/layout/list1"/>
    <dgm:cxn modelId="{44C1CBAA-2DB9-410A-88D9-E338BE0B209A}" type="presParOf" srcId="{4AAA10DD-A0AC-48F7-8DF0-C917D47A2D5D}" destId="{C23D89A0-A2BE-409A-BC1E-DAA840BFF119}" srcOrd="3" destOrd="0" presId="urn:microsoft.com/office/officeart/2005/8/layout/list1"/>
    <dgm:cxn modelId="{7CA59FAE-46F0-48E2-85FA-104AF1A39DAA}" type="presParOf" srcId="{4AAA10DD-A0AC-48F7-8DF0-C917D47A2D5D}" destId="{0951A7F2-1E71-43B4-90FF-1787BD4AF019}" srcOrd="4" destOrd="0" presId="urn:microsoft.com/office/officeart/2005/8/layout/list1"/>
    <dgm:cxn modelId="{9FE26367-BB6E-446C-811E-054376B2A748}" type="presParOf" srcId="{0951A7F2-1E71-43B4-90FF-1787BD4AF019}" destId="{DF11EFBB-97E3-4D66-9D27-E334728C912F}" srcOrd="0" destOrd="0" presId="urn:microsoft.com/office/officeart/2005/8/layout/list1"/>
    <dgm:cxn modelId="{8F553FEB-ED4E-4BCD-8748-E476F3C5BEA7}" type="presParOf" srcId="{0951A7F2-1E71-43B4-90FF-1787BD4AF019}" destId="{1ADC506E-807D-4FBD-9F9F-DD547A767F0C}" srcOrd="1" destOrd="0" presId="urn:microsoft.com/office/officeart/2005/8/layout/list1"/>
    <dgm:cxn modelId="{EAE4E80D-7E4A-495C-8340-5CA9B3548EF2}" type="presParOf" srcId="{4AAA10DD-A0AC-48F7-8DF0-C917D47A2D5D}" destId="{5320DCBB-A311-4DFC-8E94-D51D084C8E6A}" srcOrd="5" destOrd="0" presId="urn:microsoft.com/office/officeart/2005/8/layout/list1"/>
    <dgm:cxn modelId="{F5563EC6-7378-439F-B637-9080FB94ECCD}" type="presParOf" srcId="{4AAA10DD-A0AC-48F7-8DF0-C917D47A2D5D}" destId="{830C68AF-44B6-42BB-A397-B137DD0A7698}" srcOrd="6" destOrd="0" presId="urn:microsoft.com/office/officeart/2005/8/layout/list1"/>
    <dgm:cxn modelId="{2BD2FB90-D17B-439E-98DF-66F1B39BD700}" type="presParOf" srcId="{4AAA10DD-A0AC-48F7-8DF0-C917D47A2D5D}" destId="{D51D61CF-BE89-4E59-A2BD-0E290B415B83}" srcOrd="7" destOrd="0" presId="urn:microsoft.com/office/officeart/2005/8/layout/list1"/>
    <dgm:cxn modelId="{D8D9CBC6-0F20-413B-B75C-DD8763818A55}" type="presParOf" srcId="{4AAA10DD-A0AC-48F7-8DF0-C917D47A2D5D}" destId="{1E5FF7D8-B410-44F9-A106-B146E842F0D6}" srcOrd="8" destOrd="0" presId="urn:microsoft.com/office/officeart/2005/8/layout/list1"/>
    <dgm:cxn modelId="{012FD901-E87B-4FED-A772-9375DD769C66}" type="presParOf" srcId="{1E5FF7D8-B410-44F9-A106-B146E842F0D6}" destId="{3F147CC2-0F21-499B-A26D-C7E45867B4C3}" srcOrd="0" destOrd="0" presId="urn:microsoft.com/office/officeart/2005/8/layout/list1"/>
    <dgm:cxn modelId="{9BB31186-972D-43BC-B30F-4B38F9005F99}" type="presParOf" srcId="{1E5FF7D8-B410-44F9-A106-B146E842F0D6}" destId="{B04F892A-76EA-468A-B11B-3B5D4728FA99}" srcOrd="1" destOrd="0" presId="urn:microsoft.com/office/officeart/2005/8/layout/list1"/>
    <dgm:cxn modelId="{3DA706E8-B7DB-4257-9987-98C2508F85F1}" type="presParOf" srcId="{4AAA10DD-A0AC-48F7-8DF0-C917D47A2D5D}" destId="{298CC45F-CD94-41B3-BABC-2FA494EEA8E0}" srcOrd="9" destOrd="0" presId="urn:microsoft.com/office/officeart/2005/8/layout/list1"/>
    <dgm:cxn modelId="{043ADB0F-65A0-4F31-A0E6-FF01FBBCA6E7}" type="presParOf" srcId="{4AAA10DD-A0AC-48F7-8DF0-C917D47A2D5D}" destId="{F01CA542-1069-4685-B666-F8C37CBB13A6}" srcOrd="10" destOrd="0" presId="urn:microsoft.com/office/officeart/2005/8/layout/list1"/>
    <dgm:cxn modelId="{275405CA-CEBA-43DC-88F3-7ABB6460F26D}" type="presParOf" srcId="{4AAA10DD-A0AC-48F7-8DF0-C917D47A2D5D}" destId="{4B9227D5-AE0C-481A-B1A5-5CAF95F0B4FF}" srcOrd="11" destOrd="0" presId="urn:microsoft.com/office/officeart/2005/8/layout/list1"/>
    <dgm:cxn modelId="{22CC3309-5D05-470D-8DFE-4D206BB1A60A}" type="presParOf" srcId="{4AAA10DD-A0AC-48F7-8DF0-C917D47A2D5D}" destId="{80431896-12FD-4984-B69C-735F09853F40}" srcOrd="12" destOrd="0" presId="urn:microsoft.com/office/officeart/2005/8/layout/list1"/>
    <dgm:cxn modelId="{3D2C30A0-61AA-49D8-BE8F-1A41A340E7B2}" type="presParOf" srcId="{80431896-12FD-4984-B69C-735F09853F40}" destId="{F6879F7E-D1C5-4F16-93D3-8ADB8F4421FB}" srcOrd="0" destOrd="0" presId="urn:microsoft.com/office/officeart/2005/8/layout/list1"/>
    <dgm:cxn modelId="{8ABF36BA-070A-461C-9CC8-C9D5507533FE}" type="presParOf" srcId="{80431896-12FD-4984-B69C-735F09853F40}" destId="{EB7CE389-B5B1-402F-B989-E968BB7B4CD5}" srcOrd="1" destOrd="0" presId="urn:microsoft.com/office/officeart/2005/8/layout/list1"/>
    <dgm:cxn modelId="{F903BCE5-1B71-4483-9CC5-765907328591}" type="presParOf" srcId="{4AAA10DD-A0AC-48F7-8DF0-C917D47A2D5D}" destId="{8F1A846A-54F2-4C59-8DDF-B1FB488AEE99}" srcOrd="13" destOrd="0" presId="urn:microsoft.com/office/officeart/2005/8/layout/list1"/>
    <dgm:cxn modelId="{895E7930-EB15-46A7-8ACF-DA7336E0AD71}" type="presParOf" srcId="{4AAA10DD-A0AC-48F7-8DF0-C917D47A2D5D}" destId="{5839E5D4-29CA-4494-A11C-D2C19BBA1CF8}" srcOrd="14" destOrd="0" presId="urn:microsoft.com/office/officeart/2005/8/layout/list1"/>
    <dgm:cxn modelId="{CF3973D9-79C5-4F67-98E6-B9BC04491826}" type="presParOf" srcId="{4AAA10DD-A0AC-48F7-8DF0-C917D47A2D5D}" destId="{84DEC9B6-B95E-4582-B50C-86C54F6CA8F0}" srcOrd="15" destOrd="0" presId="urn:microsoft.com/office/officeart/2005/8/layout/list1"/>
    <dgm:cxn modelId="{0EC434A8-DFA3-49E1-93CF-86A6D3EA6750}" type="presParOf" srcId="{4AAA10DD-A0AC-48F7-8DF0-C917D47A2D5D}" destId="{43F9DB0A-6185-48FC-9A8A-2A35F34A2F71}" srcOrd="16" destOrd="0" presId="urn:microsoft.com/office/officeart/2005/8/layout/list1"/>
    <dgm:cxn modelId="{C2B4671B-E1E5-404E-91CA-C1B1666355C5}" type="presParOf" srcId="{43F9DB0A-6185-48FC-9A8A-2A35F34A2F71}" destId="{CCC049EB-A2E9-42D1-805A-90A54F449896}" srcOrd="0" destOrd="0" presId="urn:microsoft.com/office/officeart/2005/8/layout/list1"/>
    <dgm:cxn modelId="{302490B8-143F-4364-976E-7596733E1039}" type="presParOf" srcId="{43F9DB0A-6185-48FC-9A8A-2A35F34A2F71}" destId="{4D7DFAA5-5575-4975-89A5-62338500865C}" srcOrd="1" destOrd="0" presId="urn:microsoft.com/office/officeart/2005/8/layout/list1"/>
    <dgm:cxn modelId="{9042280F-F45C-499B-8163-103D0BCFC1BF}" type="presParOf" srcId="{4AAA10DD-A0AC-48F7-8DF0-C917D47A2D5D}" destId="{C46F6C01-85F4-47AD-84CC-63228BE4ABDF}" srcOrd="17" destOrd="0" presId="urn:microsoft.com/office/officeart/2005/8/layout/list1"/>
    <dgm:cxn modelId="{5F88B974-CF24-4FEE-87D3-BBCDA46EBD7F}" type="presParOf" srcId="{4AAA10DD-A0AC-48F7-8DF0-C917D47A2D5D}" destId="{16D7B8BE-04DE-4F4A-87A5-C5AF4F4A017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D0D61B9E-439B-4FC2-8723-42B6C59B1304}" type="doc">
      <dgm:prSet loTypeId="urn:microsoft.com/office/officeart/2005/8/layout/hierarchy4" loCatId="hierarchy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pPr latinLnBrk="1"/>
          <a:endParaRPr lang="ko-KR" altLang="en-US"/>
        </a:p>
      </dgm:t>
    </dgm:pt>
    <dgm:pt modelId="{0198B856-3E07-4747-BF48-ED1AA723455C}">
      <dgm:prSet phldrT="[텍스트]"/>
      <dgm:spPr/>
      <dgm:t>
        <a:bodyPr/>
        <a:lstStyle/>
        <a:p>
          <a:pPr latinLnBrk="0"/>
          <a:r>
            <a:rPr lang="en-US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NMPCF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를 이용한 주요 </a:t>
          </a:r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분리 알고리즘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9CE3839-D413-4C15-A399-5EA325D5B5ED}" type="parTrans" cxnId="{DCB0D8D4-F39F-4C3D-8E34-27B4A99A664C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8B22176-05AD-4551-8C1D-28B859E49606}" type="sibTrans" cxnId="{DCB0D8D4-F39F-4C3D-8E34-27B4A99A664C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686B39E-7FF8-4F42-89E9-E8D62044BC76}">
      <dgm:prSet/>
      <dgm:spPr/>
      <dgm:t>
        <a:bodyPr/>
        <a:lstStyle/>
        <a:p>
          <a:pPr latinLnBrk="1"/>
          <a:r>
            <a:rPr lang="en-US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NMPCF 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알고리즘 기반 타악기 음원 분리 모듈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E3CDC3B-111A-45A9-B236-7A5206D577D6}" type="parTrans" cxnId="{04FDF83F-5C29-44F6-BEA4-E35D65618AD2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E7270C4-0A09-45B2-A7AE-A551C7731BA2}" type="sibTrans" cxnId="{04FDF83F-5C29-44F6-BEA4-E35D65618AD2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3CB3862-AF3B-4DDB-A86B-E052731E65A7}">
      <dgm:prSet/>
      <dgm:spPr/>
      <dgm:t>
        <a:bodyPr/>
        <a:lstStyle/>
        <a:p>
          <a:pPr latinLnBrk="1"/>
          <a:r>
            <a:rPr lang="en-US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NMPCF 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알고리즘 기반 보컬 분리 모듈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CF11774-0B50-496F-A954-D322CA6C6BA3}" type="parTrans" cxnId="{8B173648-DE4F-4DCC-A5D0-06DBC04C2AFF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7B8B584-9315-4C5F-8524-1E9F8C024412}" type="sibTrans" cxnId="{8B173648-DE4F-4DCC-A5D0-06DBC04C2AFF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6934D3D-FE68-4D4F-AD94-E5043C7F0EC7}">
      <dgm:prSet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관련 지적 재산권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BDABE95-2119-423F-9B2F-B3EDF78D82FF}" type="parTrans" cxnId="{D8165090-5D6D-4BC3-B37D-0D86A6C97DD4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A27737C-6805-4981-A95A-35B0AAE166EA}" type="sibTrans" cxnId="{D8165090-5D6D-4BC3-B37D-0D86A6C97DD4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83DAD9E-578A-4F4B-BBE2-72816B33B751}">
      <dgm:prSet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 분리 참조 모델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717B277-B105-4B6A-9D83-888CCAD0851B}" type="parTrans" cxnId="{F06A1638-D5B5-4851-A2E0-E271ADC94D7E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C97D5E-B833-4BDF-A0DF-E776651EEA43}" type="sibTrans" cxnId="{F06A1638-D5B5-4851-A2E0-E271ADC94D7E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43FDB72-DE4E-440A-ABE3-F18D94CB2864}">
      <dgm:prSet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특징 기반 주요 음원 데이터베이스 구축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F85BBD7-82DB-4C53-84F0-01D5151BD5AC}" type="parTrans" cxnId="{D0AC1D7F-FC55-4CEB-835F-E2532E6EECA0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D99CE9-E033-4838-A090-7A947CD4BEDB}" type="sibTrans" cxnId="{D0AC1D7F-FC55-4CEB-835F-E2532E6EECA0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4815D06-1E0E-45B3-8F3C-431D4FDB3F08}">
      <dgm:prSet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타악기 음원 시간</a:t>
          </a:r>
          <a:r>
            <a:rPr lang="en-US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주파수 특징 분류기 개발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B7903BB-B7FC-498E-B134-5CE3E197EFDB}" type="parTrans" cxnId="{90206938-6B53-4903-88B1-30E50EE9977F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B536F69-3C63-4672-9D0B-2D3A1FD5DB6E}" type="sibTrans" cxnId="{90206938-6B53-4903-88B1-30E50EE9977F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534F838-4910-41FB-AE69-CE61C46B2459}">
      <dgm:prSet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보컬 음정 추정 기능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CF47C6A-40DD-4574-A835-F4A8ACD8EDB0}" type="parTrans" cxnId="{B47040C7-B258-4692-BFF6-25F9A40529ED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BF3349-AB9F-41E8-B3D1-9FBC438CB9A6}" type="sibTrans" cxnId="{B47040C7-B258-4692-BFF6-25F9A40529ED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24D0FF8-D978-4297-9493-17A0FC19601D}">
      <dgm:prSet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음정 기반 보컬 신호 합성 및 분리 기능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AA3E73C-542B-443E-A24C-A4EC77C2F954}" type="parTrans" cxnId="{58BB0A9E-CC71-452C-9DCC-68E4665C5AAC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C326F46-E8AC-4198-9B46-F4642C7815BB}" type="sibTrans" cxnId="{58BB0A9E-CC71-452C-9DCC-68E4665C5AAC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8AEDF1-60B3-4598-BEE9-C3A82949F1DA}">
      <dgm:prSet/>
      <dgm:spPr/>
      <dgm:t>
        <a:bodyPr/>
        <a:lstStyle/>
        <a:p>
          <a:pPr latinLnBrk="0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주요 음원 구간 검출 모듈 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D4CD50-3C82-45EA-91B9-9622D15DF748}" type="parTrans" cxnId="{58C59DD4-970A-4ACD-8C27-3BCAFED425E3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26F0531-C458-4305-AE27-B42E29C8E9DA}" type="sibTrans" cxnId="{58C59DD4-970A-4ACD-8C27-3BCAFED425E3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B686446-DDD8-4F1F-8055-350A561C0551}">
      <dgm:prSet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보컬 구간 검출 성능 </a:t>
          </a:r>
          <a:r>
            <a:rPr lang="en-US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(82.96%)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A0B793C-1FD4-4DB1-8CA1-4237CF70BF7A}" type="parTrans" cxnId="{2126CE26-BF14-4D00-956D-C6FC6ACF2FA8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F6613BB-DC36-4939-91F8-88AEC7B33382}" type="sibTrans" cxnId="{2126CE26-BF14-4D00-956D-C6FC6ACF2FA8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A4F4F29-54F6-4067-97ED-06FE432185BD}">
      <dgm:prSet/>
      <dgm:spPr/>
      <dgm:t>
        <a:bodyPr/>
        <a:lstStyle/>
        <a:p>
          <a:pPr latinLnBrk="1"/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타악기 구간 검출 성능</a:t>
          </a:r>
          <a: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n-US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(91.71%)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6B32809-BC98-4FB6-89EC-3AA585063BC4}" type="parTrans" cxnId="{FBB57194-893C-46AA-9488-C69E51FDB150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6DE5096-94E1-4FF2-ACF1-C89BFF19095E}" type="sibTrans" cxnId="{FBB57194-893C-46AA-9488-C69E51FDB150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D3A164F-9E34-4998-81C1-8CB2C1CFD931}">
      <dgm:prSet phldrT="[텍스트]"/>
      <dgm:spPr/>
      <dgm:t>
        <a:bodyPr/>
        <a:lstStyle/>
        <a:p>
          <a:pPr latinLnBrk="1"/>
          <a:r>
            <a:rPr lang="ko-KR" alt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분리 연구 결과물 내역</a:t>
          </a:r>
          <a:endParaRPr lang="ko-KR" alt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89271C1-60F6-4836-8C50-DB9BE945563C}" type="parTrans" cxnId="{475DF778-8DCC-46DC-988A-E25AB54F9DDD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C225861-CEF1-491F-B15F-02F56ACA9A61}" type="sibTrans" cxnId="{475DF778-8DCC-46DC-988A-E25AB54F9DDD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7863BEF-ADB8-457F-8B0A-BD0DD006CA35}">
      <dgm:prSet custT="1"/>
      <dgm:spPr/>
      <dgm:t>
        <a:bodyPr/>
        <a:lstStyle/>
        <a:p>
          <a:pPr algn="ctr" latinLnBrk="1"/>
          <a:r>
            <a:rPr lang="ko-KR" altLang="en-US" sz="21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sz="21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분리 모듈 </a:t>
          </a:r>
          <a:r>
            <a:rPr lang="ko-KR" altLang="en-US" sz="21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</a:t>
          </a:r>
          <a:r>
            <a:rPr lang="ko-KR" altLang="en-US" sz="21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altLang="en-US" sz="21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(S/W)</a:t>
          </a:r>
        </a:p>
        <a:p>
          <a:pPr marL="2603500" indent="0" algn="just"/>
          <a:r>
            <a:rPr lang="en-US" altLang="ko-KR" sz="15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 </a:t>
          </a:r>
          <a:r>
            <a:rPr lang="ko-KR" altLang="en-US" sz="15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센터 채널 추출 모듈 연동</a:t>
          </a:r>
        </a:p>
        <a:p>
          <a:pPr marL="2603500" indent="0" algn="just" latinLnBrk="1"/>
          <a:r>
            <a:rPr lang="en-US" altLang="ko-KR" sz="15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 </a:t>
          </a:r>
          <a:r>
            <a:rPr lang="ko-KR" altLang="en-US" sz="15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주요 </a:t>
          </a:r>
          <a:r>
            <a:rPr lang="ko-KR" altLang="en-US" sz="15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sz="15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추출 기능</a:t>
          </a:r>
        </a:p>
        <a:p>
          <a:pPr marL="2603500" indent="0" algn="just" latinLnBrk="1"/>
          <a:r>
            <a:rPr lang="en-US" altLang="ko-KR" sz="15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 </a:t>
          </a:r>
          <a:r>
            <a:rPr lang="ko-KR" altLang="en-US" sz="15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참조 모델 및 자체 알고리즘 통합</a:t>
          </a:r>
          <a:endParaRPr lang="ko-KR" altLang="en-US" sz="15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7A64EAB-9D99-429B-8512-170C63B4EE9B}" type="parTrans" cxnId="{AEF15AC6-DA2B-4F6E-9729-D698452979E9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488C045-C971-4992-8615-183A6BDE01E3}" type="sibTrans" cxnId="{AEF15AC6-DA2B-4F6E-9729-D698452979E9}">
      <dgm:prSet/>
      <dgm:spPr/>
      <dgm:t>
        <a:bodyPr/>
        <a:lstStyle/>
        <a:p>
          <a:pPr latinLnBrk="1"/>
          <a:endParaRPr lang="ko-KR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8054131-855B-46CF-8638-D6E7F6EBFA54}" type="pres">
      <dgm:prSet presAssocID="{D0D61B9E-439B-4FC2-8723-42B6C59B130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CC59D57-9BA9-4AAC-8747-439CAD8C9ED4}" type="pres">
      <dgm:prSet presAssocID="{3D3A164F-9E34-4998-81C1-8CB2C1CFD931}" presName="vertOne" presStyleCnt="0"/>
      <dgm:spPr/>
    </dgm:pt>
    <dgm:pt modelId="{C8C9E688-DBC6-488A-A9BC-BD01A35293B8}" type="pres">
      <dgm:prSet presAssocID="{3D3A164F-9E34-4998-81C1-8CB2C1CFD931}" presName="txOne" presStyleLbl="node0" presStyleIdx="0" presStyleCnt="1" custScaleY="3713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43B4AFA-A3E7-4550-9D00-AB1D1A6ED460}" type="pres">
      <dgm:prSet presAssocID="{3D3A164F-9E34-4998-81C1-8CB2C1CFD931}" presName="parTransOne" presStyleCnt="0"/>
      <dgm:spPr/>
    </dgm:pt>
    <dgm:pt modelId="{65C06DD6-36EE-424F-9A99-9404EA8BFC58}" type="pres">
      <dgm:prSet presAssocID="{3D3A164F-9E34-4998-81C1-8CB2C1CFD931}" presName="horzOne" presStyleCnt="0"/>
      <dgm:spPr/>
    </dgm:pt>
    <dgm:pt modelId="{6B3C5DA5-3ADC-4F8D-BA3B-AA585D551922}" type="pres">
      <dgm:prSet presAssocID="{E7863BEF-ADB8-457F-8B0A-BD0DD006CA35}" presName="vertTwo" presStyleCnt="0"/>
      <dgm:spPr/>
    </dgm:pt>
    <dgm:pt modelId="{5BE2E5E1-0AA7-4670-924C-FE67ECDFE9DE}" type="pres">
      <dgm:prSet presAssocID="{E7863BEF-ADB8-457F-8B0A-BD0DD006CA35}" presName="txTwo" presStyleLbl="node2" presStyleIdx="0" presStyleCnt="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CC452F9-51A9-4842-A437-D558208B6263}" type="pres">
      <dgm:prSet presAssocID="{E7863BEF-ADB8-457F-8B0A-BD0DD006CA35}" presName="parTransTwo" presStyleCnt="0"/>
      <dgm:spPr/>
    </dgm:pt>
    <dgm:pt modelId="{0845205A-05A8-4F06-A341-F724BE55BC8E}" type="pres">
      <dgm:prSet presAssocID="{E7863BEF-ADB8-457F-8B0A-BD0DD006CA35}" presName="horzTwo" presStyleCnt="0"/>
      <dgm:spPr/>
    </dgm:pt>
    <dgm:pt modelId="{17CE2552-A814-4CC1-9723-B5BC49E61FEF}" type="pres">
      <dgm:prSet presAssocID="{0198B856-3E07-4747-BF48-ED1AA723455C}" presName="vertThree" presStyleCnt="0"/>
      <dgm:spPr/>
    </dgm:pt>
    <dgm:pt modelId="{5FB82BCF-0BAE-40A3-BB45-9B2B4A791A1C}" type="pres">
      <dgm:prSet presAssocID="{0198B856-3E07-4747-BF48-ED1AA723455C}" presName="txThree" presStyleLbl="node3" presStyleIdx="0" presStyleCnt="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9D1A23A-44CC-44BB-BCB8-D804A1C67B2B}" type="pres">
      <dgm:prSet presAssocID="{0198B856-3E07-4747-BF48-ED1AA723455C}" presName="parTransThree" presStyleCnt="0"/>
      <dgm:spPr/>
    </dgm:pt>
    <dgm:pt modelId="{7F957B24-47D6-4377-A7E0-DD519AF952AB}" type="pres">
      <dgm:prSet presAssocID="{0198B856-3E07-4747-BF48-ED1AA723455C}" presName="horzThree" presStyleCnt="0"/>
      <dgm:spPr/>
    </dgm:pt>
    <dgm:pt modelId="{AB4405C8-1924-40B4-874D-CF572FD668C6}" type="pres">
      <dgm:prSet presAssocID="{8686B39E-7FF8-4F42-89E9-E8D62044BC76}" presName="vertFour" presStyleCnt="0">
        <dgm:presLayoutVars>
          <dgm:chPref val="3"/>
        </dgm:presLayoutVars>
      </dgm:prSet>
      <dgm:spPr/>
    </dgm:pt>
    <dgm:pt modelId="{33CFE4A5-051A-4C96-9C2B-3920BA1FD973}" type="pres">
      <dgm:prSet presAssocID="{8686B39E-7FF8-4F42-89E9-E8D62044BC76}" presName="txFour" presStyleLbl="node4" presStyleIdx="0" presStyleCnt="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89C9697-5B1A-4D65-88C0-BA523F26D7C6}" type="pres">
      <dgm:prSet presAssocID="{8686B39E-7FF8-4F42-89E9-E8D62044BC76}" presName="horzFour" presStyleCnt="0"/>
      <dgm:spPr/>
    </dgm:pt>
    <dgm:pt modelId="{C5819E9F-CEDF-4F60-8EA0-92D1F1ED65C6}" type="pres">
      <dgm:prSet presAssocID="{9E7270C4-0A09-45B2-A7AE-A551C7731BA2}" presName="sibSpaceFour" presStyleCnt="0"/>
      <dgm:spPr/>
    </dgm:pt>
    <dgm:pt modelId="{4660ACA5-ACE1-4D36-952D-B44BBC7932B6}" type="pres">
      <dgm:prSet presAssocID="{23CB3862-AF3B-4DDB-A86B-E052731E65A7}" presName="vertFour" presStyleCnt="0">
        <dgm:presLayoutVars>
          <dgm:chPref val="3"/>
        </dgm:presLayoutVars>
      </dgm:prSet>
      <dgm:spPr/>
    </dgm:pt>
    <dgm:pt modelId="{A0275305-3445-40BA-8FF0-FD7384B12535}" type="pres">
      <dgm:prSet presAssocID="{23CB3862-AF3B-4DDB-A86B-E052731E65A7}" presName="txFour" presStyleLbl="node4" presStyleIdx="1" presStyleCnt="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9834E84-19C7-48DA-A4FE-42429EA63A3D}" type="pres">
      <dgm:prSet presAssocID="{23CB3862-AF3B-4DDB-A86B-E052731E65A7}" presName="horzFour" presStyleCnt="0"/>
      <dgm:spPr/>
    </dgm:pt>
    <dgm:pt modelId="{482084FF-860F-47FC-8F84-0D36E23804AE}" type="pres">
      <dgm:prSet presAssocID="{17B8B584-9315-4C5F-8524-1E9F8C024412}" presName="sibSpaceFour" presStyleCnt="0"/>
      <dgm:spPr/>
    </dgm:pt>
    <dgm:pt modelId="{912726B5-6229-49B6-B498-ACF21A142646}" type="pres">
      <dgm:prSet presAssocID="{C6934D3D-FE68-4D4F-AD94-E5043C7F0EC7}" presName="vertFour" presStyleCnt="0">
        <dgm:presLayoutVars>
          <dgm:chPref val="3"/>
        </dgm:presLayoutVars>
      </dgm:prSet>
      <dgm:spPr/>
    </dgm:pt>
    <dgm:pt modelId="{12497488-3CF7-418E-A03E-1EE8F5BACA64}" type="pres">
      <dgm:prSet presAssocID="{C6934D3D-FE68-4D4F-AD94-E5043C7F0EC7}" presName="txFour" presStyleLbl="node4" presStyleIdx="2" presStyleCnt="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1CC8BF7-EE6D-4595-BA3A-A02CA8C95FA2}" type="pres">
      <dgm:prSet presAssocID="{C6934D3D-FE68-4D4F-AD94-E5043C7F0EC7}" presName="horzFour" presStyleCnt="0"/>
      <dgm:spPr/>
    </dgm:pt>
    <dgm:pt modelId="{3BAC61DF-A382-41AB-9DFC-08C46358123A}" type="pres">
      <dgm:prSet presAssocID="{78B22176-05AD-4551-8C1D-28B859E49606}" presName="sibSpaceThree" presStyleCnt="0"/>
      <dgm:spPr/>
    </dgm:pt>
    <dgm:pt modelId="{8CB45506-A590-4B32-A20B-44BB57C76A03}" type="pres">
      <dgm:prSet presAssocID="{B83DAD9E-578A-4F4B-BBE2-72816B33B751}" presName="vertThree" presStyleCnt="0"/>
      <dgm:spPr/>
    </dgm:pt>
    <dgm:pt modelId="{C314B2DD-3935-4001-89D6-2F79E0EC22CC}" type="pres">
      <dgm:prSet presAssocID="{B83DAD9E-578A-4F4B-BBE2-72816B33B751}" presName="txThree" presStyleLbl="node3" presStyleIdx="1" presStyleCnt="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0D787D6-031E-49C5-96BC-CF0D8C35C1CD}" type="pres">
      <dgm:prSet presAssocID="{B83DAD9E-578A-4F4B-BBE2-72816B33B751}" presName="parTransThree" presStyleCnt="0"/>
      <dgm:spPr/>
    </dgm:pt>
    <dgm:pt modelId="{5CDD0EC7-CF90-482D-8466-41070244DC69}" type="pres">
      <dgm:prSet presAssocID="{B83DAD9E-578A-4F4B-BBE2-72816B33B751}" presName="horzThree" presStyleCnt="0"/>
      <dgm:spPr/>
    </dgm:pt>
    <dgm:pt modelId="{0A108A0E-0001-41F4-8706-5F83EEF6B8DC}" type="pres">
      <dgm:prSet presAssocID="{943FDB72-DE4E-440A-ABE3-F18D94CB2864}" presName="vertFour" presStyleCnt="0">
        <dgm:presLayoutVars>
          <dgm:chPref val="3"/>
        </dgm:presLayoutVars>
      </dgm:prSet>
      <dgm:spPr/>
    </dgm:pt>
    <dgm:pt modelId="{9CE79AA9-4B25-4418-BEC1-A58C7533D00B}" type="pres">
      <dgm:prSet presAssocID="{943FDB72-DE4E-440A-ABE3-F18D94CB2864}" presName="txFour" presStyleLbl="node4" presStyleIdx="3" presStyleCnt="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A37D060-ADA0-4A15-8190-4ED235291559}" type="pres">
      <dgm:prSet presAssocID="{943FDB72-DE4E-440A-ABE3-F18D94CB2864}" presName="horzFour" presStyleCnt="0"/>
      <dgm:spPr/>
    </dgm:pt>
    <dgm:pt modelId="{FDD49D77-F69A-4508-AF34-CBABB4D375A7}" type="pres">
      <dgm:prSet presAssocID="{3FD99CE9-E033-4838-A090-7A947CD4BEDB}" presName="sibSpaceFour" presStyleCnt="0"/>
      <dgm:spPr/>
    </dgm:pt>
    <dgm:pt modelId="{3EFBBDF7-3B3D-4057-821F-C185B2EB02CE}" type="pres">
      <dgm:prSet presAssocID="{E4815D06-1E0E-45B3-8F3C-431D4FDB3F08}" presName="vertFour" presStyleCnt="0">
        <dgm:presLayoutVars>
          <dgm:chPref val="3"/>
        </dgm:presLayoutVars>
      </dgm:prSet>
      <dgm:spPr/>
    </dgm:pt>
    <dgm:pt modelId="{ADDFBCE7-17B8-4823-9BAC-D6E2B3C74B6E}" type="pres">
      <dgm:prSet presAssocID="{E4815D06-1E0E-45B3-8F3C-431D4FDB3F08}" presName="txFour" presStyleLbl="node4" presStyleIdx="4" presStyleCnt="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3CCCE96-13AD-4B67-8B8C-14FFD4FB9859}" type="pres">
      <dgm:prSet presAssocID="{E4815D06-1E0E-45B3-8F3C-431D4FDB3F08}" presName="horzFour" presStyleCnt="0"/>
      <dgm:spPr/>
    </dgm:pt>
    <dgm:pt modelId="{A8AADEFE-4F33-4704-A355-D3E698B60CF9}" type="pres">
      <dgm:prSet presAssocID="{BB536F69-3C63-4672-9D0B-2D3A1FD5DB6E}" presName="sibSpaceFour" presStyleCnt="0"/>
      <dgm:spPr/>
    </dgm:pt>
    <dgm:pt modelId="{6CC475D7-2A24-4461-91E2-878C6E499AE8}" type="pres">
      <dgm:prSet presAssocID="{D534F838-4910-41FB-AE69-CE61C46B2459}" presName="vertFour" presStyleCnt="0">
        <dgm:presLayoutVars>
          <dgm:chPref val="3"/>
        </dgm:presLayoutVars>
      </dgm:prSet>
      <dgm:spPr/>
    </dgm:pt>
    <dgm:pt modelId="{698E78BE-3AE4-4178-AE7E-29AE64B2CC21}" type="pres">
      <dgm:prSet presAssocID="{D534F838-4910-41FB-AE69-CE61C46B2459}" presName="txFour" presStyleLbl="node4" presStyleIdx="5" presStyleCnt="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02FE54D-96E2-4850-A9B5-E69C05184888}" type="pres">
      <dgm:prSet presAssocID="{D534F838-4910-41FB-AE69-CE61C46B2459}" presName="horzFour" presStyleCnt="0"/>
      <dgm:spPr/>
    </dgm:pt>
    <dgm:pt modelId="{6F8D7D11-6C9B-4761-BA3B-716A1EAACD8E}" type="pres">
      <dgm:prSet presAssocID="{8DBF3349-AB9F-41E8-B3D1-9FBC438CB9A6}" presName="sibSpaceFour" presStyleCnt="0"/>
      <dgm:spPr/>
    </dgm:pt>
    <dgm:pt modelId="{0FD989FD-C32D-4CC4-A33B-75E68210BAA4}" type="pres">
      <dgm:prSet presAssocID="{F24D0FF8-D978-4297-9493-17A0FC19601D}" presName="vertFour" presStyleCnt="0">
        <dgm:presLayoutVars>
          <dgm:chPref val="3"/>
        </dgm:presLayoutVars>
      </dgm:prSet>
      <dgm:spPr/>
    </dgm:pt>
    <dgm:pt modelId="{1126FC9E-1BD5-483E-B2FC-5129B41DF8AF}" type="pres">
      <dgm:prSet presAssocID="{F24D0FF8-D978-4297-9493-17A0FC19601D}" presName="txFour" presStyleLbl="node4" presStyleIdx="6" presStyleCnt="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58512C0-547C-45FD-9FE1-ABC76BC50557}" type="pres">
      <dgm:prSet presAssocID="{F24D0FF8-D978-4297-9493-17A0FC19601D}" presName="horzFour" presStyleCnt="0"/>
      <dgm:spPr/>
    </dgm:pt>
    <dgm:pt modelId="{9245E10C-1CA5-4BAB-801B-4424A4E42E58}" type="pres">
      <dgm:prSet presAssocID="{B0C97D5E-B833-4BDF-A0DF-E776651EEA43}" presName="sibSpaceThree" presStyleCnt="0"/>
      <dgm:spPr/>
    </dgm:pt>
    <dgm:pt modelId="{1FF69A12-214A-4ACF-8AC3-A0B2D37B1858}" type="pres">
      <dgm:prSet presAssocID="{138AEDF1-60B3-4598-BEE9-C3A82949F1DA}" presName="vertThree" presStyleCnt="0"/>
      <dgm:spPr/>
    </dgm:pt>
    <dgm:pt modelId="{B22A5851-9AF2-466F-841C-D009F330C262}" type="pres">
      <dgm:prSet presAssocID="{138AEDF1-60B3-4598-BEE9-C3A82949F1DA}" presName="txThree" presStyleLbl="node3" presStyleIdx="2" presStyleCnt="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5121904-BD9A-4E14-A335-983EF46AA800}" type="pres">
      <dgm:prSet presAssocID="{138AEDF1-60B3-4598-BEE9-C3A82949F1DA}" presName="parTransThree" presStyleCnt="0"/>
      <dgm:spPr/>
    </dgm:pt>
    <dgm:pt modelId="{22052E8A-3F4F-4AD4-AFA8-914D74380658}" type="pres">
      <dgm:prSet presAssocID="{138AEDF1-60B3-4598-BEE9-C3A82949F1DA}" presName="horzThree" presStyleCnt="0"/>
      <dgm:spPr/>
    </dgm:pt>
    <dgm:pt modelId="{F5CC712B-6849-4805-9B17-E5C88505E129}" type="pres">
      <dgm:prSet presAssocID="{0B686446-DDD8-4F1F-8055-350A561C0551}" presName="vertFour" presStyleCnt="0">
        <dgm:presLayoutVars>
          <dgm:chPref val="3"/>
        </dgm:presLayoutVars>
      </dgm:prSet>
      <dgm:spPr/>
    </dgm:pt>
    <dgm:pt modelId="{085FC1F3-EE61-4B09-ACB3-536BF0BE99EB}" type="pres">
      <dgm:prSet presAssocID="{0B686446-DDD8-4F1F-8055-350A561C0551}" presName="txFour" presStyleLbl="node4" presStyleIdx="7" presStyleCnt="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FD723E9-3B33-4EBD-83C6-8873273F1142}" type="pres">
      <dgm:prSet presAssocID="{0B686446-DDD8-4F1F-8055-350A561C0551}" presName="horzFour" presStyleCnt="0"/>
      <dgm:spPr/>
    </dgm:pt>
    <dgm:pt modelId="{5DD2807D-4842-4101-9A29-C1A42A932C8D}" type="pres">
      <dgm:prSet presAssocID="{0F6613BB-DC36-4939-91F8-88AEC7B33382}" presName="sibSpaceFour" presStyleCnt="0"/>
      <dgm:spPr/>
    </dgm:pt>
    <dgm:pt modelId="{DC4916E6-E8D9-40D3-825F-21F4CD7B6264}" type="pres">
      <dgm:prSet presAssocID="{BA4F4F29-54F6-4067-97ED-06FE432185BD}" presName="vertFour" presStyleCnt="0">
        <dgm:presLayoutVars>
          <dgm:chPref val="3"/>
        </dgm:presLayoutVars>
      </dgm:prSet>
      <dgm:spPr/>
    </dgm:pt>
    <dgm:pt modelId="{62FC795B-D06A-4787-B5C8-1D57EB141867}" type="pres">
      <dgm:prSet presAssocID="{BA4F4F29-54F6-4067-97ED-06FE432185BD}" presName="txFour" presStyleLbl="node4" presStyleIdx="8" presStyleCnt="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ADFC5E9-CC66-41D9-96A1-765C00FBD183}" type="pres">
      <dgm:prSet presAssocID="{BA4F4F29-54F6-4067-97ED-06FE432185BD}" presName="horzFour" presStyleCnt="0"/>
      <dgm:spPr/>
    </dgm:pt>
  </dgm:ptLst>
  <dgm:cxnLst>
    <dgm:cxn modelId="{58C59DD4-970A-4ACD-8C27-3BCAFED425E3}" srcId="{E7863BEF-ADB8-457F-8B0A-BD0DD006CA35}" destId="{138AEDF1-60B3-4598-BEE9-C3A82949F1DA}" srcOrd="2" destOrd="0" parTransId="{ADD4CD50-3C82-45EA-91B9-9622D15DF748}" sibTransId="{526F0531-C458-4305-AE27-B42E29C8E9DA}"/>
    <dgm:cxn modelId="{4A79F5BB-9345-48E2-BAFB-114BACD2007D}" type="presOf" srcId="{23CB3862-AF3B-4DDB-A86B-E052731E65A7}" destId="{A0275305-3445-40BA-8FF0-FD7384B12535}" srcOrd="0" destOrd="0" presId="urn:microsoft.com/office/officeart/2005/8/layout/hierarchy4"/>
    <dgm:cxn modelId="{F6F5F8C6-2AC0-4DB7-A3C8-C3E6F4E65614}" type="presOf" srcId="{BA4F4F29-54F6-4067-97ED-06FE432185BD}" destId="{62FC795B-D06A-4787-B5C8-1D57EB141867}" srcOrd="0" destOrd="0" presId="urn:microsoft.com/office/officeart/2005/8/layout/hierarchy4"/>
    <dgm:cxn modelId="{49877C75-749C-49A9-B6DB-3B4E00426591}" type="presOf" srcId="{0198B856-3E07-4747-BF48-ED1AA723455C}" destId="{5FB82BCF-0BAE-40A3-BB45-9B2B4A791A1C}" srcOrd="0" destOrd="0" presId="urn:microsoft.com/office/officeart/2005/8/layout/hierarchy4"/>
    <dgm:cxn modelId="{475DF778-8DCC-46DC-988A-E25AB54F9DDD}" srcId="{D0D61B9E-439B-4FC2-8723-42B6C59B1304}" destId="{3D3A164F-9E34-4998-81C1-8CB2C1CFD931}" srcOrd="0" destOrd="0" parTransId="{789271C1-60F6-4836-8C50-DB9BE945563C}" sibTransId="{1C225861-CEF1-491F-B15F-02F56ACA9A61}"/>
    <dgm:cxn modelId="{D8165090-5D6D-4BC3-B37D-0D86A6C97DD4}" srcId="{0198B856-3E07-4747-BF48-ED1AA723455C}" destId="{C6934D3D-FE68-4D4F-AD94-E5043C7F0EC7}" srcOrd="2" destOrd="0" parTransId="{8BDABE95-2119-423F-9B2F-B3EDF78D82FF}" sibTransId="{8A27737C-6805-4981-A95A-35B0AAE166EA}"/>
    <dgm:cxn modelId="{58BB0A9E-CC71-452C-9DCC-68E4665C5AAC}" srcId="{B83DAD9E-578A-4F4B-BBE2-72816B33B751}" destId="{F24D0FF8-D978-4297-9493-17A0FC19601D}" srcOrd="3" destOrd="0" parTransId="{FAA3E73C-542B-443E-A24C-A4EC77C2F954}" sibTransId="{9C326F46-E8AC-4198-9B46-F4642C7815BB}"/>
    <dgm:cxn modelId="{23C87929-145A-4736-BDDE-B3273D494F05}" type="presOf" srcId="{B83DAD9E-578A-4F4B-BBE2-72816B33B751}" destId="{C314B2DD-3935-4001-89D6-2F79E0EC22CC}" srcOrd="0" destOrd="0" presId="urn:microsoft.com/office/officeart/2005/8/layout/hierarchy4"/>
    <dgm:cxn modelId="{AA8FB528-B601-4250-8AE5-05ED1BF25FF1}" type="presOf" srcId="{138AEDF1-60B3-4598-BEE9-C3A82949F1DA}" destId="{B22A5851-9AF2-466F-841C-D009F330C262}" srcOrd="0" destOrd="0" presId="urn:microsoft.com/office/officeart/2005/8/layout/hierarchy4"/>
    <dgm:cxn modelId="{8B173648-DE4F-4DCC-A5D0-06DBC04C2AFF}" srcId="{0198B856-3E07-4747-BF48-ED1AA723455C}" destId="{23CB3862-AF3B-4DDB-A86B-E052731E65A7}" srcOrd="1" destOrd="0" parTransId="{ACF11774-0B50-496F-A954-D322CA6C6BA3}" sibTransId="{17B8B584-9315-4C5F-8524-1E9F8C024412}"/>
    <dgm:cxn modelId="{6FA73AF0-A582-46B3-AE0C-E64C39E207D7}" type="presOf" srcId="{8686B39E-7FF8-4F42-89E9-E8D62044BC76}" destId="{33CFE4A5-051A-4C96-9C2B-3920BA1FD973}" srcOrd="0" destOrd="0" presId="urn:microsoft.com/office/officeart/2005/8/layout/hierarchy4"/>
    <dgm:cxn modelId="{D3499574-5A85-4C73-8A8E-432FDEC6F06D}" type="presOf" srcId="{D534F838-4910-41FB-AE69-CE61C46B2459}" destId="{698E78BE-3AE4-4178-AE7E-29AE64B2CC21}" srcOrd="0" destOrd="0" presId="urn:microsoft.com/office/officeart/2005/8/layout/hierarchy4"/>
    <dgm:cxn modelId="{FABCDC8F-962F-4623-8851-D0C3BEB3AE09}" type="presOf" srcId="{943FDB72-DE4E-440A-ABE3-F18D94CB2864}" destId="{9CE79AA9-4B25-4418-BEC1-A58C7533D00B}" srcOrd="0" destOrd="0" presId="urn:microsoft.com/office/officeart/2005/8/layout/hierarchy4"/>
    <dgm:cxn modelId="{E26116A4-A000-4174-8899-70D52250E843}" type="presOf" srcId="{E4815D06-1E0E-45B3-8F3C-431D4FDB3F08}" destId="{ADDFBCE7-17B8-4823-9BAC-D6E2B3C74B6E}" srcOrd="0" destOrd="0" presId="urn:microsoft.com/office/officeart/2005/8/layout/hierarchy4"/>
    <dgm:cxn modelId="{AEF15AC6-DA2B-4F6E-9729-D698452979E9}" srcId="{3D3A164F-9E34-4998-81C1-8CB2C1CFD931}" destId="{E7863BEF-ADB8-457F-8B0A-BD0DD006CA35}" srcOrd="0" destOrd="0" parTransId="{17A64EAB-9D99-429B-8512-170C63B4EE9B}" sibTransId="{1488C045-C971-4992-8615-183A6BDE01E3}"/>
    <dgm:cxn modelId="{399A9CC3-2446-4A66-A3C6-027CD178067B}" type="presOf" srcId="{C6934D3D-FE68-4D4F-AD94-E5043C7F0EC7}" destId="{12497488-3CF7-418E-A03E-1EE8F5BACA64}" srcOrd="0" destOrd="0" presId="urn:microsoft.com/office/officeart/2005/8/layout/hierarchy4"/>
    <dgm:cxn modelId="{CD75BA2D-4A41-4B59-86D3-D28B00C91FEA}" type="presOf" srcId="{0B686446-DDD8-4F1F-8055-350A561C0551}" destId="{085FC1F3-EE61-4B09-ACB3-536BF0BE99EB}" srcOrd="0" destOrd="0" presId="urn:microsoft.com/office/officeart/2005/8/layout/hierarchy4"/>
    <dgm:cxn modelId="{44177F05-373E-4CA8-AB17-7D657116945E}" type="presOf" srcId="{F24D0FF8-D978-4297-9493-17A0FC19601D}" destId="{1126FC9E-1BD5-483E-B2FC-5129B41DF8AF}" srcOrd="0" destOrd="0" presId="urn:microsoft.com/office/officeart/2005/8/layout/hierarchy4"/>
    <dgm:cxn modelId="{FBB57194-893C-46AA-9488-C69E51FDB150}" srcId="{138AEDF1-60B3-4598-BEE9-C3A82949F1DA}" destId="{BA4F4F29-54F6-4067-97ED-06FE432185BD}" srcOrd="1" destOrd="0" parTransId="{76B32809-BC98-4FB6-89EC-3AA585063BC4}" sibTransId="{A6DE5096-94E1-4FF2-ACF1-C89BFF19095E}"/>
    <dgm:cxn modelId="{90206938-6B53-4903-88B1-30E50EE9977F}" srcId="{B83DAD9E-578A-4F4B-BBE2-72816B33B751}" destId="{E4815D06-1E0E-45B3-8F3C-431D4FDB3F08}" srcOrd="1" destOrd="0" parTransId="{EB7903BB-B7FC-498E-B134-5CE3E197EFDB}" sibTransId="{BB536F69-3C63-4672-9D0B-2D3A1FD5DB6E}"/>
    <dgm:cxn modelId="{D0AC1D7F-FC55-4CEB-835F-E2532E6EECA0}" srcId="{B83DAD9E-578A-4F4B-BBE2-72816B33B751}" destId="{943FDB72-DE4E-440A-ABE3-F18D94CB2864}" srcOrd="0" destOrd="0" parTransId="{BF85BBD7-82DB-4C53-84F0-01D5151BD5AC}" sibTransId="{3FD99CE9-E033-4838-A090-7A947CD4BEDB}"/>
    <dgm:cxn modelId="{7996B827-2724-4895-818E-C0677D314821}" type="presOf" srcId="{E7863BEF-ADB8-457F-8B0A-BD0DD006CA35}" destId="{5BE2E5E1-0AA7-4670-924C-FE67ECDFE9DE}" srcOrd="0" destOrd="0" presId="urn:microsoft.com/office/officeart/2005/8/layout/hierarchy4"/>
    <dgm:cxn modelId="{F9925029-D70E-4C18-9D89-1AD2DA0D7913}" type="presOf" srcId="{D0D61B9E-439B-4FC2-8723-42B6C59B1304}" destId="{98054131-855B-46CF-8638-D6E7F6EBFA54}" srcOrd="0" destOrd="0" presId="urn:microsoft.com/office/officeart/2005/8/layout/hierarchy4"/>
    <dgm:cxn modelId="{B47040C7-B258-4692-BFF6-25F9A40529ED}" srcId="{B83DAD9E-578A-4F4B-BBE2-72816B33B751}" destId="{D534F838-4910-41FB-AE69-CE61C46B2459}" srcOrd="2" destOrd="0" parTransId="{3CF47C6A-40DD-4574-A835-F4A8ACD8EDB0}" sibTransId="{8DBF3349-AB9F-41E8-B3D1-9FBC438CB9A6}"/>
    <dgm:cxn modelId="{2126CE26-BF14-4D00-956D-C6FC6ACF2FA8}" srcId="{138AEDF1-60B3-4598-BEE9-C3A82949F1DA}" destId="{0B686446-DDD8-4F1F-8055-350A561C0551}" srcOrd="0" destOrd="0" parTransId="{FA0B793C-1FD4-4DB1-8CA1-4237CF70BF7A}" sibTransId="{0F6613BB-DC36-4939-91F8-88AEC7B33382}"/>
    <dgm:cxn modelId="{F06A1638-D5B5-4851-A2E0-E271ADC94D7E}" srcId="{E7863BEF-ADB8-457F-8B0A-BD0DD006CA35}" destId="{B83DAD9E-578A-4F4B-BBE2-72816B33B751}" srcOrd="1" destOrd="0" parTransId="{4717B277-B105-4B6A-9D83-888CCAD0851B}" sibTransId="{B0C97D5E-B833-4BDF-A0DF-E776651EEA43}"/>
    <dgm:cxn modelId="{04FDF83F-5C29-44F6-BEA4-E35D65618AD2}" srcId="{0198B856-3E07-4747-BF48-ED1AA723455C}" destId="{8686B39E-7FF8-4F42-89E9-E8D62044BC76}" srcOrd="0" destOrd="0" parTransId="{CE3CDC3B-111A-45A9-B236-7A5206D577D6}" sibTransId="{9E7270C4-0A09-45B2-A7AE-A551C7731BA2}"/>
    <dgm:cxn modelId="{3DDD65C6-8AD2-4CF6-8CBE-6C84C1F91C83}" type="presOf" srcId="{3D3A164F-9E34-4998-81C1-8CB2C1CFD931}" destId="{C8C9E688-DBC6-488A-A9BC-BD01A35293B8}" srcOrd="0" destOrd="0" presId="urn:microsoft.com/office/officeart/2005/8/layout/hierarchy4"/>
    <dgm:cxn modelId="{DCB0D8D4-F39F-4C3D-8E34-27B4A99A664C}" srcId="{E7863BEF-ADB8-457F-8B0A-BD0DD006CA35}" destId="{0198B856-3E07-4747-BF48-ED1AA723455C}" srcOrd="0" destOrd="0" parTransId="{39CE3839-D413-4C15-A399-5EA325D5B5ED}" sibTransId="{78B22176-05AD-4551-8C1D-28B859E49606}"/>
    <dgm:cxn modelId="{8B68402F-E5A7-4F63-AE5D-C2CE6E0CCC0D}" type="presParOf" srcId="{98054131-855B-46CF-8638-D6E7F6EBFA54}" destId="{2CC59D57-9BA9-4AAC-8747-439CAD8C9ED4}" srcOrd="0" destOrd="0" presId="urn:microsoft.com/office/officeart/2005/8/layout/hierarchy4"/>
    <dgm:cxn modelId="{4EF5A432-53BC-4A88-BFF6-876FCB9263D9}" type="presParOf" srcId="{2CC59D57-9BA9-4AAC-8747-439CAD8C9ED4}" destId="{C8C9E688-DBC6-488A-A9BC-BD01A35293B8}" srcOrd="0" destOrd="0" presId="urn:microsoft.com/office/officeart/2005/8/layout/hierarchy4"/>
    <dgm:cxn modelId="{93CCC7B9-63CD-4AE8-9E44-6AB8FB870314}" type="presParOf" srcId="{2CC59D57-9BA9-4AAC-8747-439CAD8C9ED4}" destId="{143B4AFA-A3E7-4550-9D00-AB1D1A6ED460}" srcOrd="1" destOrd="0" presId="urn:microsoft.com/office/officeart/2005/8/layout/hierarchy4"/>
    <dgm:cxn modelId="{6E64E876-5065-45F0-9207-0AE52CB3261D}" type="presParOf" srcId="{2CC59D57-9BA9-4AAC-8747-439CAD8C9ED4}" destId="{65C06DD6-36EE-424F-9A99-9404EA8BFC58}" srcOrd="2" destOrd="0" presId="urn:microsoft.com/office/officeart/2005/8/layout/hierarchy4"/>
    <dgm:cxn modelId="{28AB9ABB-D9A6-4415-B138-43C93AC008ED}" type="presParOf" srcId="{65C06DD6-36EE-424F-9A99-9404EA8BFC58}" destId="{6B3C5DA5-3ADC-4F8D-BA3B-AA585D551922}" srcOrd="0" destOrd="0" presId="urn:microsoft.com/office/officeart/2005/8/layout/hierarchy4"/>
    <dgm:cxn modelId="{EAC88E7A-7735-474E-9585-E39937A352D5}" type="presParOf" srcId="{6B3C5DA5-3ADC-4F8D-BA3B-AA585D551922}" destId="{5BE2E5E1-0AA7-4670-924C-FE67ECDFE9DE}" srcOrd="0" destOrd="0" presId="urn:microsoft.com/office/officeart/2005/8/layout/hierarchy4"/>
    <dgm:cxn modelId="{9CEAD318-9510-464B-834E-7C98EEA5B0CA}" type="presParOf" srcId="{6B3C5DA5-3ADC-4F8D-BA3B-AA585D551922}" destId="{2CC452F9-51A9-4842-A437-D558208B6263}" srcOrd="1" destOrd="0" presId="urn:microsoft.com/office/officeart/2005/8/layout/hierarchy4"/>
    <dgm:cxn modelId="{8E6BE49E-8DA9-4A76-9A6C-DC50E783013F}" type="presParOf" srcId="{6B3C5DA5-3ADC-4F8D-BA3B-AA585D551922}" destId="{0845205A-05A8-4F06-A341-F724BE55BC8E}" srcOrd="2" destOrd="0" presId="urn:microsoft.com/office/officeart/2005/8/layout/hierarchy4"/>
    <dgm:cxn modelId="{B31DFFC7-C3AD-4D64-93F2-5A5F2BBFAE54}" type="presParOf" srcId="{0845205A-05A8-4F06-A341-F724BE55BC8E}" destId="{17CE2552-A814-4CC1-9723-B5BC49E61FEF}" srcOrd="0" destOrd="0" presId="urn:microsoft.com/office/officeart/2005/8/layout/hierarchy4"/>
    <dgm:cxn modelId="{97F0B463-82CD-421D-9AEE-885ABF461E64}" type="presParOf" srcId="{17CE2552-A814-4CC1-9723-B5BC49E61FEF}" destId="{5FB82BCF-0BAE-40A3-BB45-9B2B4A791A1C}" srcOrd="0" destOrd="0" presId="urn:microsoft.com/office/officeart/2005/8/layout/hierarchy4"/>
    <dgm:cxn modelId="{41605C9F-20E6-4FC0-B445-0C6C39B7D1E1}" type="presParOf" srcId="{17CE2552-A814-4CC1-9723-B5BC49E61FEF}" destId="{D9D1A23A-44CC-44BB-BCB8-D804A1C67B2B}" srcOrd="1" destOrd="0" presId="urn:microsoft.com/office/officeart/2005/8/layout/hierarchy4"/>
    <dgm:cxn modelId="{5EF5ED6B-0485-4793-984C-AFE83D70BA6B}" type="presParOf" srcId="{17CE2552-A814-4CC1-9723-B5BC49E61FEF}" destId="{7F957B24-47D6-4377-A7E0-DD519AF952AB}" srcOrd="2" destOrd="0" presId="urn:microsoft.com/office/officeart/2005/8/layout/hierarchy4"/>
    <dgm:cxn modelId="{115045F7-7E45-4AD4-85C7-985772009A55}" type="presParOf" srcId="{7F957B24-47D6-4377-A7E0-DD519AF952AB}" destId="{AB4405C8-1924-40B4-874D-CF572FD668C6}" srcOrd="0" destOrd="0" presId="urn:microsoft.com/office/officeart/2005/8/layout/hierarchy4"/>
    <dgm:cxn modelId="{E2AEA712-7225-42D1-8870-5532651FB5B8}" type="presParOf" srcId="{AB4405C8-1924-40B4-874D-CF572FD668C6}" destId="{33CFE4A5-051A-4C96-9C2B-3920BA1FD973}" srcOrd="0" destOrd="0" presId="urn:microsoft.com/office/officeart/2005/8/layout/hierarchy4"/>
    <dgm:cxn modelId="{C2729C08-751D-49CC-B978-BC41CF42423C}" type="presParOf" srcId="{AB4405C8-1924-40B4-874D-CF572FD668C6}" destId="{789C9697-5B1A-4D65-88C0-BA523F26D7C6}" srcOrd="1" destOrd="0" presId="urn:microsoft.com/office/officeart/2005/8/layout/hierarchy4"/>
    <dgm:cxn modelId="{A40A0953-F068-41D9-9DDF-506139EACFE7}" type="presParOf" srcId="{7F957B24-47D6-4377-A7E0-DD519AF952AB}" destId="{C5819E9F-CEDF-4F60-8EA0-92D1F1ED65C6}" srcOrd="1" destOrd="0" presId="urn:microsoft.com/office/officeart/2005/8/layout/hierarchy4"/>
    <dgm:cxn modelId="{71A696E3-6B92-4606-B789-AD703DE99970}" type="presParOf" srcId="{7F957B24-47D6-4377-A7E0-DD519AF952AB}" destId="{4660ACA5-ACE1-4D36-952D-B44BBC7932B6}" srcOrd="2" destOrd="0" presId="urn:microsoft.com/office/officeart/2005/8/layout/hierarchy4"/>
    <dgm:cxn modelId="{B4862F08-4E9F-4BBB-9434-85CC072C1DFF}" type="presParOf" srcId="{4660ACA5-ACE1-4D36-952D-B44BBC7932B6}" destId="{A0275305-3445-40BA-8FF0-FD7384B12535}" srcOrd="0" destOrd="0" presId="urn:microsoft.com/office/officeart/2005/8/layout/hierarchy4"/>
    <dgm:cxn modelId="{98EE6066-9B67-479B-978D-753662D5658D}" type="presParOf" srcId="{4660ACA5-ACE1-4D36-952D-B44BBC7932B6}" destId="{19834E84-19C7-48DA-A4FE-42429EA63A3D}" srcOrd="1" destOrd="0" presId="urn:microsoft.com/office/officeart/2005/8/layout/hierarchy4"/>
    <dgm:cxn modelId="{97E25AFE-E45E-4C3E-9E7F-8338C3C21200}" type="presParOf" srcId="{7F957B24-47D6-4377-A7E0-DD519AF952AB}" destId="{482084FF-860F-47FC-8F84-0D36E23804AE}" srcOrd="3" destOrd="0" presId="urn:microsoft.com/office/officeart/2005/8/layout/hierarchy4"/>
    <dgm:cxn modelId="{3F09BC6D-F099-4D5D-8805-D830DE66FB25}" type="presParOf" srcId="{7F957B24-47D6-4377-A7E0-DD519AF952AB}" destId="{912726B5-6229-49B6-B498-ACF21A142646}" srcOrd="4" destOrd="0" presId="urn:microsoft.com/office/officeart/2005/8/layout/hierarchy4"/>
    <dgm:cxn modelId="{CC54B652-CD14-4A8C-9576-1AAF4C835B78}" type="presParOf" srcId="{912726B5-6229-49B6-B498-ACF21A142646}" destId="{12497488-3CF7-418E-A03E-1EE8F5BACA64}" srcOrd="0" destOrd="0" presId="urn:microsoft.com/office/officeart/2005/8/layout/hierarchy4"/>
    <dgm:cxn modelId="{36F6CABA-63FF-4C7B-A4C3-1B6719117005}" type="presParOf" srcId="{912726B5-6229-49B6-B498-ACF21A142646}" destId="{B1CC8BF7-EE6D-4595-BA3A-A02CA8C95FA2}" srcOrd="1" destOrd="0" presId="urn:microsoft.com/office/officeart/2005/8/layout/hierarchy4"/>
    <dgm:cxn modelId="{E01A5398-936F-445E-9FDF-00871F37F787}" type="presParOf" srcId="{0845205A-05A8-4F06-A341-F724BE55BC8E}" destId="{3BAC61DF-A382-41AB-9DFC-08C46358123A}" srcOrd="1" destOrd="0" presId="urn:microsoft.com/office/officeart/2005/8/layout/hierarchy4"/>
    <dgm:cxn modelId="{79F3FE5D-C115-4CFD-ADF0-9BC28DAC27B4}" type="presParOf" srcId="{0845205A-05A8-4F06-A341-F724BE55BC8E}" destId="{8CB45506-A590-4B32-A20B-44BB57C76A03}" srcOrd="2" destOrd="0" presId="urn:microsoft.com/office/officeart/2005/8/layout/hierarchy4"/>
    <dgm:cxn modelId="{1C07316F-3A2E-4675-ADD5-708701CBE98E}" type="presParOf" srcId="{8CB45506-A590-4B32-A20B-44BB57C76A03}" destId="{C314B2DD-3935-4001-89D6-2F79E0EC22CC}" srcOrd="0" destOrd="0" presId="urn:microsoft.com/office/officeart/2005/8/layout/hierarchy4"/>
    <dgm:cxn modelId="{C0914812-8B7C-4DB4-A96C-F0DCC9999DCF}" type="presParOf" srcId="{8CB45506-A590-4B32-A20B-44BB57C76A03}" destId="{D0D787D6-031E-49C5-96BC-CF0D8C35C1CD}" srcOrd="1" destOrd="0" presId="urn:microsoft.com/office/officeart/2005/8/layout/hierarchy4"/>
    <dgm:cxn modelId="{69DE275C-8828-402B-928D-E778554F739C}" type="presParOf" srcId="{8CB45506-A590-4B32-A20B-44BB57C76A03}" destId="{5CDD0EC7-CF90-482D-8466-41070244DC69}" srcOrd="2" destOrd="0" presId="urn:microsoft.com/office/officeart/2005/8/layout/hierarchy4"/>
    <dgm:cxn modelId="{459C58C2-8D23-4D95-9C63-06AC0DFAD5A5}" type="presParOf" srcId="{5CDD0EC7-CF90-482D-8466-41070244DC69}" destId="{0A108A0E-0001-41F4-8706-5F83EEF6B8DC}" srcOrd="0" destOrd="0" presId="urn:microsoft.com/office/officeart/2005/8/layout/hierarchy4"/>
    <dgm:cxn modelId="{5D56C9D0-0A94-40CA-839F-A762F1683319}" type="presParOf" srcId="{0A108A0E-0001-41F4-8706-5F83EEF6B8DC}" destId="{9CE79AA9-4B25-4418-BEC1-A58C7533D00B}" srcOrd="0" destOrd="0" presId="urn:microsoft.com/office/officeart/2005/8/layout/hierarchy4"/>
    <dgm:cxn modelId="{309BFF1E-7A34-47D1-ACD9-7F5B5E41760D}" type="presParOf" srcId="{0A108A0E-0001-41F4-8706-5F83EEF6B8DC}" destId="{1A37D060-ADA0-4A15-8190-4ED235291559}" srcOrd="1" destOrd="0" presId="urn:microsoft.com/office/officeart/2005/8/layout/hierarchy4"/>
    <dgm:cxn modelId="{C9B5DBAB-D0FD-4E9F-8022-093E87D7635F}" type="presParOf" srcId="{5CDD0EC7-CF90-482D-8466-41070244DC69}" destId="{FDD49D77-F69A-4508-AF34-CBABB4D375A7}" srcOrd="1" destOrd="0" presId="urn:microsoft.com/office/officeart/2005/8/layout/hierarchy4"/>
    <dgm:cxn modelId="{CA341428-505C-47B9-8C41-65D7CFAB00C3}" type="presParOf" srcId="{5CDD0EC7-CF90-482D-8466-41070244DC69}" destId="{3EFBBDF7-3B3D-4057-821F-C185B2EB02CE}" srcOrd="2" destOrd="0" presId="urn:microsoft.com/office/officeart/2005/8/layout/hierarchy4"/>
    <dgm:cxn modelId="{0CCE5812-4428-4B21-9DEF-3909F48787C0}" type="presParOf" srcId="{3EFBBDF7-3B3D-4057-821F-C185B2EB02CE}" destId="{ADDFBCE7-17B8-4823-9BAC-D6E2B3C74B6E}" srcOrd="0" destOrd="0" presId="urn:microsoft.com/office/officeart/2005/8/layout/hierarchy4"/>
    <dgm:cxn modelId="{C45DA2D0-30BD-4C63-9C99-247F76813D4C}" type="presParOf" srcId="{3EFBBDF7-3B3D-4057-821F-C185B2EB02CE}" destId="{53CCCE96-13AD-4B67-8B8C-14FFD4FB9859}" srcOrd="1" destOrd="0" presId="urn:microsoft.com/office/officeart/2005/8/layout/hierarchy4"/>
    <dgm:cxn modelId="{EAC59FA1-5C24-4B02-97CE-BEDAF2ED0BE3}" type="presParOf" srcId="{5CDD0EC7-CF90-482D-8466-41070244DC69}" destId="{A8AADEFE-4F33-4704-A355-D3E698B60CF9}" srcOrd="3" destOrd="0" presId="urn:microsoft.com/office/officeart/2005/8/layout/hierarchy4"/>
    <dgm:cxn modelId="{E9E29BDD-7A42-41F5-95BD-49E4B01B0060}" type="presParOf" srcId="{5CDD0EC7-CF90-482D-8466-41070244DC69}" destId="{6CC475D7-2A24-4461-91E2-878C6E499AE8}" srcOrd="4" destOrd="0" presId="urn:microsoft.com/office/officeart/2005/8/layout/hierarchy4"/>
    <dgm:cxn modelId="{3FE5591C-B61D-4DD4-8FF2-358A5286F6C9}" type="presParOf" srcId="{6CC475D7-2A24-4461-91E2-878C6E499AE8}" destId="{698E78BE-3AE4-4178-AE7E-29AE64B2CC21}" srcOrd="0" destOrd="0" presId="urn:microsoft.com/office/officeart/2005/8/layout/hierarchy4"/>
    <dgm:cxn modelId="{E8F3455F-AAFC-4810-99F8-87AC1834F0ED}" type="presParOf" srcId="{6CC475D7-2A24-4461-91E2-878C6E499AE8}" destId="{C02FE54D-96E2-4850-A9B5-E69C05184888}" srcOrd="1" destOrd="0" presId="urn:microsoft.com/office/officeart/2005/8/layout/hierarchy4"/>
    <dgm:cxn modelId="{CF1EEEF4-D5DC-4614-8F39-73C397E2C3FC}" type="presParOf" srcId="{5CDD0EC7-CF90-482D-8466-41070244DC69}" destId="{6F8D7D11-6C9B-4761-BA3B-716A1EAACD8E}" srcOrd="5" destOrd="0" presId="urn:microsoft.com/office/officeart/2005/8/layout/hierarchy4"/>
    <dgm:cxn modelId="{BD2852CB-E3AF-4A07-A3D2-C9B435B3CDF8}" type="presParOf" srcId="{5CDD0EC7-CF90-482D-8466-41070244DC69}" destId="{0FD989FD-C32D-4CC4-A33B-75E68210BAA4}" srcOrd="6" destOrd="0" presId="urn:microsoft.com/office/officeart/2005/8/layout/hierarchy4"/>
    <dgm:cxn modelId="{00808B38-9C70-4C35-861D-89ECF138B482}" type="presParOf" srcId="{0FD989FD-C32D-4CC4-A33B-75E68210BAA4}" destId="{1126FC9E-1BD5-483E-B2FC-5129B41DF8AF}" srcOrd="0" destOrd="0" presId="urn:microsoft.com/office/officeart/2005/8/layout/hierarchy4"/>
    <dgm:cxn modelId="{DD2D101C-F766-437E-A77B-10B054961EB2}" type="presParOf" srcId="{0FD989FD-C32D-4CC4-A33B-75E68210BAA4}" destId="{758512C0-547C-45FD-9FE1-ABC76BC50557}" srcOrd="1" destOrd="0" presId="urn:microsoft.com/office/officeart/2005/8/layout/hierarchy4"/>
    <dgm:cxn modelId="{BE288050-4CE1-4A8A-8036-B80D1F759C01}" type="presParOf" srcId="{0845205A-05A8-4F06-A341-F724BE55BC8E}" destId="{9245E10C-1CA5-4BAB-801B-4424A4E42E58}" srcOrd="3" destOrd="0" presId="urn:microsoft.com/office/officeart/2005/8/layout/hierarchy4"/>
    <dgm:cxn modelId="{57C40BF6-ED0B-415C-8C92-589E06F77879}" type="presParOf" srcId="{0845205A-05A8-4F06-A341-F724BE55BC8E}" destId="{1FF69A12-214A-4ACF-8AC3-A0B2D37B1858}" srcOrd="4" destOrd="0" presId="urn:microsoft.com/office/officeart/2005/8/layout/hierarchy4"/>
    <dgm:cxn modelId="{98EFB6A3-6274-46D9-9645-A774C863151E}" type="presParOf" srcId="{1FF69A12-214A-4ACF-8AC3-A0B2D37B1858}" destId="{B22A5851-9AF2-466F-841C-D009F330C262}" srcOrd="0" destOrd="0" presId="urn:microsoft.com/office/officeart/2005/8/layout/hierarchy4"/>
    <dgm:cxn modelId="{DF24B8DD-3055-4D07-9799-1ABA9E869273}" type="presParOf" srcId="{1FF69A12-214A-4ACF-8AC3-A0B2D37B1858}" destId="{B5121904-BD9A-4E14-A335-983EF46AA800}" srcOrd="1" destOrd="0" presId="urn:microsoft.com/office/officeart/2005/8/layout/hierarchy4"/>
    <dgm:cxn modelId="{FDABBDE4-758B-4594-8C00-F3E52AD29F42}" type="presParOf" srcId="{1FF69A12-214A-4ACF-8AC3-A0B2D37B1858}" destId="{22052E8A-3F4F-4AD4-AFA8-914D74380658}" srcOrd="2" destOrd="0" presId="urn:microsoft.com/office/officeart/2005/8/layout/hierarchy4"/>
    <dgm:cxn modelId="{09D68EED-B72D-4077-9741-8E55A04307BF}" type="presParOf" srcId="{22052E8A-3F4F-4AD4-AFA8-914D74380658}" destId="{F5CC712B-6849-4805-9B17-E5C88505E129}" srcOrd="0" destOrd="0" presId="urn:microsoft.com/office/officeart/2005/8/layout/hierarchy4"/>
    <dgm:cxn modelId="{C85B94B3-065E-4611-89B0-AA99695C5B5E}" type="presParOf" srcId="{F5CC712B-6849-4805-9B17-E5C88505E129}" destId="{085FC1F3-EE61-4B09-ACB3-536BF0BE99EB}" srcOrd="0" destOrd="0" presId="urn:microsoft.com/office/officeart/2005/8/layout/hierarchy4"/>
    <dgm:cxn modelId="{EB0D32C1-F866-43D3-972A-B21AFD491344}" type="presParOf" srcId="{F5CC712B-6849-4805-9B17-E5C88505E129}" destId="{1FD723E9-3B33-4EBD-83C6-8873273F1142}" srcOrd="1" destOrd="0" presId="urn:microsoft.com/office/officeart/2005/8/layout/hierarchy4"/>
    <dgm:cxn modelId="{8991EB22-C00F-4C4C-97FB-E79D2745B840}" type="presParOf" srcId="{22052E8A-3F4F-4AD4-AFA8-914D74380658}" destId="{5DD2807D-4842-4101-9A29-C1A42A932C8D}" srcOrd="1" destOrd="0" presId="urn:microsoft.com/office/officeart/2005/8/layout/hierarchy4"/>
    <dgm:cxn modelId="{3F9860A9-462B-4141-B61F-9267976B52C1}" type="presParOf" srcId="{22052E8A-3F4F-4AD4-AFA8-914D74380658}" destId="{DC4916E6-E8D9-40D3-825F-21F4CD7B6264}" srcOrd="2" destOrd="0" presId="urn:microsoft.com/office/officeart/2005/8/layout/hierarchy4"/>
    <dgm:cxn modelId="{349FE339-CBA5-4337-BFAC-8F49B86B5749}" type="presParOf" srcId="{DC4916E6-E8D9-40D3-825F-21F4CD7B6264}" destId="{62FC795B-D06A-4787-B5C8-1D57EB141867}" srcOrd="0" destOrd="0" presId="urn:microsoft.com/office/officeart/2005/8/layout/hierarchy4"/>
    <dgm:cxn modelId="{7ECFFC12-FCA1-4F8F-A2FF-D053FE6BF7FE}" type="presParOf" srcId="{DC4916E6-E8D9-40D3-825F-21F4CD7B6264}" destId="{9ADFC5E9-CC66-41D9-96A1-765C00FBD18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51DE150-AED4-4BAF-B130-0640192156B7}" type="doc">
      <dgm:prSet loTypeId="urn:microsoft.com/office/officeart/2005/8/layout/hProcess9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pPr latinLnBrk="1"/>
          <a:endParaRPr lang="ko-KR" altLang="en-US"/>
        </a:p>
      </dgm:t>
    </dgm:pt>
    <dgm:pt modelId="{E891E529-4295-42F2-B1D1-CD7EEE76972B}">
      <dgm:prSet custT="1"/>
      <dgm:spPr/>
      <dgm:t>
        <a:bodyPr/>
        <a:lstStyle/>
        <a:p>
          <a:pPr latinLnBrk="0"/>
          <a:r>
            <a:rPr lang="ko-KR" altLang="en-US" sz="1800" dirty="0" smtClean="0">
              <a:effectLst/>
            </a:rPr>
            <a:t>기술 수준의 우수성</a:t>
          </a:r>
          <a:endParaRPr lang="ko-KR" altLang="en-US" sz="1800" dirty="0">
            <a:effectLst/>
          </a:endParaRPr>
        </a:p>
      </dgm:t>
    </dgm:pt>
    <dgm:pt modelId="{E880F9A1-92B0-489A-982F-9916F3A65E2A}" type="parTrans" cxnId="{637DD39A-5B6E-407B-A690-7D4076F623A0}">
      <dgm:prSet/>
      <dgm:spPr/>
      <dgm:t>
        <a:bodyPr/>
        <a:lstStyle/>
        <a:p>
          <a:pPr latinLnBrk="1"/>
          <a:endParaRPr lang="ko-KR" altLang="en-US"/>
        </a:p>
      </dgm:t>
    </dgm:pt>
    <dgm:pt modelId="{45AE3173-C066-45EB-9921-8410E01EEC85}" type="sibTrans" cxnId="{637DD39A-5B6E-407B-A690-7D4076F623A0}">
      <dgm:prSet/>
      <dgm:spPr/>
      <dgm:t>
        <a:bodyPr/>
        <a:lstStyle/>
        <a:p>
          <a:pPr latinLnBrk="1"/>
          <a:endParaRPr lang="ko-KR" altLang="en-US"/>
        </a:p>
      </dgm:t>
    </dgm:pt>
    <dgm:pt modelId="{50BCD2A5-6B10-4270-9C4E-579620F091C9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참조 모델 대비 음질 향상 </a:t>
          </a:r>
          <a:r>
            <a:rPr lang="en-US" altLang="en-US" sz="1400" dirty="0" smtClean="0">
              <a:effectLst/>
            </a:rPr>
            <a:t>(</a:t>
          </a:r>
          <a:r>
            <a:rPr lang="ko-KR" altLang="en-US" sz="1400" dirty="0" smtClean="0">
              <a:effectLst/>
            </a:rPr>
            <a:t>약 </a:t>
          </a:r>
          <a:r>
            <a:rPr lang="en-US" altLang="en-US" sz="1400" dirty="0" smtClean="0">
              <a:effectLst/>
            </a:rPr>
            <a:t>1dB)</a:t>
          </a:r>
          <a:endParaRPr lang="ko-KR" altLang="en-US" sz="1400" dirty="0">
            <a:effectLst/>
          </a:endParaRPr>
        </a:p>
      </dgm:t>
    </dgm:pt>
    <dgm:pt modelId="{2C4E3AF9-F56A-4C9C-B131-9BCF66FB5C5C}" type="parTrans" cxnId="{79AD2319-ED52-43B5-8EEE-21E045331B8D}">
      <dgm:prSet/>
      <dgm:spPr/>
      <dgm:t>
        <a:bodyPr/>
        <a:lstStyle/>
        <a:p>
          <a:pPr latinLnBrk="1"/>
          <a:endParaRPr lang="ko-KR" altLang="en-US"/>
        </a:p>
      </dgm:t>
    </dgm:pt>
    <dgm:pt modelId="{1465AE26-F80D-4E7E-8718-88684F076F44}" type="sibTrans" cxnId="{79AD2319-ED52-43B5-8EEE-21E045331B8D}">
      <dgm:prSet/>
      <dgm:spPr/>
      <dgm:t>
        <a:bodyPr/>
        <a:lstStyle/>
        <a:p>
          <a:pPr latinLnBrk="1"/>
          <a:endParaRPr lang="ko-KR" altLang="en-US"/>
        </a:p>
      </dgm:t>
    </dgm:pt>
    <dgm:pt modelId="{5F8E5E5A-FE23-4051-851B-538ECE83CD0B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공동연구기관 품질 요구 사항 만족</a:t>
          </a:r>
          <a:endParaRPr lang="ko-KR" altLang="en-US" sz="1400" dirty="0">
            <a:effectLst/>
          </a:endParaRPr>
        </a:p>
      </dgm:t>
    </dgm:pt>
    <dgm:pt modelId="{12D1F91D-C3EA-4767-94CD-C444564B5976}" type="parTrans" cxnId="{519746A4-5F0C-4363-B456-93EDBCC1C2EE}">
      <dgm:prSet/>
      <dgm:spPr/>
      <dgm:t>
        <a:bodyPr/>
        <a:lstStyle/>
        <a:p>
          <a:pPr latinLnBrk="1"/>
          <a:endParaRPr lang="ko-KR" altLang="en-US"/>
        </a:p>
      </dgm:t>
    </dgm:pt>
    <dgm:pt modelId="{8C41D415-FA43-44A3-98EA-9BA492CA8F20}" type="sibTrans" cxnId="{519746A4-5F0C-4363-B456-93EDBCC1C2EE}">
      <dgm:prSet/>
      <dgm:spPr/>
      <dgm:t>
        <a:bodyPr/>
        <a:lstStyle/>
        <a:p>
          <a:pPr latinLnBrk="1"/>
          <a:endParaRPr lang="ko-KR" altLang="en-US"/>
        </a:p>
      </dgm:t>
    </dgm:pt>
    <dgm:pt modelId="{B0219382-3723-4B5D-A779-85B60DB8822F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기존 스테레오 </a:t>
          </a:r>
          <a:r>
            <a:rPr lang="ko-KR" altLang="en-US" sz="1200" dirty="0" err="1" smtClean="0">
              <a:effectLst/>
            </a:rPr>
            <a:t>콘텐츠의</a:t>
          </a:r>
          <a:r>
            <a:rPr lang="ko-KR" altLang="en-US" sz="1200" dirty="0" smtClean="0">
              <a:effectLst/>
            </a:rPr>
            <a:t> 멀티트랙 버전 생성</a:t>
          </a:r>
          <a:endParaRPr lang="ko-KR" altLang="en-US" sz="1200" dirty="0">
            <a:effectLst/>
          </a:endParaRPr>
        </a:p>
      </dgm:t>
    </dgm:pt>
    <dgm:pt modelId="{69F297ED-A653-4F37-A8DD-D7923717D347}" type="parTrans" cxnId="{8A3FE0E7-CCAA-40EA-A2A8-91275FB51922}">
      <dgm:prSet/>
      <dgm:spPr/>
      <dgm:t>
        <a:bodyPr/>
        <a:lstStyle/>
        <a:p>
          <a:pPr latinLnBrk="1"/>
          <a:endParaRPr lang="ko-KR" altLang="en-US"/>
        </a:p>
      </dgm:t>
    </dgm:pt>
    <dgm:pt modelId="{407D5DA7-D398-417F-AD3E-04CD4FDEF022}" type="sibTrans" cxnId="{8A3FE0E7-CCAA-40EA-A2A8-91275FB51922}">
      <dgm:prSet/>
      <dgm:spPr/>
      <dgm:t>
        <a:bodyPr/>
        <a:lstStyle/>
        <a:p>
          <a:pPr latinLnBrk="1"/>
          <a:endParaRPr lang="ko-KR" altLang="en-US"/>
        </a:p>
      </dgm:t>
    </dgm:pt>
    <dgm:pt modelId="{05A09544-CF6A-4DE4-9A4C-E152614FD295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외국</a:t>
          </a:r>
          <a:r>
            <a:rPr lang="en-US" altLang="ko-KR" sz="1200" dirty="0" smtClean="0">
              <a:effectLst/>
            </a:rPr>
            <a:t>(</a:t>
          </a:r>
          <a:r>
            <a:rPr lang="ko-KR" altLang="en-US" sz="1200" dirty="0" smtClean="0">
              <a:effectLst/>
            </a:rPr>
            <a:t>중국</a:t>
          </a:r>
          <a:r>
            <a:rPr lang="en-US" altLang="ko-KR" sz="1200" dirty="0" smtClean="0">
              <a:effectLst/>
            </a:rPr>
            <a:t>)</a:t>
          </a:r>
          <a:r>
            <a:rPr lang="ko-KR" altLang="en-US" sz="1200" dirty="0" smtClean="0">
              <a:effectLst/>
            </a:rPr>
            <a:t> 원음 노래방 시장 진출에 활용</a:t>
          </a:r>
          <a:endParaRPr lang="ko-KR" altLang="en-US" sz="1200" dirty="0">
            <a:effectLst/>
          </a:endParaRPr>
        </a:p>
      </dgm:t>
    </dgm:pt>
    <dgm:pt modelId="{917E1F9E-F0D2-4322-AF2E-18C07F2A22E4}" type="parTrans" cxnId="{0CFB8F13-E5E7-4525-B036-F5F3D9A627AB}">
      <dgm:prSet/>
      <dgm:spPr/>
      <dgm:t>
        <a:bodyPr/>
        <a:lstStyle/>
        <a:p>
          <a:pPr latinLnBrk="1"/>
          <a:endParaRPr lang="ko-KR" altLang="en-US"/>
        </a:p>
      </dgm:t>
    </dgm:pt>
    <dgm:pt modelId="{F2345CEA-A138-4507-94DA-976B0BF59343}" type="sibTrans" cxnId="{0CFB8F13-E5E7-4525-B036-F5F3D9A627AB}">
      <dgm:prSet/>
      <dgm:spPr/>
      <dgm:t>
        <a:bodyPr/>
        <a:lstStyle/>
        <a:p>
          <a:pPr latinLnBrk="1"/>
          <a:endParaRPr lang="ko-KR" altLang="en-US"/>
        </a:p>
      </dgm:t>
    </dgm:pt>
    <dgm:pt modelId="{14D77527-FA64-4A8D-A44E-6C02D31F4667}">
      <dgm:prSet custT="1"/>
      <dgm:spPr/>
      <dgm:t>
        <a:bodyPr/>
        <a:lstStyle/>
        <a:p>
          <a:pPr latinLnBrk="0"/>
          <a:r>
            <a:rPr lang="ko-KR" altLang="en-US" sz="1800" dirty="0" smtClean="0">
              <a:effectLst/>
            </a:rPr>
            <a:t>기타 파급효과</a:t>
          </a:r>
          <a:endParaRPr lang="ko-KR" altLang="en-US" sz="1800" dirty="0">
            <a:effectLst/>
          </a:endParaRPr>
        </a:p>
      </dgm:t>
    </dgm:pt>
    <dgm:pt modelId="{E352351A-748B-4EC9-A07F-6070A896BB7F}" type="parTrans" cxnId="{348F6779-3465-4369-8370-242ED7E91C20}">
      <dgm:prSet/>
      <dgm:spPr/>
      <dgm:t>
        <a:bodyPr/>
        <a:lstStyle/>
        <a:p>
          <a:pPr latinLnBrk="1"/>
          <a:endParaRPr lang="ko-KR" altLang="en-US"/>
        </a:p>
      </dgm:t>
    </dgm:pt>
    <dgm:pt modelId="{05C01BF2-1D8C-4E9F-A646-9164D14EF88D}" type="sibTrans" cxnId="{348F6779-3465-4369-8370-242ED7E91C20}">
      <dgm:prSet/>
      <dgm:spPr/>
      <dgm:t>
        <a:bodyPr/>
        <a:lstStyle/>
        <a:p>
          <a:pPr latinLnBrk="1"/>
          <a:endParaRPr lang="ko-KR" altLang="en-US"/>
        </a:p>
      </dgm:t>
    </dgm:pt>
    <dgm:pt modelId="{748D1427-DDF5-4E1A-8329-48E81E418BBA}">
      <dgm:prSet custT="1"/>
      <dgm:spPr/>
      <dgm:t>
        <a:bodyPr/>
        <a:lstStyle/>
        <a:p>
          <a:pPr latinLnBrk="0"/>
          <a:r>
            <a:rPr lang="ko-KR" altLang="en-US" sz="1400" smtClean="0">
              <a:effectLst/>
            </a:rPr>
            <a:t>원음 노래방 시장 확대 및 해외 시장 개척</a:t>
          </a:r>
          <a:endParaRPr lang="ko-KR" altLang="en-US" sz="1400">
            <a:effectLst/>
          </a:endParaRPr>
        </a:p>
      </dgm:t>
    </dgm:pt>
    <dgm:pt modelId="{42CFE5ED-37DC-439A-8F69-FAD31471D7D0}" type="parTrans" cxnId="{38881E90-25F2-47A5-A94C-A4315BE198CF}">
      <dgm:prSet/>
      <dgm:spPr/>
      <dgm:t>
        <a:bodyPr/>
        <a:lstStyle/>
        <a:p>
          <a:pPr latinLnBrk="1"/>
          <a:endParaRPr lang="ko-KR" altLang="en-US"/>
        </a:p>
      </dgm:t>
    </dgm:pt>
    <dgm:pt modelId="{F53B0AF4-E6AF-484E-8135-4385B6CA81EA}" type="sibTrans" cxnId="{38881E90-25F2-47A5-A94C-A4315BE198CF}">
      <dgm:prSet/>
      <dgm:spPr/>
      <dgm:t>
        <a:bodyPr/>
        <a:lstStyle/>
        <a:p>
          <a:pPr latinLnBrk="1"/>
          <a:endParaRPr lang="ko-KR" altLang="en-US"/>
        </a:p>
      </dgm:t>
    </dgm:pt>
    <dgm:pt modelId="{0A558379-6225-433D-BCE9-9FB088E93E96}">
      <dgm:prSet custT="1"/>
      <dgm:spPr/>
      <dgm:t>
        <a:bodyPr/>
        <a:lstStyle/>
        <a:p>
          <a:pPr latinLnBrk="0"/>
          <a:r>
            <a:rPr lang="ko-KR" altLang="en-US" sz="1800" smtClean="0">
              <a:effectLst/>
            </a:rPr>
            <a:t>콘텐츠 산업 활용성</a:t>
          </a:r>
          <a:endParaRPr lang="ko-KR" altLang="en-US" sz="1800">
            <a:effectLst/>
          </a:endParaRPr>
        </a:p>
      </dgm:t>
    </dgm:pt>
    <dgm:pt modelId="{511ABB13-982F-481B-A4F4-45FAE33E12E6}" type="parTrans" cxnId="{CDDA8263-07FD-4FFD-A198-BADB99461FF0}">
      <dgm:prSet/>
      <dgm:spPr/>
      <dgm:t>
        <a:bodyPr/>
        <a:lstStyle/>
        <a:p>
          <a:pPr latinLnBrk="1"/>
          <a:endParaRPr lang="ko-KR" altLang="en-US"/>
        </a:p>
      </dgm:t>
    </dgm:pt>
    <dgm:pt modelId="{E68662B1-60ED-442D-B297-3F78E47C0589}" type="sibTrans" cxnId="{CDDA8263-07FD-4FFD-A198-BADB99461FF0}">
      <dgm:prSet/>
      <dgm:spPr/>
      <dgm:t>
        <a:bodyPr/>
        <a:lstStyle/>
        <a:p>
          <a:pPr latinLnBrk="1"/>
          <a:endParaRPr lang="ko-KR" altLang="en-US"/>
        </a:p>
      </dgm:t>
    </dgm:pt>
    <dgm:pt modelId="{A2602F6A-3F8D-4D1A-B741-919E9766A779}">
      <dgm:prSet custT="1"/>
      <dgm:spPr/>
      <dgm:t>
        <a:bodyPr/>
        <a:lstStyle/>
        <a:p>
          <a:pPr latinLnBrk="0"/>
          <a:r>
            <a:rPr lang="ko-KR" altLang="en-US" sz="1400" dirty="0" err="1" smtClean="0">
              <a:effectLst/>
            </a:rPr>
            <a:t>재사용성</a:t>
          </a:r>
          <a:r>
            <a:rPr lang="ko-KR" altLang="en-US" sz="1400" dirty="0" smtClean="0">
              <a:effectLst/>
            </a:rPr>
            <a:t> 증대 </a:t>
          </a:r>
          <a:r>
            <a:rPr lang="en-US" altLang="ko-KR" sz="1400" dirty="0" smtClean="0">
              <a:effectLst/>
            </a:rPr>
            <a:t>(One Source Multi Use)</a:t>
          </a:r>
          <a:endParaRPr lang="ko-KR" altLang="en-US" sz="1400" dirty="0">
            <a:effectLst/>
          </a:endParaRPr>
        </a:p>
      </dgm:t>
    </dgm:pt>
    <dgm:pt modelId="{DF7A7B10-C2CC-4614-BF77-EA407CE412A0}" type="parTrans" cxnId="{21AB5CA6-6E07-47C6-B7DD-39964B88DB31}">
      <dgm:prSet/>
      <dgm:spPr/>
      <dgm:t>
        <a:bodyPr/>
        <a:lstStyle/>
        <a:p>
          <a:pPr latinLnBrk="1"/>
          <a:endParaRPr lang="ko-KR" altLang="en-US"/>
        </a:p>
      </dgm:t>
    </dgm:pt>
    <dgm:pt modelId="{A13E746D-7CAE-4851-8B08-93E1867EB49B}" type="sibTrans" cxnId="{21AB5CA6-6E07-47C6-B7DD-39964B88DB31}">
      <dgm:prSet/>
      <dgm:spPr/>
      <dgm:t>
        <a:bodyPr/>
        <a:lstStyle/>
        <a:p>
          <a:pPr latinLnBrk="1"/>
          <a:endParaRPr lang="ko-KR" altLang="en-US"/>
        </a:p>
      </dgm:t>
    </dgm:pt>
    <dgm:pt modelId="{6DC2A510-7D79-4496-BBF9-F4659E26C60D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판매 가치를 잃은 기존 </a:t>
          </a:r>
          <a:r>
            <a:rPr lang="ko-KR" altLang="en-US" sz="1200" dirty="0" err="1" smtClean="0">
              <a:effectLst/>
            </a:rPr>
            <a:t>콘텐츠를</a:t>
          </a:r>
          <a:r>
            <a:rPr lang="ko-KR" altLang="en-US" sz="1200" dirty="0" smtClean="0">
              <a:effectLst/>
            </a:rPr>
            <a:t> 멀티트랙으로 전환함으로써 새로운 시장성 부여</a:t>
          </a:r>
          <a:endParaRPr lang="ko-KR" altLang="en-US" sz="1200" dirty="0">
            <a:effectLst/>
          </a:endParaRPr>
        </a:p>
      </dgm:t>
    </dgm:pt>
    <dgm:pt modelId="{55DACB21-4563-47C2-B114-752728B7CFC9}" type="parTrans" cxnId="{3157D7BA-DC02-4325-BCC3-B32FE0B2BED0}">
      <dgm:prSet/>
      <dgm:spPr/>
      <dgm:t>
        <a:bodyPr/>
        <a:lstStyle/>
        <a:p>
          <a:pPr latinLnBrk="1"/>
          <a:endParaRPr lang="ko-KR" altLang="en-US"/>
        </a:p>
      </dgm:t>
    </dgm:pt>
    <dgm:pt modelId="{5E7E7931-BB93-4EB4-BF5A-BF397C96CF55}" type="sibTrans" cxnId="{3157D7BA-DC02-4325-BCC3-B32FE0B2BED0}">
      <dgm:prSet/>
      <dgm:spPr/>
      <dgm:t>
        <a:bodyPr/>
        <a:lstStyle/>
        <a:p>
          <a:pPr latinLnBrk="1"/>
          <a:endParaRPr lang="ko-KR" altLang="en-US"/>
        </a:p>
      </dgm:t>
    </dgm:pt>
    <dgm:pt modelId="{EC1E11EE-A77C-45F9-AB11-C05A91B82570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음악 </a:t>
          </a:r>
          <a:r>
            <a:rPr lang="ko-KR" altLang="en-US" sz="1200" dirty="0" err="1" smtClean="0">
              <a:effectLst/>
            </a:rPr>
            <a:t>콘텐츠의</a:t>
          </a:r>
          <a:r>
            <a:rPr lang="ko-KR" altLang="en-US" sz="1200" dirty="0" smtClean="0">
              <a:effectLst/>
            </a:rPr>
            <a:t> 시장 내 생명 주기가 연장됨</a:t>
          </a:r>
          <a:endParaRPr lang="ko-KR" altLang="en-US" sz="1200" dirty="0">
            <a:effectLst/>
          </a:endParaRPr>
        </a:p>
      </dgm:t>
    </dgm:pt>
    <dgm:pt modelId="{A1AC3131-B070-4017-810A-A0D5A395C573}" type="parTrans" cxnId="{F17BD86C-1F71-459E-8589-60F1AE834681}">
      <dgm:prSet/>
      <dgm:spPr/>
      <dgm:t>
        <a:bodyPr/>
        <a:lstStyle/>
        <a:p>
          <a:pPr latinLnBrk="1"/>
          <a:endParaRPr lang="ko-KR" altLang="en-US"/>
        </a:p>
      </dgm:t>
    </dgm:pt>
    <dgm:pt modelId="{D8BD3466-7E32-4E7E-8DA4-D29515D9CEF5}" type="sibTrans" cxnId="{F17BD86C-1F71-459E-8589-60F1AE834681}">
      <dgm:prSet/>
      <dgm:spPr/>
      <dgm:t>
        <a:bodyPr/>
        <a:lstStyle/>
        <a:p>
          <a:pPr latinLnBrk="1"/>
          <a:endParaRPr lang="ko-KR" altLang="en-US"/>
        </a:p>
      </dgm:t>
    </dgm:pt>
    <dgm:pt modelId="{605129EE-944B-4769-8FCB-0DA3E18B8581}">
      <dgm:prSet custT="1"/>
      <dgm:spPr/>
      <dgm:t>
        <a:bodyPr/>
        <a:lstStyle/>
        <a:p>
          <a:pPr latinLnBrk="0"/>
          <a:r>
            <a:rPr lang="ko-KR" altLang="en-US" sz="1400" dirty="0" err="1" smtClean="0">
              <a:effectLst/>
            </a:rPr>
            <a:t>콘텐츠</a:t>
          </a:r>
          <a:r>
            <a:rPr lang="ko-KR" altLang="en-US" sz="1400" dirty="0" smtClean="0">
              <a:effectLst/>
            </a:rPr>
            <a:t> 품질 제고</a:t>
          </a:r>
          <a:endParaRPr lang="ko-KR" altLang="en-US" sz="1400" dirty="0">
            <a:effectLst/>
          </a:endParaRPr>
        </a:p>
      </dgm:t>
    </dgm:pt>
    <dgm:pt modelId="{72B2ECF8-E43A-4BBB-86F5-575686555DEC}" type="parTrans" cxnId="{BB65ACA8-AFBC-4EE1-A486-2690308123E7}">
      <dgm:prSet/>
      <dgm:spPr/>
      <dgm:t>
        <a:bodyPr/>
        <a:lstStyle/>
        <a:p>
          <a:pPr latinLnBrk="1"/>
          <a:endParaRPr lang="ko-KR" altLang="en-US"/>
        </a:p>
      </dgm:t>
    </dgm:pt>
    <dgm:pt modelId="{0DD23292-D084-4728-B008-10CCA1756C14}" type="sibTrans" cxnId="{BB65ACA8-AFBC-4EE1-A486-2690308123E7}">
      <dgm:prSet/>
      <dgm:spPr/>
      <dgm:t>
        <a:bodyPr/>
        <a:lstStyle/>
        <a:p>
          <a:pPr latinLnBrk="1"/>
          <a:endParaRPr lang="ko-KR" altLang="en-US"/>
        </a:p>
      </dgm:t>
    </dgm:pt>
    <dgm:pt modelId="{74A1E24C-3E12-4B86-85E1-21BF6123D36D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기존 스테레오 형태의 </a:t>
          </a:r>
          <a:r>
            <a:rPr lang="ko-KR" altLang="en-US" sz="1200" dirty="0" err="1" smtClean="0">
              <a:effectLst/>
            </a:rPr>
            <a:t>콘텐츠에</a:t>
          </a:r>
          <a:r>
            <a:rPr lang="ko-KR" altLang="en-US" sz="1200" dirty="0" smtClean="0">
              <a:effectLst/>
            </a:rPr>
            <a:t> 비해 시장 경쟁력이 있는 </a:t>
          </a:r>
          <a:r>
            <a:rPr lang="ko-KR" altLang="en-US" sz="1200" dirty="0" err="1" smtClean="0">
              <a:effectLst/>
            </a:rPr>
            <a:t>콘텐츠</a:t>
          </a:r>
          <a:r>
            <a:rPr lang="ko-KR" altLang="en-US" sz="1200" dirty="0" smtClean="0">
              <a:effectLst/>
            </a:rPr>
            <a:t> 형식</a:t>
          </a:r>
          <a:endParaRPr lang="ko-KR" altLang="en-US" sz="1200" dirty="0">
            <a:effectLst/>
          </a:endParaRPr>
        </a:p>
      </dgm:t>
    </dgm:pt>
    <dgm:pt modelId="{533BA0F2-EEFE-410E-A835-EFB64B5309CA}" type="parTrans" cxnId="{7C71FC82-6FF3-4E87-8382-BE6A1C4F08B4}">
      <dgm:prSet/>
      <dgm:spPr/>
      <dgm:t>
        <a:bodyPr/>
        <a:lstStyle/>
        <a:p>
          <a:pPr latinLnBrk="1"/>
          <a:endParaRPr lang="ko-KR" altLang="en-US"/>
        </a:p>
      </dgm:t>
    </dgm:pt>
    <dgm:pt modelId="{F06876B8-3673-4A71-94C7-3645898AAC0F}" type="sibTrans" cxnId="{7C71FC82-6FF3-4E87-8382-BE6A1C4F08B4}">
      <dgm:prSet/>
      <dgm:spPr/>
      <dgm:t>
        <a:bodyPr/>
        <a:lstStyle/>
        <a:p>
          <a:pPr latinLnBrk="1"/>
          <a:endParaRPr lang="ko-KR" altLang="en-US"/>
        </a:p>
      </dgm:t>
    </dgm:pt>
    <dgm:pt modelId="{8471DBDC-0DC2-4D07-8EFE-1B756443FAB0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국내외 음반 시장에서 음악 </a:t>
          </a:r>
          <a:r>
            <a:rPr lang="ko-KR" altLang="en-US" sz="1200" dirty="0" err="1" smtClean="0">
              <a:effectLst/>
            </a:rPr>
            <a:t>콘텐츠의</a:t>
          </a:r>
          <a:r>
            <a:rPr lang="ko-KR" altLang="en-US" sz="1200" dirty="0" smtClean="0">
              <a:effectLst/>
            </a:rPr>
            <a:t> 소비자 </a:t>
          </a:r>
          <a:r>
            <a:rPr lang="ko-KR" altLang="en-US" sz="1200" dirty="0" err="1" smtClean="0">
              <a:effectLst/>
            </a:rPr>
            <a:t>매력도를</a:t>
          </a:r>
          <a:r>
            <a:rPr lang="ko-KR" altLang="en-US" sz="1200" dirty="0" smtClean="0">
              <a:effectLst/>
            </a:rPr>
            <a:t> 높임</a:t>
          </a:r>
          <a:endParaRPr lang="ko-KR" altLang="en-US" sz="1200" dirty="0">
            <a:effectLst/>
          </a:endParaRPr>
        </a:p>
      </dgm:t>
    </dgm:pt>
    <dgm:pt modelId="{A1B9A389-11E8-49F2-8F65-A1A8BE20D63A}" type="parTrans" cxnId="{98A14C94-3C5F-4CDF-9AE5-15470940A74C}">
      <dgm:prSet/>
      <dgm:spPr/>
      <dgm:t>
        <a:bodyPr/>
        <a:lstStyle/>
        <a:p>
          <a:pPr latinLnBrk="1"/>
          <a:endParaRPr lang="ko-KR" altLang="en-US"/>
        </a:p>
      </dgm:t>
    </dgm:pt>
    <dgm:pt modelId="{5F51EA29-6469-40D0-AA6B-1A7709441731}" type="sibTrans" cxnId="{98A14C94-3C5F-4CDF-9AE5-15470940A74C}">
      <dgm:prSet/>
      <dgm:spPr/>
      <dgm:t>
        <a:bodyPr/>
        <a:lstStyle/>
        <a:p>
          <a:pPr latinLnBrk="1"/>
          <a:endParaRPr lang="ko-KR" altLang="en-US"/>
        </a:p>
      </dgm:t>
    </dgm:pt>
    <dgm:pt modelId="{562A1E96-75A9-4A4B-B124-DD8653170BC9}" type="pres">
      <dgm:prSet presAssocID="{B51DE150-AED4-4BAF-B130-0640192156B7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2E2B3DA-0D28-46C2-BDBA-B8027C87872F}" type="pres">
      <dgm:prSet presAssocID="{B51DE150-AED4-4BAF-B130-0640192156B7}" presName="arrow" presStyleLbl="bgShp" presStyleIdx="0" presStyleCnt="1"/>
      <dgm:spPr/>
    </dgm:pt>
    <dgm:pt modelId="{18E58304-7341-4B43-B4D1-B09AEFF27B6F}" type="pres">
      <dgm:prSet presAssocID="{B51DE150-AED4-4BAF-B130-0640192156B7}" presName="linearProcess" presStyleCnt="0"/>
      <dgm:spPr/>
    </dgm:pt>
    <dgm:pt modelId="{E8CC1A98-C398-4F4A-A172-12A0547E5C28}" type="pres">
      <dgm:prSet presAssocID="{E891E529-4295-42F2-B1D1-CD7EEE76972B}" presName="textNode" presStyleLbl="node1" presStyleIdx="0" presStyleCnt="3" custScaleX="153935" custScaleY="130788" custLinFactX="4568" custLinFactNeighborX="100000" custLinFactNeighborY="-548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A0696EA-9384-46AE-945E-D8220D5A3BDC}" type="pres">
      <dgm:prSet presAssocID="{45AE3173-C066-45EB-9921-8410E01EEC85}" presName="sibTrans" presStyleCnt="0"/>
      <dgm:spPr/>
    </dgm:pt>
    <dgm:pt modelId="{3276E25E-3C9B-40B7-A7CF-4940780A68A2}" type="pres">
      <dgm:prSet presAssocID="{14D77527-FA64-4A8D-A44E-6C02D31F4667}" presName="textNode" presStyleLbl="node1" presStyleIdx="1" presStyleCnt="3" custScaleX="122492" custScaleY="117588" custLinFactX="83705" custLinFactNeighborX="100000" custLinFactNeighborY="-5929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6A671BC-C291-4B4A-962E-689A23E5049C}" type="pres">
      <dgm:prSet presAssocID="{05C01BF2-1D8C-4E9F-A646-9164D14EF88D}" presName="sibTrans" presStyleCnt="0"/>
      <dgm:spPr/>
    </dgm:pt>
    <dgm:pt modelId="{9E1E69AC-E15D-4339-BD58-09573EC36570}" type="pres">
      <dgm:prSet presAssocID="{0A558379-6225-433D-BCE9-9FB088E93E96}" presName="textNode" presStyleLbl="node1" presStyleIdx="2" presStyleCnt="3" custScaleX="175187" custScaleY="169589" custLinFactX="-100000" custLinFactNeighborX="-125003" custLinFactNeighborY="3812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B01567A3-C0B4-4A44-BFA7-BE772CE9A764}" type="presOf" srcId="{E891E529-4295-42F2-B1D1-CD7EEE76972B}" destId="{E8CC1A98-C398-4F4A-A172-12A0547E5C28}" srcOrd="0" destOrd="0" presId="urn:microsoft.com/office/officeart/2005/8/layout/hProcess9"/>
    <dgm:cxn modelId="{51D9847A-876D-4CB2-A209-8A40C4B9535B}" type="presOf" srcId="{50BCD2A5-6B10-4270-9C4E-579620F091C9}" destId="{E8CC1A98-C398-4F4A-A172-12A0547E5C28}" srcOrd="0" destOrd="1" presId="urn:microsoft.com/office/officeart/2005/8/layout/hProcess9"/>
    <dgm:cxn modelId="{6E301058-0381-412D-AA86-4161A12E9089}" type="presOf" srcId="{6DC2A510-7D79-4496-BBF9-F4659E26C60D}" destId="{9E1E69AC-E15D-4339-BD58-09573EC36570}" srcOrd="0" destOrd="2" presId="urn:microsoft.com/office/officeart/2005/8/layout/hProcess9"/>
    <dgm:cxn modelId="{B7571DB5-A4D1-428A-8136-3345E24DAD3F}" type="presOf" srcId="{74A1E24C-3E12-4B86-85E1-21BF6123D36D}" destId="{9E1E69AC-E15D-4339-BD58-09573EC36570}" srcOrd="0" destOrd="5" presId="urn:microsoft.com/office/officeart/2005/8/layout/hProcess9"/>
    <dgm:cxn modelId="{348F6779-3465-4369-8370-242ED7E91C20}" srcId="{B51DE150-AED4-4BAF-B130-0640192156B7}" destId="{14D77527-FA64-4A8D-A44E-6C02D31F4667}" srcOrd="1" destOrd="0" parTransId="{E352351A-748B-4EC9-A07F-6070A896BB7F}" sibTransId="{05C01BF2-1D8C-4E9F-A646-9164D14EF88D}"/>
    <dgm:cxn modelId="{98A14C94-3C5F-4CDF-9AE5-15470940A74C}" srcId="{605129EE-944B-4769-8FCB-0DA3E18B8581}" destId="{8471DBDC-0DC2-4D07-8EFE-1B756443FAB0}" srcOrd="1" destOrd="0" parTransId="{A1B9A389-11E8-49F2-8F65-A1A8BE20D63A}" sibTransId="{5F51EA29-6469-40D0-AA6B-1A7709441731}"/>
    <dgm:cxn modelId="{DD30EBBC-804C-4B18-8AFB-E4B57AFC1E26}" type="presOf" srcId="{14D77527-FA64-4A8D-A44E-6C02D31F4667}" destId="{3276E25E-3C9B-40B7-A7CF-4940780A68A2}" srcOrd="0" destOrd="0" presId="urn:microsoft.com/office/officeart/2005/8/layout/hProcess9"/>
    <dgm:cxn modelId="{0CFB8F13-E5E7-4525-B036-F5F3D9A627AB}" srcId="{5F8E5E5A-FE23-4051-851B-538ECE83CD0B}" destId="{05A09544-CF6A-4DE4-9A4C-E152614FD295}" srcOrd="1" destOrd="0" parTransId="{917E1F9E-F0D2-4322-AF2E-18C07F2A22E4}" sibTransId="{F2345CEA-A138-4507-94DA-976B0BF59343}"/>
    <dgm:cxn modelId="{3157D7BA-DC02-4325-BCC3-B32FE0B2BED0}" srcId="{A2602F6A-3F8D-4D1A-B741-919E9766A779}" destId="{6DC2A510-7D79-4496-BBF9-F4659E26C60D}" srcOrd="0" destOrd="0" parTransId="{55DACB21-4563-47C2-B114-752728B7CFC9}" sibTransId="{5E7E7931-BB93-4EB4-BF5A-BF397C96CF55}"/>
    <dgm:cxn modelId="{DAFFADFA-36CB-44C3-B4F9-B6DAA02BE8C4}" type="presOf" srcId="{748D1427-DDF5-4E1A-8329-48E81E418BBA}" destId="{3276E25E-3C9B-40B7-A7CF-4940780A68A2}" srcOrd="0" destOrd="1" presId="urn:microsoft.com/office/officeart/2005/8/layout/hProcess9"/>
    <dgm:cxn modelId="{79AD2319-ED52-43B5-8EEE-21E045331B8D}" srcId="{E891E529-4295-42F2-B1D1-CD7EEE76972B}" destId="{50BCD2A5-6B10-4270-9C4E-579620F091C9}" srcOrd="0" destOrd="0" parTransId="{2C4E3AF9-F56A-4C9C-B131-9BCF66FB5C5C}" sibTransId="{1465AE26-F80D-4E7E-8718-88684F076F44}"/>
    <dgm:cxn modelId="{BB65ACA8-AFBC-4EE1-A486-2690308123E7}" srcId="{0A558379-6225-433D-BCE9-9FB088E93E96}" destId="{605129EE-944B-4769-8FCB-0DA3E18B8581}" srcOrd="1" destOrd="0" parTransId="{72B2ECF8-E43A-4BBB-86F5-575686555DEC}" sibTransId="{0DD23292-D084-4728-B008-10CCA1756C14}"/>
    <dgm:cxn modelId="{F17BD86C-1F71-459E-8589-60F1AE834681}" srcId="{A2602F6A-3F8D-4D1A-B741-919E9766A779}" destId="{EC1E11EE-A77C-45F9-AB11-C05A91B82570}" srcOrd="1" destOrd="0" parTransId="{A1AC3131-B070-4017-810A-A0D5A395C573}" sibTransId="{D8BD3466-7E32-4E7E-8DA4-D29515D9CEF5}"/>
    <dgm:cxn modelId="{38881E90-25F2-47A5-A94C-A4315BE198CF}" srcId="{14D77527-FA64-4A8D-A44E-6C02D31F4667}" destId="{748D1427-DDF5-4E1A-8329-48E81E418BBA}" srcOrd="0" destOrd="0" parTransId="{42CFE5ED-37DC-439A-8F69-FAD31471D7D0}" sibTransId="{F53B0AF4-E6AF-484E-8135-4385B6CA81EA}"/>
    <dgm:cxn modelId="{60761486-E5A6-482B-8A5D-92636F4D0DE6}" type="presOf" srcId="{EC1E11EE-A77C-45F9-AB11-C05A91B82570}" destId="{9E1E69AC-E15D-4339-BD58-09573EC36570}" srcOrd="0" destOrd="3" presId="urn:microsoft.com/office/officeart/2005/8/layout/hProcess9"/>
    <dgm:cxn modelId="{21AB5CA6-6E07-47C6-B7DD-39964B88DB31}" srcId="{0A558379-6225-433D-BCE9-9FB088E93E96}" destId="{A2602F6A-3F8D-4D1A-B741-919E9766A779}" srcOrd="0" destOrd="0" parTransId="{DF7A7B10-C2CC-4614-BF77-EA407CE412A0}" sibTransId="{A13E746D-7CAE-4851-8B08-93E1867EB49B}"/>
    <dgm:cxn modelId="{BEC7FE7F-7753-4F6D-8B9B-D711C5241E5D}" type="presOf" srcId="{05A09544-CF6A-4DE4-9A4C-E152614FD295}" destId="{E8CC1A98-C398-4F4A-A172-12A0547E5C28}" srcOrd="0" destOrd="4" presId="urn:microsoft.com/office/officeart/2005/8/layout/hProcess9"/>
    <dgm:cxn modelId="{54D20538-9CC1-4BCD-A095-8ACC8407B423}" type="presOf" srcId="{B0219382-3723-4B5D-A779-85B60DB8822F}" destId="{E8CC1A98-C398-4F4A-A172-12A0547E5C28}" srcOrd="0" destOrd="3" presId="urn:microsoft.com/office/officeart/2005/8/layout/hProcess9"/>
    <dgm:cxn modelId="{F6B5689B-F9A0-444B-8E46-9072786C572B}" type="presOf" srcId="{605129EE-944B-4769-8FCB-0DA3E18B8581}" destId="{9E1E69AC-E15D-4339-BD58-09573EC36570}" srcOrd="0" destOrd="4" presId="urn:microsoft.com/office/officeart/2005/8/layout/hProcess9"/>
    <dgm:cxn modelId="{2402172C-59B8-4A6E-A0D9-F0C8DFB8C8C2}" type="presOf" srcId="{5F8E5E5A-FE23-4051-851B-538ECE83CD0B}" destId="{E8CC1A98-C398-4F4A-A172-12A0547E5C28}" srcOrd="0" destOrd="2" presId="urn:microsoft.com/office/officeart/2005/8/layout/hProcess9"/>
    <dgm:cxn modelId="{7C71FC82-6FF3-4E87-8382-BE6A1C4F08B4}" srcId="{605129EE-944B-4769-8FCB-0DA3E18B8581}" destId="{74A1E24C-3E12-4B86-85E1-21BF6123D36D}" srcOrd="0" destOrd="0" parTransId="{533BA0F2-EEFE-410E-A835-EFB64B5309CA}" sibTransId="{F06876B8-3673-4A71-94C7-3645898AAC0F}"/>
    <dgm:cxn modelId="{24469940-5A13-4BFC-A573-25E425667C95}" type="presOf" srcId="{0A558379-6225-433D-BCE9-9FB088E93E96}" destId="{9E1E69AC-E15D-4339-BD58-09573EC36570}" srcOrd="0" destOrd="0" presId="urn:microsoft.com/office/officeart/2005/8/layout/hProcess9"/>
    <dgm:cxn modelId="{637DD39A-5B6E-407B-A690-7D4076F623A0}" srcId="{B51DE150-AED4-4BAF-B130-0640192156B7}" destId="{E891E529-4295-42F2-B1D1-CD7EEE76972B}" srcOrd="0" destOrd="0" parTransId="{E880F9A1-92B0-489A-982F-9916F3A65E2A}" sibTransId="{45AE3173-C066-45EB-9921-8410E01EEC85}"/>
    <dgm:cxn modelId="{8A3FE0E7-CCAA-40EA-A2A8-91275FB51922}" srcId="{5F8E5E5A-FE23-4051-851B-538ECE83CD0B}" destId="{B0219382-3723-4B5D-A779-85B60DB8822F}" srcOrd="0" destOrd="0" parTransId="{69F297ED-A653-4F37-A8DD-D7923717D347}" sibTransId="{407D5DA7-D398-417F-AD3E-04CD4FDEF022}"/>
    <dgm:cxn modelId="{CDDA8263-07FD-4FFD-A198-BADB99461FF0}" srcId="{B51DE150-AED4-4BAF-B130-0640192156B7}" destId="{0A558379-6225-433D-BCE9-9FB088E93E96}" srcOrd="2" destOrd="0" parTransId="{511ABB13-982F-481B-A4F4-45FAE33E12E6}" sibTransId="{E68662B1-60ED-442D-B297-3F78E47C0589}"/>
    <dgm:cxn modelId="{38CC936C-0D51-462A-BFF5-8506F4A3F685}" type="presOf" srcId="{B51DE150-AED4-4BAF-B130-0640192156B7}" destId="{562A1E96-75A9-4A4B-B124-DD8653170BC9}" srcOrd="0" destOrd="0" presId="urn:microsoft.com/office/officeart/2005/8/layout/hProcess9"/>
    <dgm:cxn modelId="{DA8A9E47-A2E0-4E98-95A4-AE566F2617D7}" type="presOf" srcId="{A2602F6A-3F8D-4D1A-B741-919E9766A779}" destId="{9E1E69AC-E15D-4339-BD58-09573EC36570}" srcOrd="0" destOrd="1" presId="urn:microsoft.com/office/officeart/2005/8/layout/hProcess9"/>
    <dgm:cxn modelId="{519746A4-5F0C-4363-B456-93EDBCC1C2EE}" srcId="{E891E529-4295-42F2-B1D1-CD7EEE76972B}" destId="{5F8E5E5A-FE23-4051-851B-538ECE83CD0B}" srcOrd="1" destOrd="0" parTransId="{12D1F91D-C3EA-4767-94CD-C444564B5976}" sibTransId="{8C41D415-FA43-44A3-98EA-9BA492CA8F20}"/>
    <dgm:cxn modelId="{AE3F35E1-69F7-4758-9E31-49A4049478B5}" type="presOf" srcId="{8471DBDC-0DC2-4D07-8EFE-1B756443FAB0}" destId="{9E1E69AC-E15D-4339-BD58-09573EC36570}" srcOrd="0" destOrd="6" presId="urn:microsoft.com/office/officeart/2005/8/layout/hProcess9"/>
    <dgm:cxn modelId="{275F2D12-87A4-46EA-9371-F99BEB65AF49}" type="presParOf" srcId="{562A1E96-75A9-4A4B-B124-DD8653170BC9}" destId="{E2E2B3DA-0D28-46C2-BDBA-B8027C87872F}" srcOrd="0" destOrd="0" presId="urn:microsoft.com/office/officeart/2005/8/layout/hProcess9"/>
    <dgm:cxn modelId="{EAC1B6DA-CFB3-4FC1-9696-9424FAD95E9A}" type="presParOf" srcId="{562A1E96-75A9-4A4B-B124-DD8653170BC9}" destId="{18E58304-7341-4B43-B4D1-B09AEFF27B6F}" srcOrd="1" destOrd="0" presId="urn:microsoft.com/office/officeart/2005/8/layout/hProcess9"/>
    <dgm:cxn modelId="{9EFFD440-3B75-496B-AC66-95A562462B19}" type="presParOf" srcId="{18E58304-7341-4B43-B4D1-B09AEFF27B6F}" destId="{E8CC1A98-C398-4F4A-A172-12A0547E5C28}" srcOrd="0" destOrd="0" presId="urn:microsoft.com/office/officeart/2005/8/layout/hProcess9"/>
    <dgm:cxn modelId="{1A8C13ED-868C-4112-8EF4-119882C1A1AE}" type="presParOf" srcId="{18E58304-7341-4B43-B4D1-B09AEFF27B6F}" destId="{9A0696EA-9384-46AE-945E-D8220D5A3BDC}" srcOrd="1" destOrd="0" presId="urn:microsoft.com/office/officeart/2005/8/layout/hProcess9"/>
    <dgm:cxn modelId="{D2EFAA9C-B382-445B-87C9-2E139B95F808}" type="presParOf" srcId="{18E58304-7341-4B43-B4D1-B09AEFF27B6F}" destId="{3276E25E-3C9B-40B7-A7CF-4940780A68A2}" srcOrd="2" destOrd="0" presId="urn:microsoft.com/office/officeart/2005/8/layout/hProcess9"/>
    <dgm:cxn modelId="{BDE893E6-7BD6-493F-8CA9-636C60CB0C6E}" type="presParOf" srcId="{18E58304-7341-4B43-B4D1-B09AEFF27B6F}" destId="{E6A671BC-C291-4B4A-962E-689A23E5049C}" srcOrd="3" destOrd="0" presId="urn:microsoft.com/office/officeart/2005/8/layout/hProcess9"/>
    <dgm:cxn modelId="{3E0E7902-51EC-4CC9-ADF9-7AAE3EE223C2}" type="presParOf" srcId="{18E58304-7341-4B43-B4D1-B09AEFF27B6F}" destId="{9E1E69AC-E15D-4339-BD58-09573EC3657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0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51DE150-AED4-4BAF-B130-0640192156B7}" type="doc">
      <dgm:prSet loTypeId="urn:microsoft.com/office/officeart/2005/8/layout/hProcess9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pPr latinLnBrk="1"/>
          <a:endParaRPr lang="ko-KR" altLang="en-US"/>
        </a:p>
      </dgm:t>
    </dgm:pt>
    <dgm:pt modelId="{E891E529-4295-42F2-B1D1-CD7EEE76972B}">
      <dgm:prSet custT="1"/>
      <dgm:spPr/>
      <dgm:t>
        <a:bodyPr/>
        <a:lstStyle/>
        <a:p>
          <a:pPr latinLnBrk="1"/>
          <a:r>
            <a:rPr lang="ko-KR" altLang="en-US" sz="1800" dirty="0" smtClean="0">
              <a:effectLst/>
            </a:rPr>
            <a:t>기술 수준의 우수성</a:t>
          </a:r>
          <a:endParaRPr lang="ko-KR" altLang="en-US" sz="1800" dirty="0">
            <a:effectLst/>
          </a:endParaRPr>
        </a:p>
      </dgm:t>
    </dgm:pt>
    <dgm:pt modelId="{E880F9A1-92B0-489A-982F-9916F3A65E2A}" type="parTrans" cxnId="{637DD39A-5B6E-407B-A690-7D4076F623A0}">
      <dgm:prSet/>
      <dgm:spPr/>
      <dgm:t>
        <a:bodyPr/>
        <a:lstStyle/>
        <a:p>
          <a:pPr latinLnBrk="1"/>
          <a:endParaRPr lang="ko-KR" altLang="en-US"/>
        </a:p>
      </dgm:t>
    </dgm:pt>
    <dgm:pt modelId="{45AE3173-C066-45EB-9921-8410E01EEC85}" type="sibTrans" cxnId="{637DD39A-5B6E-407B-A690-7D4076F623A0}">
      <dgm:prSet/>
      <dgm:spPr/>
      <dgm:t>
        <a:bodyPr/>
        <a:lstStyle/>
        <a:p>
          <a:pPr latinLnBrk="1"/>
          <a:endParaRPr lang="ko-KR" altLang="en-US"/>
        </a:p>
      </dgm:t>
    </dgm:pt>
    <dgm:pt modelId="{50BCD2A5-6B10-4270-9C4E-579620F091C9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이종의 </a:t>
          </a:r>
          <a:r>
            <a:rPr lang="en-US" altLang="ko-KR" sz="1400" dirty="0" smtClean="0">
              <a:effectLst/>
            </a:rPr>
            <a:t>T/F </a:t>
          </a:r>
          <a:r>
            <a:rPr lang="ko-KR" altLang="en-US" sz="1400" dirty="0" smtClean="0">
              <a:effectLst/>
            </a:rPr>
            <a:t>구조를 통한 고품질 </a:t>
          </a:r>
          <a:r>
            <a:rPr lang="ko-KR" altLang="en-US" sz="1400" dirty="0" err="1" smtClean="0">
              <a:effectLst/>
            </a:rPr>
            <a:t>코덱</a:t>
          </a:r>
          <a:r>
            <a:rPr lang="ko-KR" altLang="en-US" sz="1400" dirty="0" smtClean="0">
              <a:effectLst/>
            </a:rPr>
            <a:t> 실현</a:t>
          </a:r>
          <a:endParaRPr lang="ko-KR" altLang="en-US" sz="1400" dirty="0">
            <a:effectLst/>
          </a:endParaRPr>
        </a:p>
      </dgm:t>
    </dgm:pt>
    <dgm:pt modelId="{2C4E3AF9-F56A-4C9C-B131-9BCF66FB5C5C}" type="parTrans" cxnId="{79AD2319-ED52-43B5-8EEE-21E045331B8D}">
      <dgm:prSet/>
      <dgm:spPr/>
      <dgm:t>
        <a:bodyPr/>
        <a:lstStyle/>
        <a:p>
          <a:pPr latinLnBrk="1"/>
          <a:endParaRPr lang="ko-KR" altLang="en-US"/>
        </a:p>
      </dgm:t>
    </dgm:pt>
    <dgm:pt modelId="{1465AE26-F80D-4E7E-8718-88684F076F44}" type="sibTrans" cxnId="{79AD2319-ED52-43B5-8EEE-21E045331B8D}">
      <dgm:prSet/>
      <dgm:spPr/>
      <dgm:t>
        <a:bodyPr/>
        <a:lstStyle/>
        <a:p>
          <a:pPr latinLnBrk="1"/>
          <a:endParaRPr lang="ko-KR" altLang="en-US"/>
        </a:p>
      </dgm:t>
    </dgm:pt>
    <dgm:pt modelId="{5F8E5E5A-FE23-4051-851B-538ECE83CD0B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공동연구기관 품질 요구 사항 만족</a:t>
          </a:r>
          <a:endParaRPr lang="ko-KR" altLang="en-US" sz="1400" dirty="0">
            <a:effectLst/>
          </a:endParaRPr>
        </a:p>
      </dgm:t>
    </dgm:pt>
    <dgm:pt modelId="{12D1F91D-C3EA-4767-94CD-C444564B5976}" type="parTrans" cxnId="{519746A4-5F0C-4363-B456-93EDBCC1C2EE}">
      <dgm:prSet/>
      <dgm:spPr/>
      <dgm:t>
        <a:bodyPr/>
        <a:lstStyle/>
        <a:p>
          <a:pPr latinLnBrk="1"/>
          <a:endParaRPr lang="ko-KR" altLang="en-US"/>
        </a:p>
      </dgm:t>
    </dgm:pt>
    <dgm:pt modelId="{8C41D415-FA43-44A3-98EA-9BA492CA8F20}" type="sibTrans" cxnId="{519746A4-5F0C-4363-B456-93EDBCC1C2EE}">
      <dgm:prSet/>
      <dgm:spPr/>
      <dgm:t>
        <a:bodyPr/>
        <a:lstStyle/>
        <a:p>
          <a:pPr latinLnBrk="1"/>
          <a:endParaRPr lang="ko-KR" altLang="en-US"/>
        </a:p>
      </dgm:t>
    </dgm:pt>
    <dgm:pt modelId="{05A09544-CF6A-4DE4-9A4C-E152614FD295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휴대형 노래방 반주기 적용 추진</a:t>
          </a:r>
          <a:endParaRPr lang="ko-KR" altLang="en-US" sz="1200" dirty="0">
            <a:effectLst/>
          </a:endParaRPr>
        </a:p>
      </dgm:t>
    </dgm:pt>
    <dgm:pt modelId="{917E1F9E-F0D2-4322-AF2E-18C07F2A22E4}" type="parTrans" cxnId="{0CFB8F13-E5E7-4525-B036-F5F3D9A627AB}">
      <dgm:prSet/>
      <dgm:spPr/>
      <dgm:t>
        <a:bodyPr/>
        <a:lstStyle/>
        <a:p>
          <a:pPr latinLnBrk="1"/>
          <a:endParaRPr lang="ko-KR" altLang="en-US"/>
        </a:p>
      </dgm:t>
    </dgm:pt>
    <dgm:pt modelId="{F2345CEA-A138-4507-94DA-976B0BF59343}" type="sibTrans" cxnId="{0CFB8F13-E5E7-4525-B036-F5F3D9A627AB}">
      <dgm:prSet/>
      <dgm:spPr/>
      <dgm:t>
        <a:bodyPr/>
        <a:lstStyle/>
        <a:p>
          <a:pPr latinLnBrk="1"/>
          <a:endParaRPr lang="ko-KR" altLang="en-US"/>
        </a:p>
      </dgm:t>
    </dgm:pt>
    <dgm:pt modelId="{14D77527-FA64-4A8D-A44E-6C02D31F4667}">
      <dgm:prSet custT="1"/>
      <dgm:spPr/>
      <dgm:t>
        <a:bodyPr/>
        <a:lstStyle/>
        <a:p>
          <a:pPr latinLnBrk="0"/>
          <a:r>
            <a:rPr lang="ko-KR" altLang="en-US" sz="1800" dirty="0" smtClean="0">
              <a:effectLst/>
            </a:rPr>
            <a:t>기타 파급효과</a:t>
          </a:r>
          <a:endParaRPr lang="ko-KR" altLang="en-US" sz="1800" dirty="0">
            <a:effectLst/>
          </a:endParaRPr>
        </a:p>
      </dgm:t>
    </dgm:pt>
    <dgm:pt modelId="{E352351A-748B-4EC9-A07F-6070A896BB7F}" type="parTrans" cxnId="{348F6779-3465-4369-8370-242ED7E91C20}">
      <dgm:prSet/>
      <dgm:spPr/>
      <dgm:t>
        <a:bodyPr/>
        <a:lstStyle/>
        <a:p>
          <a:pPr latinLnBrk="1"/>
          <a:endParaRPr lang="ko-KR" altLang="en-US"/>
        </a:p>
      </dgm:t>
    </dgm:pt>
    <dgm:pt modelId="{05C01BF2-1D8C-4E9F-A646-9164D14EF88D}" type="sibTrans" cxnId="{348F6779-3465-4369-8370-242ED7E91C20}">
      <dgm:prSet/>
      <dgm:spPr/>
      <dgm:t>
        <a:bodyPr/>
        <a:lstStyle/>
        <a:p>
          <a:pPr latinLnBrk="1"/>
          <a:endParaRPr lang="ko-KR" altLang="en-US"/>
        </a:p>
      </dgm:t>
    </dgm:pt>
    <dgm:pt modelId="{0A558379-6225-433D-BCE9-9FB088E93E96}">
      <dgm:prSet custT="1"/>
      <dgm:spPr/>
      <dgm:t>
        <a:bodyPr/>
        <a:lstStyle/>
        <a:p>
          <a:pPr latinLnBrk="0"/>
          <a:r>
            <a:rPr lang="ko-KR" altLang="en-US" sz="1800" dirty="0" err="1" smtClean="0">
              <a:effectLst/>
            </a:rPr>
            <a:t>콘텐츠</a:t>
          </a:r>
          <a:r>
            <a:rPr lang="ko-KR" altLang="en-US" sz="1800" dirty="0" smtClean="0">
              <a:effectLst/>
            </a:rPr>
            <a:t> 산업 </a:t>
          </a:r>
          <a:r>
            <a:rPr lang="ko-KR" altLang="en-US" sz="1800" dirty="0" err="1" smtClean="0">
              <a:effectLst/>
            </a:rPr>
            <a:t>활용성</a:t>
          </a:r>
          <a:endParaRPr lang="ko-KR" altLang="en-US" sz="1800" dirty="0">
            <a:effectLst/>
          </a:endParaRPr>
        </a:p>
      </dgm:t>
    </dgm:pt>
    <dgm:pt modelId="{511ABB13-982F-481B-A4F4-45FAE33E12E6}" type="parTrans" cxnId="{CDDA8263-07FD-4FFD-A198-BADB99461FF0}">
      <dgm:prSet/>
      <dgm:spPr/>
      <dgm:t>
        <a:bodyPr/>
        <a:lstStyle/>
        <a:p>
          <a:pPr latinLnBrk="1"/>
          <a:endParaRPr lang="ko-KR" altLang="en-US"/>
        </a:p>
      </dgm:t>
    </dgm:pt>
    <dgm:pt modelId="{E68662B1-60ED-442D-B297-3F78E47C0589}" type="sibTrans" cxnId="{CDDA8263-07FD-4FFD-A198-BADB99461FF0}">
      <dgm:prSet/>
      <dgm:spPr/>
      <dgm:t>
        <a:bodyPr/>
        <a:lstStyle/>
        <a:p>
          <a:pPr latinLnBrk="1"/>
          <a:endParaRPr lang="ko-KR" altLang="en-US"/>
        </a:p>
      </dgm:t>
    </dgm:pt>
    <dgm:pt modelId="{A2602F6A-3F8D-4D1A-B741-919E9766A779}">
      <dgm:prSet custT="1"/>
      <dgm:spPr/>
      <dgm:t>
        <a:bodyPr/>
        <a:lstStyle/>
        <a:p>
          <a:pPr latinLnBrk="0"/>
          <a:r>
            <a:rPr lang="ko-KR" altLang="en-US" sz="1400" smtClean="0">
              <a:effectLst/>
            </a:rPr>
            <a:t>콘텐츠 품질 제고</a:t>
          </a:r>
          <a:endParaRPr lang="ko-KR" altLang="en-US" sz="1400" dirty="0">
            <a:effectLst/>
          </a:endParaRPr>
        </a:p>
      </dgm:t>
    </dgm:pt>
    <dgm:pt modelId="{DF7A7B10-C2CC-4614-BF77-EA407CE412A0}" type="parTrans" cxnId="{21AB5CA6-6E07-47C6-B7DD-39964B88DB31}">
      <dgm:prSet/>
      <dgm:spPr/>
      <dgm:t>
        <a:bodyPr/>
        <a:lstStyle/>
        <a:p>
          <a:pPr latinLnBrk="1"/>
          <a:endParaRPr lang="ko-KR" altLang="en-US"/>
        </a:p>
      </dgm:t>
    </dgm:pt>
    <dgm:pt modelId="{A13E746D-7CAE-4851-8B08-93E1867EB49B}" type="sibTrans" cxnId="{21AB5CA6-6E07-47C6-B7DD-39964B88DB31}">
      <dgm:prSet/>
      <dgm:spPr/>
      <dgm:t>
        <a:bodyPr/>
        <a:lstStyle/>
        <a:p>
          <a:pPr latinLnBrk="1"/>
          <a:endParaRPr lang="ko-KR" altLang="en-US"/>
        </a:p>
      </dgm:t>
    </dgm:pt>
    <dgm:pt modelId="{75C256BA-1482-4401-B318-14DD7B094F93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멀티트랙 </a:t>
          </a:r>
          <a:r>
            <a:rPr lang="ko-KR" altLang="en-US" sz="1200" dirty="0" err="1" smtClean="0">
              <a:effectLst/>
            </a:rPr>
            <a:t>음원의</a:t>
          </a:r>
          <a:r>
            <a:rPr lang="ko-KR" altLang="en-US" sz="1200" dirty="0" smtClean="0">
              <a:effectLst/>
            </a:rPr>
            <a:t> </a:t>
          </a:r>
          <a:r>
            <a:rPr lang="ko-KR" altLang="en-US" sz="1200" dirty="0" err="1" smtClean="0">
              <a:effectLst/>
            </a:rPr>
            <a:t>모바일</a:t>
          </a:r>
          <a:r>
            <a:rPr lang="ko-KR" altLang="en-US" sz="1200" dirty="0" smtClean="0">
              <a:effectLst/>
            </a:rPr>
            <a:t> 서비스 가시화</a:t>
          </a:r>
          <a:endParaRPr lang="ko-KR" altLang="en-US" sz="1200" dirty="0">
            <a:effectLst/>
          </a:endParaRPr>
        </a:p>
      </dgm:t>
    </dgm:pt>
    <dgm:pt modelId="{24D2B5C3-7410-4077-8E84-74BAC1AFB0EC}" type="parTrans" cxnId="{48588CB7-44AB-41E9-86DF-83B7E045F037}">
      <dgm:prSet/>
      <dgm:spPr/>
      <dgm:t>
        <a:bodyPr/>
        <a:lstStyle/>
        <a:p>
          <a:pPr latinLnBrk="1"/>
          <a:endParaRPr lang="ko-KR" altLang="en-US"/>
        </a:p>
      </dgm:t>
    </dgm:pt>
    <dgm:pt modelId="{B7366A48-AB4D-4D97-B8B2-0EC3CBBD595F}" type="sibTrans" cxnId="{48588CB7-44AB-41E9-86DF-83B7E045F037}">
      <dgm:prSet/>
      <dgm:spPr/>
      <dgm:t>
        <a:bodyPr/>
        <a:lstStyle/>
        <a:p>
          <a:pPr latinLnBrk="1"/>
          <a:endParaRPr lang="ko-KR" altLang="en-US"/>
        </a:p>
      </dgm:t>
    </dgm:pt>
    <dgm:pt modelId="{D21E81F9-46D6-49AB-9E6F-1866A3929370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표준 기술</a:t>
          </a:r>
          <a:r>
            <a:rPr lang="en-US" altLang="ko-KR" sz="1200" dirty="0" smtClean="0">
              <a:effectLst/>
            </a:rPr>
            <a:t>(MPEG </a:t>
          </a:r>
          <a:r>
            <a:rPr lang="en-US" altLang="ko-KR" sz="1200" dirty="0" err="1" smtClean="0">
              <a:effectLst/>
            </a:rPr>
            <a:t>SAOC</a:t>
          </a:r>
          <a:r>
            <a:rPr lang="en-US" altLang="ko-KR" sz="1200" dirty="0" smtClean="0">
              <a:effectLst/>
            </a:rPr>
            <a:t>) </a:t>
          </a:r>
          <a:r>
            <a:rPr lang="ko-KR" altLang="en-US" sz="1200" dirty="0" smtClean="0">
              <a:effectLst/>
            </a:rPr>
            <a:t>대비 낮은 복잡도</a:t>
          </a:r>
          <a:r>
            <a:rPr lang="en-US" altLang="ko-KR" sz="1200" dirty="0" smtClean="0">
              <a:effectLst/>
            </a:rPr>
            <a:t>/ </a:t>
          </a:r>
          <a:r>
            <a:rPr lang="ko-KR" altLang="en-US" sz="1200" dirty="0" smtClean="0">
              <a:effectLst/>
            </a:rPr>
            <a:t>높은 음질</a:t>
          </a:r>
          <a:endParaRPr lang="ko-KR" altLang="en-US" sz="1200" dirty="0">
            <a:effectLst/>
          </a:endParaRPr>
        </a:p>
      </dgm:t>
    </dgm:pt>
    <dgm:pt modelId="{4C3A0BB6-FF2F-47C8-8DD3-BCFCFD161E2B}" type="parTrans" cxnId="{E0233A61-3E0B-44C8-A678-87E557473076}">
      <dgm:prSet/>
      <dgm:spPr/>
      <dgm:t>
        <a:bodyPr/>
        <a:lstStyle/>
        <a:p>
          <a:pPr latinLnBrk="1"/>
          <a:endParaRPr lang="ko-KR" altLang="en-US"/>
        </a:p>
      </dgm:t>
    </dgm:pt>
    <dgm:pt modelId="{D8A4DBB1-2D43-465E-A9F2-3AC531328565}" type="sibTrans" cxnId="{E0233A61-3E0B-44C8-A678-87E557473076}">
      <dgm:prSet/>
      <dgm:spPr/>
      <dgm:t>
        <a:bodyPr/>
        <a:lstStyle/>
        <a:p>
          <a:pPr latinLnBrk="1"/>
          <a:endParaRPr lang="ko-KR" altLang="en-US"/>
        </a:p>
      </dgm:t>
    </dgm:pt>
    <dgm:pt modelId="{8961BF54-9190-4E56-AF91-B2AA220AFD6A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파일 크기가 작으면서도 멀티트랙 기능을 제공</a:t>
          </a:r>
        </a:p>
      </dgm:t>
    </dgm:pt>
    <dgm:pt modelId="{7FF3A7C1-B45D-48D7-B076-61749F6265DD}" type="parTrans" cxnId="{D8638E2E-46D6-4AD2-BD75-B0401AC1F993}">
      <dgm:prSet/>
      <dgm:spPr/>
      <dgm:t>
        <a:bodyPr/>
        <a:lstStyle/>
        <a:p>
          <a:pPr latinLnBrk="1"/>
          <a:endParaRPr lang="ko-KR" altLang="en-US"/>
        </a:p>
      </dgm:t>
    </dgm:pt>
    <dgm:pt modelId="{152BF7AC-7EF1-4209-A85A-15A0BF70B33C}" type="sibTrans" cxnId="{D8638E2E-46D6-4AD2-BD75-B0401AC1F993}">
      <dgm:prSet/>
      <dgm:spPr/>
      <dgm:t>
        <a:bodyPr/>
        <a:lstStyle/>
        <a:p>
          <a:pPr latinLnBrk="1"/>
          <a:endParaRPr lang="ko-KR" altLang="en-US"/>
        </a:p>
      </dgm:t>
    </dgm:pt>
    <dgm:pt modelId="{F485E32A-3732-4FB9-9924-987FC003F1CA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멀티트랙 </a:t>
          </a:r>
          <a:r>
            <a:rPr lang="ko-KR" altLang="en-US" sz="1200" dirty="0" err="1" smtClean="0">
              <a:effectLst/>
            </a:rPr>
            <a:t>콘텐츠의</a:t>
          </a:r>
          <a:r>
            <a:rPr lang="ko-KR" altLang="en-US" sz="1200" dirty="0" smtClean="0">
              <a:effectLst/>
            </a:rPr>
            <a:t> 휴대 단말 및 온라인 서비스 적용 가능성을 높임</a:t>
          </a:r>
        </a:p>
      </dgm:t>
    </dgm:pt>
    <dgm:pt modelId="{AF8412B3-6D89-4196-AB23-2DAB031729FE}" type="parTrans" cxnId="{EC70B0BA-288D-4EE4-81CF-3F63ADB14E26}">
      <dgm:prSet/>
      <dgm:spPr/>
      <dgm:t>
        <a:bodyPr/>
        <a:lstStyle/>
        <a:p>
          <a:pPr latinLnBrk="1"/>
          <a:endParaRPr lang="ko-KR" altLang="en-US"/>
        </a:p>
      </dgm:t>
    </dgm:pt>
    <dgm:pt modelId="{DB8FE367-DD0F-4C18-B67A-59511C1A510A}" type="sibTrans" cxnId="{EC70B0BA-288D-4EE4-81CF-3F63ADB14E26}">
      <dgm:prSet/>
      <dgm:spPr/>
      <dgm:t>
        <a:bodyPr/>
        <a:lstStyle/>
        <a:p>
          <a:pPr latinLnBrk="1"/>
          <a:endParaRPr lang="ko-KR" altLang="en-US"/>
        </a:p>
      </dgm:t>
    </dgm:pt>
    <dgm:pt modelId="{AC5A46CB-46DB-4489-BA11-FF29E187E21B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음악 </a:t>
          </a:r>
          <a:r>
            <a:rPr lang="ko-KR" altLang="en-US" sz="1200" dirty="0" err="1" smtClean="0">
              <a:effectLst/>
            </a:rPr>
            <a:t>콘텐츠</a:t>
          </a:r>
          <a:r>
            <a:rPr lang="ko-KR" altLang="en-US" sz="1200" dirty="0" smtClean="0">
              <a:effectLst/>
            </a:rPr>
            <a:t> 시장 확대</a:t>
          </a:r>
        </a:p>
      </dgm:t>
    </dgm:pt>
    <dgm:pt modelId="{CEED7B32-E69C-4EB8-9EDF-F5B580D4A9C8}" type="parTrans" cxnId="{5C6B50CE-8F50-4B6C-978D-01386A8816E1}">
      <dgm:prSet/>
      <dgm:spPr/>
      <dgm:t>
        <a:bodyPr/>
        <a:lstStyle/>
        <a:p>
          <a:pPr latinLnBrk="1"/>
          <a:endParaRPr lang="ko-KR" altLang="en-US"/>
        </a:p>
      </dgm:t>
    </dgm:pt>
    <dgm:pt modelId="{D1E10C49-C5DE-4DD9-B69F-C163B3A7CB1A}" type="sibTrans" cxnId="{5C6B50CE-8F50-4B6C-978D-01386A8816E1}">
      <dgm:prSet/>
      <dgm:spPr/>
      <dgm:t>
        <a:bodyPr/>
        <a:lstStyle/>
        <a:p>
          <a:pPr latinLnBrk="1"/>
          <a:endParaRPr lang="ko-KR" altLang="en-US"/>
        </a:p>
      </dgm:t>
    </dgm:pt>
    <dgm:pt modelId="{5D970DE8-0F6A-4A0B-80E2-513D703A3883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휴대형 원음 노래방 서비스에 멀티트랙 서비스 제공 가능</a:t>
          </a:r>
        </a:p>
      </dgm:t>
    </dgm:pt>
    <dgm:pt modelId="{D90140D3-552D-4764-A695-0B33861604FA}" type="parTrans" cxnId="{10C2EAAF-95CF-41D2-ADE4-03AA3F446CC1}">
      <dgm:prSet/>
      <dgm:spPr/>
      <dgm:t>
        <a:bodyPr/>
        <a:lstStyle/>
        <a:p>
          <a:pPr latinLnBrk="1"/>
          <a:endParaRPr lang="ko-KR" altLang="en-US"/>
        </a:p>
      </dgm:t>
    </dgm:pt>
    <dgm:pt modelId="{7F02273B-D75B-4ABB-A9C1-EE5E29DD1C22}" type="sibTrans" cxnId="{10C2EAAF-95CF-41D2-ADE4-03AA3F446CC1}">
      <dgm:prSet/>
      <dgm:spPr/>
      <dgm:t>
        <a:bodyPr/>
        <a:lstStyle/>
        <a:p>
          <a:pPr latinLnBrk="1"/>
          <a:endParaRPr lang="ko-KR" altLang="en-US"/>
        </a:p>
      </dgm:t>
    </dgm:pt>
    <dgm:pt modelId="{8AE68F71-3C27-4102-B59A-99B3A82F23E4}">
      <dgm:prSet custT="1"/>
      <dgm:spPr/>
      <dgm:t>
        <a:bodyPr/>
        <a:lstStyle/>
        <a:p>
          <a:pPr latinLnBrk="0"/>
          <a:r>
            <a:rPr lang="ko-KR" altLang="en-US" sz="1200" dirty="0" smtClean="0">
              <a:effectLst/>
            </a:rPr>
            <a:t>휴대형 원음 노래방 시장 확대 및 해외 시장 개척</a:t>
          </a:r>
        </a:p>
      </dgm:t>
    </dgm:pt>
    <dgm:pt modelId="{F6316EF5-F450-408F-B7AF-14378A2BDB35}" type="parTrans" cxnId="{50C99793-D95D-4654-94BB-57CF595959A2}">
      <dgm:prSet/>
      <dgm:spPr/>
      <dgm:t>
        <a:bodyPr/>
        <a:lstStyle/>
        <a:p>
          <a:pPr latinLnBrk="1"/>
          <a:endParaRPr lang="ko-KR" altLang="en-US"/>
        </a:p>
      </dgm:t>
    </dgm:pt>
    <dgm:pt modelId="{63901817-3637-446E-BF58-EAEBDA05AFDE}" type="sibTrans" cxnId="{50C99793-D95D-4654-94BB-57CF595959A2}">
      <dgm:prSet/>
      <dgm:spPr/>
      <dgm:t>
        <a:bodyPr/>
        <a:lstStyle/>
        <a:p>
          <a:pPr latinLnBrk="1"/>
          <a:endParaRPr lang="ko-KR" altLang="en-US"/>
        </a:p>
      </dgm:t>
    </dgm:pt>
    <dgm:pt modelId="{562A1E96-75A9-4A4B-B124-DD8653170BC9}" type="pres">
      <dgm:prSet presAssocID="{B51DE150-AED4-4BAF-B130-0640192156B7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2E2B3DA-0D28-46C2-BDBA-B8027C87872F}" type="pres">
      <dgm:prSet presAssocID="{B51DE150-AED4-4BAF-B130-0640192156B7}" presName="arrow" presStyleLbl="bgShp" presStyleIdx="0" presStyleCnt="1" custScaleX="117647" custLinFactNeighborX="21347" custLinFactNeighborY="153"/>
      <dgm:spPr/>
    </dgm:pt>
    <dgm:pt modelId="{18E58304-7341-4B43-B4D1-B09AEFF27B6F}" type="pres">
      <dgm:prSet presAssocID="{B51DE150-AED4-4BAF-B130-0640192156B7}" presName="linearProcess" presStyleCnt="0"/>
      <dgm:spPr/>
    </dgm:pt>
    <dgm:pt modelId="{E8CC1A98-C398-4F4A-A172-12A0547E5C28}" type="pres">
      <dgm:prSet presAssocID="{E891E529-4295-42F2-B1D1-CD7EEE76972B}" presName="textNode" presStyleLbl="node1" presStyleIdx="0" presStyleCnt="3" custScaleX="84350" custScaleY="125114" custLinFactX="95905" custLinFactNeighborX="100000" custLinFactNeighborY="-5001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A0696EA-9384-46AE-945E-D8220D5A3BDC}" type="pres">
      <dgm:prSet presAssocID="{45AE3173-C066-45EB-9921-8410E01EEC85}" presName="sibTrans" presStyleCnt="0"/>
      <dgm:spPr/>
    </dgm:pt>
    <dgm:pt modelId="{3276E25E-3C9B-40B7-A7CF-4940780A68A2}" type="pres">
      <dgm:prSet presAssocID="{14D77527-FA64-4A8D-A44E-6C02D31F4667}" presName="textNode" presStyleLbl="node1" presStyleIdx="1" presStyleCnt="3" custScaleX="77011" custScaleY="84794" custLinFactX="83795" custLinFactNeighborX="100000" custLinFactNeighborY="-2107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6A671BC-C291-4B4A-962E-689A23E5049C}" type="pres">
      <dgm:prSet presAssocID="{05C01BF2-1D8C-4E9F-A646-9164D14EF88D}" presName="sibTrans" presStyleCnt="0"/>
      <dgm:spPr/>
    </dgm:pt>
    <dgm:pt modelId="{9E1E69AC-E15D-4339-BD58-09573EC36570}" type="pres">
      <dgm:prSet presAssocID="{0A558379-6225-433D-BCE9-9FB088E93E96}" presName="textNode" presStyleLbl="node1" presStyleIdx="2" presStyleCnt="3" custScaleX="78488" custScaleY="89409" custLinFactNeighborX="-28868" custLinFactNeighborY="4795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8C95233A-DD01-4333-A2B5-17802D67E30B}" type="presOf" srcId="{5F8E5E5A-FE23-4051-851B-538ECE83CD0B}" destId="{E8CC1A98-C398-4F4A-A172-12A0547E5C28}" srcOrd="0" destOrd="3" presId="urn:microsoft.com/office/officeart/2005/8/layout/hProcess9"/>
    <dgm:cxn modelId="{A5E61AB5-7EC6-48BE-A416-8594B3CC518F}" type="presOf" srcId="{A2602F6A-3F8D-4D1A-B741-919E9766A779}" destId="{9E1E69AC-E15D-4339-BD58-09573EC36570}" srcOrd="0" destOrd="1" presId="urn:microsoft.com/office/officeart/2005/8/layout/hProcess9"/>
    <dgm:cxn modelId="{348F6779-3465-4369-8370-242ED7E91C20}" srcId="{B51DE150-AED4-4BAF-B130-0640192156B7}" destId="{14D77527-FA64-4A8D-A44E-6C02D31F4667}" srcOrd="1" destOrd="0" parTransId="{E352351A-748B-4EC9-A07F-6070A896BB7F}" sibTransId="{05C01BF2-1D8C-4E9F-A646-9164D14EF88D}"/>
    <dgm:cxn modelId="{4C5EAAC4-72C9-4E22-9B45-C15961820316}" type="presOf" srcId="{14D77527-FA64-4A8D-A44E-6C02D31F4667}" destId="{3276E25E-3C9B-40B7-A7CF-4940780A68A2}" srcOrd="0" destOrd="0" presId="urn:microsoft.com/office/officeart/2005/8/layout/hProcess9"/>
    <dgm:cxn modelId="{0CFB8F13-E5E7-4525-B036-F5F3D9A627AB}" srcId="{5F8E5E5A-FE23-4051-851B-538ECE83CD0B}" destId="{05A09544-CF6A-4DE4-9A4C-E152614FD295}" srcOrd="0" destOrd="0" parTransId="{917E1F9E-F0D2-4322-AF2E-18C07F2A22E4}" sibTransId="{F2345CEA-A138-4507-94DA-976B0BF59343}"/>
    <dgm:cxn modelId="{A15D9D87-87DC-488B-8049-09E931C7A991}" type="presOf" srcId="{E891E529-4295-42F2-B1D1-CD7EEE76972B}" destId="{E8CC1A98-C398-4F4A-A172-12A0547E5C28}" srcOrd="0" destOrd="0" presId="urn:microsoft.com/office/officeart/2005/8/layout/hProcess9"/>
    <dgm:cxn modelId="{E0233A61-3E0B-44C8-A678-87E557473076}" srcId="{50BCD2A5-6B10-4270-9C4E-579620F091C9}" destId="{D21E81F9-46D6-49AB-9E6F-1866A3929370}" srcOrd="0" destOrd="0" parTransId="{4C3A0BB6-FF2F-47C8-8DD3-BCFCFD161E2B}" sibTransId="{D8A4DBB1-2D43-465E-A9F2-3AC531328565}"/>
    <dgm:cxn modelId="{C1054B3E-EDC2-46F5-A91A-856501031DD9}" type="presOf" srcId="{50BCD2A5-6B10-4270-9C4E-579620F091C9}" destId="{E8CC1A98-C398-4F4A-A172-12A0547E5C28}" srcOrd="0" destOrd="1" presId="urn:microsoft.com/office/officeart/2005/8/layout/hProcess9"/>
    <dgm:cxn modelId="{79AD2319-ED52-43B5-8EEE-21E045331B8D}" srcId="{E891E529-4295-42F2-B1D1-CD7EEE76972B}" destId="{50BCD2A5-6B10-4270-9C4E-579620F091C9}" srcOrd="0" destOrd="0" parTransId="{2C4E3AF9-F56A-4C9C-B131-9BCF66FB5C5C}" sibTransId="{1465AE26-F80D-4E7E-8718-88684F076F44}"/>
    <dgm:cxn modelId="{48588CB7-44AB-41E9-86DF-83B7E045F037}" srcId="{5F8E5E5A-FE23-4051-851B-538ECE83CD0B}" destId="{75C256BA-1482-4401-B318-14DD7B094F93}" srcOrd="1" destOrd="0" parTransId="{24D2B5C3-7410-4077-8E84-74BAC1AFB0EC}" sibTransId="{B7366A48-AB4D-4D97-B8B2-0EC3CBBD595F}"/>
    <dgm:cxn modelId="{53A231C8-C80B-4670-8A0B-564C1DA5DC79}" type="presOf" srcId="{0A558379-6225-433D-BCE9-9FB088E93E96}" destId="{9E1E69AC-E15D-4339-BD58-09573EC36570}" srcOrd="0" destOrd="0" presId="urn:microsoft.com/office/officeart/2005/8/layout/hProcess9"/>
    <dgm:cxn modelId="{5C6B50CE-8F50-4B6C-978D-01386A8816E1}" srcId="{A2602F6A-3F8D-4D1A-B741-919E9766A779}" destId="{AC5A46CB-46DB-4489-BA11-FF29E187E21B}" srcOrd="2" destOrd="0" parTransId="{CEED7B32-E69C-4EB8-9EDF-F5B580D4A9C8}" sibTransId="{D1E10C49-C5DE-4DD9-B69F-C163B3A7CB1A}"/>
    <dgm:cxn modelId="{9519FF80-2838-4F13-9F08-2D3B2A1E6D22}" type="presOf" srcId="{05A09544-CF6A-4DE4-9A4C-E152614FD295}" destId="{E8CC1A98-C398-4F4A-A172-12A0547E5C28}" srcOrd="0" destOrd="4" presId="urn:microsoft.com/office/officeart/2005/8/layout/hProcess9"/>
    <dgm:cxn modelId="{21AB5CA6-6E07-47C6-B7DD-39964B88DB31}" srcId="{0A558379-6225-433D-BCE9-9FB088E93E96}" destId="{A2602F6A-3F8D-4D1A-B741-919E9766A779}" srcOrd="0" destOrd="0" parTransId="{DF7A7B10-C2CC-4614-BF77-EA407CE412A0}" sibTransId="{A13E746D-7CAE-4851-8B08-93E1867EB49B}"/>
    <dgm:cxn modelId="{D8638E2E-46D6-4AD2-BD75-B0401AC1F993}" srcId="{A2602F6A-3F8D-4D1A-B741-919E9766A779}" destId="{8961BF54-9190-4E56-AF91-B2AA220AFD6A}" srcOrd="0" destOrd="0" parTransId="{7FF3A7C1-B45D-48D7-B076-61749F6265DD}" sibTransId="{152BF7AC-7EF1-4209-A85A-15A0BF70B33C}"/>
    <dgm:cxn modelId="{E658994C-AFD3-4B8A-8DB9-DDBFFBDBD3B1}" type="presOf" srcId="{B51DE150-AED4-4BAF-B130-0640192156B7}" destId="{562A1E96-75A9-4A4B-B124-DD8653170BC9}" srcOrd="0" destOrd="0" presId="urn:microsoft.com/office/officeart/2005/8/layout/hProcess9"/>
    <dgm:cxn modelId="{7AC71D17-DC19-4CA4-9513-2AC98B0D48CF}" type="presOf" srcId="{F485E32A-3732-4FB9-9924-987FC003F1CA}" destId="{9E1E69AC-E15D-4339-BD58-09573EC36570}" srcOrd="0" destOrd="3" presId="urn:microsoft.com/office/officeart/2005/8/layout/hProcess9"/>
    <dgm:cxn modelId="{637DD39A-5B6E-407B-A690-7D4076F623A0}" srcId="{B51DE150-AED4-4BAF-B130-0640192156B7}" destId="{E891E529-4295-42F2-B1D1-CD7EEE76972B}" srcOrd="0" destOrd="0" parTransId="{E880F9A1-92B0-489A-982F-9916F3A65E2A}" sibTransId="{45AE3173-C066-45EB-9921-8410E01EEC85}"/>
    <dgm:cxn modelId="{EC70B0BA-288D-4EE4-81CF-3F63ADB14E26}" srcId="{A2602F6A-3F8D-4D1A-B741-919E9766A779}" destId="{F485E32A-3732-4FB9-9924-987FC003F1CA}" srcOrd="1" destOrd="0" parTransId="{AF8412B3-6D89-4196-AB23-2DAB031729FE}" sibTransId="{DB8FE367-DD0F-4C18-B67A-59511C1A510A}"/>
    <dgm:cxn modelId="{8669D161-D1F2-471F-B25A-EC47C7A5FA50}" type="presOf" srcId="{AC5A46CB-46DB-4489-BA11-FF29E187E21B}" destId="{9E1E69AC-E15D-4339-BD58-09573EC36570}" srcOrd="0" destOrd="4" presId="urn:microsoft.com/office/officeart/2005/8/layout/hProcess9"/>
    <dgm:cxn modelId="{FAC1535A-017F-4B8C-8967-18AA1EB05B59}" type="presOf" srcId="{8961BF54-9190-4E56-AF91-B2AA220AFD6A}" destId="{9E1E69AC-E15D-4339-BD58-09573EC36570}" srcOrd="0" destOrd="2" presId="urn:microsoft.com/office/officeart/2005/8/layout/hProcess9"/>
    <dgm:cxn modelId="{380FD160-B862-4C81-AAFE-8FC863066F93}" type="presOf" srcId="{5D970DE8-0F6A-4A0B-80E2-513D703A3883}" destId="{3276E25E-3C9B-40B7-A7CF-4940780A68A2}" srcOrd="0" destOrd="1" presId="urn:microsoft.com/office/officeart/2005/8/layout/hProcess9"/>
    <dgm:cxn modelId="{AF0B8AA3-DDFF-484D-AE5A-21F7565F654E}" type="presOf" srcId="{75C256BA-1482-4401-B318-14DD7B094F93}" destId="{E8CC1A98-C398-4F4A-A172-12A0547E5C28}" srcOrd="0" destOrd="5" presId="urn:microsoft.com/office/officeart/2005/8/layout/hProcess9"/>
    <dgm:cxn modelId="{10C2EAAF-95CF-41D2-ADE4-03AA3F446CC1}" srcId="{14D77527-FA64-4A8D-A44E-6C02D31F4667}" destId="{5D970DE8-0F6A-4A0B-80E2-513D703A3883}" srcOrd="0" destOrd="0" parTransId="{D90140D3-552D-4764-A695-0B33861604FA}" sibTransId="{7F02273B-D75B-4ABB-A9C1-EE5E29DD1C22}"/>
    <dgm:cxn modelId="{CDDA8263-07FD-4FFD-A198-BADB99461FF0}" srcId="{B51DE150-AED4-4BAF-B130-0640192156B7}" destId="{0A558379-6225-433D-BCE9-9FB088E93E96}" srcOrd="2" destOrd="0" parTransId="{511ABB13-982F-481B-A4F4-45FAE33E12E6}" sibTransId="{E68662B1-60ED-442D-B297-3F78E47C0589}"/>
    <dgm:cxn modelId="{45AF2889-8ED0-4130-92FE-357C15ED0570}" type="presOf" srcId="{D21E81F9-46D6-49AB-9E6F-1866A3929370}" destId="{E8CC1A98-C398-4F4A-A172-12A0547E5C28}" srcOrd="0" destOrd="2" presId="urn:microsoft.com/office/officeart/2005/8/layout/hProcess9"/>
    <dgm:cxn modelId="{50C99793-D95D-4654-94BB-57CF595959A2}" srcId="{14D77527-FA64-4A8D-A44E-6C02D31F4667}" destId="{8AE68F71-3C27-4102-B59A-99B3A82F23E4}" srcOrd="1" destOrd="0" parTransId="{F6316EF5-F450-408F-B7AF-14378A2BDB35}" sibTransId="{63901817-3637-446E-BF58-EAEBDA05AFDE}"/>
    <dgm:cxn modelId="{9FAF082D-B06D-4426-A88A-50D77887C779}" type="presOf" srcId="{8AE68F71-3C27-4102-B59A-99B3A82F23E4}" destId="{3276E25E-3C9B-40B7-A7CF-4940780A68A2}" srcOrd="0" destOrd="2" presId="urn:microsoft.com/office/officeart/2005/8/layout/hProcess9"/>
    <dgm:cxn modelId="{519746A4-5F0C-4363-B456-93EDBCC1C2EE}" srcId="{E891E529-4295-42F2-B1D1-CD7EEE76972B}" destId="{5F8E5E5A-FE23-4051-851B-538ECE83CD0B}" srcOrd="1" destOrd="0" parTransId="{12D1F91D-C3EA-4767-94CD-C444564B5976}" sibTransId="{8C41D415-FA43-44A3-98EA-9BA492CA8F20}"/>
    <dgm:cxn modelId="{7B0B23CA-14B3-4DDA-B62A-D02082B02555}" type="presParOf" srcId="{562A1E96-75A9-4A4B-B124-DD8653170BC9}" destId="{E2E2B3DA-0D28-46C2-BDBA-B8027C87872F}" srcOrd="0" destOrd="0" presId="urn:microsoft.com/office/officeart/2005/8/layout/hProcess9"/>
    <dgm:cxn modelId="{33F41D09-EB49-42CB-9840-B190C0FAE884}" type="presParOf" srcId="{562A1E96-75A9-4A4B-B124-DD8653170BC9}" destId="{18E58304-7341-4B43-B4D1-B09AEFF27B6F}" srcOrd="1" destOrd="0" presId="urn:microsoft.com/office/officeart/2005/8/layout/hProcess9"/>
    <dgm:cxn modelId="{DAEC6E53-17A7-4D85-961F-E8F4FA80B908}" type="presParOf" srcId="{18E58304-7341-4B43-B4D1-B09AEFF27B6F}" destId="{E8CC1A98-C398-4F4A-A172-12A0547E5C28}" srcOrd="0" destOrd="0" presId="urn:microsoft.com/office/officeart/2005/8/layout/hProcess9"/>
    <dgm:cxn modelId="{56E2626E-DC5A-4452-91AF-784E09958CF9}" type="presParOf" srcId="{18E58304-7341-4B43-B4D1-B09AEFF27B6F}" destId="{9A0696EA-9384-46AE-945E-D8220D5A3BDC}" srcOrd="1" destOrd="0" presId="urn:microsoft.com/office/officeart/2005/8/layout/hProcess9"/>
    <dgm:cxn modelId="{A6C06581-D443-4224-A2BE-8A1F4511D675}" type="presParOf" srcId="{18E58304-7341-4B43-B4D1-B09AEFF27B6F}" destId="{3276E25E-3C9B-40B7-A7CF-4940780A68A2}" srcOrd="2" destOrd="0" presId="urn:microsoft.com/office/officeart/2005/8/layout/hProcess9"/>
    <dgm:cxn modelId="{79164E21-F041-44E6-A650-6F475ADF3AD7}" type="presParOf" srcId="{18E58304-7341-4B43-B4D1-B09AEFF27B6F}" destId="{E6A671BC-C291-4B4A-962E-689A23E5049C}" srcOrd="3" destOrd="0" presId="urn:microsoft.com/office/officeart/2005/8/layout/hProcess9"/>
    <dgm:cxn modelId="{D8C34491-337A-41AF-90C9-736947206F16}" type="presParOf" srcId="{18E58304-7341-4B43-B4D1-B09AEFF27B6F}" destId="{9E1E69AC-E15D-4339-BD58-09573EC3657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B218004-281E-4D14-BF14-28D988B3024F}" type="doc">
      <dgm:prSet loTypeId="urn:microsoft.com/office/officeart/2005/8/layout/hierarchy4" loCatId="hierarchy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pPr latinLnBrk="1"/>
          <a:endParaRPr lang="ko-KR" altLang="en-US"/>
        </a:p>
      </dgm:t>
    </dgm:pt>
    <dgm:pt modelId="{94490E77-F627-48B8-BBC8-7F2A7A911462}">
      <dgm:prSet phldrT="[텍스트]" custT="1"/>
      <dgm:spPr/>
      <dgm:t>
        <a:bodyPr/>
        <a:lstStyle/>
        <a:p>
          <a:pPr latinLnBrk="1"/>
          <a:r>
            <a:rPr lang="ko-KR" altLang="en-US" sz="20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부호화</a:t>
          </a:r>
          <a:b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연구 결과물 내역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9AFED15-AA60-45D9-9BC3-DE5D74267B54}" type="parTrans" cxnId="{9AA4ABFA-ECAD-4AD7-B169-A3EE763501CC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A6F8062-6E0D-448E-A44C-EDB77C905570}" type="sibTrans" cxnId="{9AA4ABFA-ECAD-4AD7-B169-A3EE763501CC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3286671-351B-4D9B-90E0-25AFC188F658}">
      <dgm:prSet custT="1"/>
      <dgm:spPr/>
      <dgm:t>
        <a:bodyPr/>
        <a:lstStyle/>
        <a:p>
          <a:pPr latinLnBrk="1"/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파라메트릭 다객체 오디오 부</a:t>
          </a:r>
          <a:r>
            <a:rPr lang="en-US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</a:t>
          </a: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복호화기 </a:t>
          </a:r>
          <a:r>
            <a:rPr lang="en-US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(S/W, </a:t>
          </a: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</a:t>
          </a:r>
          <a:r>
            <a:rPr lang="en-US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9D1F3CB-1257-4DFF-A326-7D3B8D54A156}" type="parTrans" cxnId="{F0162917-3AA8-4A70-8AFE-D8FEB3275B32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78EB80E-2365-4566-9202-E089A22705D3}" type="sibTrans" cxnId="{F0162917-3AA8-4A70-8AFE-D8FEB3275B32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F6EB7CE-FC23-40AA-A3A0-D3DBBDA99C23}">
      <dgm:prSet custT="1"/>
      <dgm:spPr/>
      <dgm:t>
        <a:bodyPr/>
        <a:lstStyle/>
        <a:p>
          <a:pPr latinLnBrk="1"/>
          <a:r>
            <a:rPr lang="ko-KR" altLang="en-US" sz="18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오디오</a:t>
          </a:r>
          <a: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부</a:t>
          </a:r>
          <a:r>
            <a:rPr lang="en-US" alt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</a:t>
          </a:r>
          <a:r>
            <a:rPr lang="ko-KR" alt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복호화 기능 </a:t>
          </a:r>
          <a:endParaRPr lang="ko-KR" alt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7567C47-1343-4C36-9DF5-1D15571A2EF2}" type="parTrans" cxnId="{1FEDCDEA-459C-43D9-B384-93FEFCB70352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3CEBDFE-D29B-46E4-8711-76CDDA8A9CA8}" type="sibTrans" cxnId="{1FEDCDEA-459C-43D9-B384-93FEFCB70352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8A28D00-A47E-4C87-A879-D894F612395E}">
      <dgm:prSet custT="1"/>
      <dgm:spPr/>
      <dgm:t>
        <a:bodyPr/>
        <a:lstStyle/>
        <a:p>
          <a:pPr latinLnBrk="1"/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주관적 음질 평가 결과    </a:t>
          </a:r>
          <a:r>
            <a:rPr lang="en-US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MOS 3.5</a:t>
          </a: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와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통계적 동등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en-US" altLang="en-US" sz="14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MUSHRA</a:t>
          </a:r>
          <a:r>
            <a:rPr lang="en-US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기반 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52CF26-66F1-4849-9128-5BBF99D1E579}" type="parTrans" cxnId="{B1F1D850-252E-4DA2-A207-45CB7D49D7EE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ABBF828-5EA2-4DC8-8B25-BF52885DE066}" type="sibTrans" cxnId="{B1F1D850-252E-4DA2-A207-45CB7D49D7EE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E709B5D-BE00-4BF2-8427-918B0B1B74AC}">
      <dgm:prSet custT="1"/>
      <dgm:spPr/>
      <dgm:t>
        <a:bodyPr/>
        <a:lstStyle/>
        <a:p>
          <a:pPr latinLnBrk="1"/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다단계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4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공간큐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분석 구조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설계 및 구현</a:t>
          </a:r>
          <a:endParaRPr lang="ko-KR" altLang="en-US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3A60C5-0359-4208-8F0C-EBA7E1BC63E1}" type="parTrans" cxnId="{65A34A5D-18C7-4FF8-B9FA-CD3BC487CEC7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C1ACAAD-C352-4057-8A36-AE6F4D2940E9}" type="sibTrans" cxnId="{65A34A5D-18C7-4FF8-B9FA-CD3BC487CEC7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B96790-3422-409C-BC7F-3C881E4B7185}">
      <dgm:prSet custT="1"/>
      <dgm:spPr/>
      <dgm:t>
        <a:bodyPr/>
        <a:lstStyle/>
        <a:p>
          <a:pPr latinLnBrk="1"/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이종의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주파수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변환 구조</a:t>
          </a:r>
          <a: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설계 및 구현 </a:t>
          </a:r>
          <a:endParaRPr lang="ko-KR" altLang="en-US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9E9D7A1-D554-4D3A-B61C-409915BA5658}" type="parTrans" cxnId="{6B2A47EB-34D6-4551-B0D5-A43A722B5000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8A0E297-23B6-4355-85DE-1CD153ED920B}" type="sibTrans" cxnId="{6B2A47EB-34D6-4551-B0D5-A43A722B5000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E8AD41A-BE5F-455E-8F25-79285A28826E}">
      <dgm:prSet custT="1"/>
      <dgm:spPr/>
      <dgm:t>
        <a:bodyPr/>
        <a:lstStyle/>
        <a:p>
          <a:pPr latinLnBrk="1"/>
          <a:r>
            <a:rPr lang="ko-KR" alt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공간 큐 </a:t>
          </a:r>
          <a:r>
            <a:rPr lang="ko-KR" altLang="en-US" sz="18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파라미터</a:t>
          </a:r>
          <a: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추출 기능</a:t>
          </a:r>
          <a:endParaRPr lang="ko-KR" alt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EAD4BBB-A09C-407D-8496-80161EAD81F9}" type="parTrans" cxnId="{37AD4B0A-9175-4069-B7E1-BB1FB9E167D2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3CAD3B6-D774-4D3D-89B0-8039AF3C4936}" type="sibTrans" cxnId="{37AD4B0A-9175-4069-B7E1-BB1FB9E167D2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5BC7F60-5959-480A-91BA-3EF4B32BC08C}" type="pres">
      <dgm:prSet presAssocID="{7B218004-281E-4D14-BF14-28D988B3024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E91B454-EBF0-42E7-8D9D-E9430F926856}" type="pres">
      <dgm:prSet presAssocID="{94490E77-F627-48B8-BBC8-7F2A7A911462}" presName="vertOne" presStyleCnt="0"/>
      <dgm:spPr/>
    </dgm:pt>
    <dgm:pt modelId="{1CA7D11C-DF9A-4621-9C7C-22358F8D607C}" type="pres">
      <dgm:prSet presAssocID="{94490E77-F627-48B8-BBC8-7F2A7A911462}" presName="txOne" presStyleLbl="node0" presStyleIdx="0" presStyleCnt="1" custScaleY="55788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B8ACFD3-2C62-4CD0-828D-8B73C89F15E7}" type="pres">
      <dgm:prSet presAssocID="{94490E77-F627-48B8-BBC8-7F2A7A911462}" presName="parTransOne" presStyleCnt="0"/>
      <dgm:spPr/>
    </dgm:pt>
    <dgm:pt modelId="{717FDB11-F81C-4A48-8B01-522684F34274}" type="pres">
      <dgm:prSet presAssocID="{94490E77-F627-48B8-BBC8-7F2A7A911462}" presName="horzOne" presStyleCnt="0"/>
      <dgm:spPr/>
    </dgm:pt>
    <dgm:pt modelId="{BF0DA9F9-3BEC-42BE-B5F4-32B0A1C8C40E}" type="pres">
      <dgm:prSet presAssocID="{B3286671-351B-4D9B-90E0-25AFC188F658}" presName="vertTwo" presStyleCnt="0"/>
      <dgm:spPr/>
    </dgm:pt>
    <dgm:pt modelId="{05D13DE3-6EBD-4587-A1C8-F1F2BC3D567B}" type="pres">
      <dgm:prSet presAssocID="{B3286671-351B-4D9B-90E0-25AFC188F658}" presName="txTwo" presStyleLbl="node2" presStyleIdx="0" presStyleCnt="1" custScaleY="6094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8863D9A-4D35-4484-8510-7513D16DF958}" type="pres">
      <dgm:prSet presAssocID="{B3286671-351B-4D9B-90E0-25AFC188F658}" presName="parTransTwo" presStyleCnt="0"/>
      <dgm:spPr/>
    </dgm:pt>
    <dgm:pt modelId="{80AFD5A1-4C81-47CE-93A8-E44225ABF4D7}" type="pres">
      <dgm:prSet presAssocID="{B3286671-351B-4D9B-90E0-25AFC188F658}" presName="horzTwo" presStyleCnt="0"/>
      <dgm:spPr/>
    </dgm:pt>
    <dgm:pt modelId="{3943CDAF-48B4-4193-A05E-6CF974B19B58}" type="pres">
      <dgm:prSet presAssocID="{9E8AD41A-BE5F-455E-8F25-79285A28826E}" presName="vertThree" presStyleCnt="0"/>
      <dgm:spPr/>
    </dgm:pt>
    <dgm:pt modelId="{205F8C74-410C-449D-ABE5-E501A53DD42B}" type="pres">
      <dgm:prSet presAssocID="{9E8AD41A-BE5F-455E-8F25-79285A28826E}" presName="txThree" presStyleLbl="node3" presStyleIdx="0" presStyleCnt="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29AB3B7-7E75-4ADE-8853-41D121C496AD}" type="pres">
      <dgm:prSet presAssocID="{9E8AD41A-BE5F-455E-8F25-79285A28826E}" presName="parTransThree" presStyleCnt="0"/>
      <dgm:spPr/>
    </dgm:pt>
    <dgm:pt modelId="{C962E371-D025-464F-A592-B0826D03F3EB}" type="pres">
      <dgm:prSet presAssocID="{9E8AD41A-BE5F-455E-8F25-79285A28826E}" presName="horzThree" presStyleCnt="0"/>
      <dgm:spPr/>
    </dgm:pt>
    <dgm:pt modelId="{2BD48C4F-53FB-4A8A-AA9E-FE96F9A8399B}" type="pres">
      <dgm:prSet presAssocID="{8E709B5D-BE00-4BF2-8427-918B0B1B74AC}" presName="vertFour" presStyleCnt="0">
        <dgm:presLayoutVars>
          <dgm:chPref val="3"/>
        </dgm:presLayoutVars>
      </dgm:prSet>
      <dgm:spPr/>
    </dgm:pt>
    <dgm:pt modelId="{7BAAB249-EB7E-4A8F-A00D-3EA48F6AEF8E}" type="pres">
      <dgm:prSet presAssocID="{8E709B5D-BE00-4BF2-8427-918B0B1B74AC}" presName="txFour" presStyleLbl="node4" presStyleIdx="0" presStyleCnt="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57B4A54-A5E9-4AA5-83DB-12A733AAA18D}" type="pres">
      <dgm:prSet presAssocID="{8E709B5D-BE00-4BF2-8427-918B0B1B74AC}" presName="horzFour" presStyleCnt="0"/>
      <dgm:spPr/>
    </dgm:pt>
    <dgm:pt modelId="{4BF77AA1-BBEB-44DA-BB03-52410AB50134}" type="pres">
      <dgm:prSet presAssocID="{9C1ACAAD-C352-4057-8A36-AE6F4D2940E9}" presName="sibSpaceFour" presStyleCnt="0"/>
      <dgm:spPr/>
    </dgm:pt>
    <dgm:pt modelId="{DD7B57A4-EBF8-49C0-9CDC-70B04DA060BF}" type="pres">
      <dgm:prSet presAssocID="{CFB96790-3422-409C-BC7F-3C881E4B7185}" presName="vertFour" presStyleCnt="0">
        <dgm:presLayoutVars>
          <dgm:chPref val="3"/>
        </dgm:presLayoutVars>
      </dgm:prSet>
      <dgm:spPr/>
    </dgm:pt>
    <dgm:pt modelId="{0F5EDD4C-6AA9-43DD-86BA-30096D600C72}" type="pres">
      <dgm:prSet presAssocID="{CFB96790-3422-409C-BC7F-3C881E4B7185}" presName="txFour" presStyleLbl="node4" presStyleIdx="1" presStyleCnt="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D42821C-F970-4DC8-8F35-667A93355E29}" type="pres">
      <dgm:prSet presAssocID="{CFB96790-3422-409C-BC7F-3C881E4B7185}" presName="horzFour" presStyleCnt="0"/>
      <dgm:spPr/>
    </dgm:pt>
    <dgm:pt modelId="{852EDDFF-1126-427F-80D7-64C3490E535E}" type="pres">
      <dgm:prSet presAssocID="{A3CAD3B6-D774-4D3D-89B0-8039AF3C4936}" presName="sibSpaceThree" presStyleCnt="0"/>
      <dgm:spPr/>
    </dgm:pt>
    <dgm:pt modelId="{BEF0858C-D56F-493E-97C0-1020C8F7FC1D}" type="pres">
      <dgm:prSet presAssocID="{7F6EB7CE-FC23-40AA-A3A0-D3DBBDA99C23}" presName="vertThree" presStyleCnt="0"/>
      <dgm:spPr/>
    </dgm:pt>
    <dgm:pt modelId="{A79298E4-EFAF-46F1-A717-FB047C3074F1}" type="pres">
      <dgm:prSet presAssocID="{7F6EB7CE-FC23-40AA-A3A0-D3DBBDA99C23}" presName="txThree" presStyleLbl="node3" presStyleIdx="1" presStyleCnt="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EDBA3B8-CD25-4438-80E5-5C809781786D}" type="pres">
      <dgm:prSet presAssocID="{7F6EB7CE-FC23-40AA-A3A0-D3DBBDA99C23}" presName="parTransThree" presStyleCnt="0"/>
      <dgm:spPr/>
    </dgm:pt>
    <dgm:pt modelId="{D649A42D-5544-426C-BAC5-B181FE89E253}" type="pres">
      <dgm:prSet presAssocID="{7F6EB7CE-FC23-40AA-A3A0-D3DBBDA99C23}" presName="horzThree" presStyleCnt="0"/>
      <dgm:spPr/>
    </dgm:pt>
    <dgm:pt modelId="{A9F87928-C38D-4AF7-8533-AC11CC7FDADA}" type="pres">
      <dgm:prSet presAssocID="{28A28D00-A47E-4C87-A879-D894F612395E}" presName="vertFour" presStyleCnt="0">
        <dgm:presLayoutVars>
          <dgm:chPref val="3"/>
        </dgm:presLayoutVars>
      </dgm:prSet>
      <dgm:spPr/>
    </dgm:pt>
    <dgm:pt modelId="{22AE3344-346A-4E5E-B3C9-241E0721C2E3}" type="pres">
      <dgm:prSet presAssocID="{28A28D00-A47E-4C87-A879-D894F612395E}" presName="txFour" presStyleLbl="node4" presStyleIdx="2" presStyleCnt="3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FD53D11-120A-4067-9DD1-A6471FB61C36}" type="pres">
      <dgm:prSet presAssocID="{28A28D00-A47E-4C87-A879-D894F612395E}" presName="horzFour" presStyleCnt="0"/>
      <dgm:spPr/>
    </dgm:pt>
  </dgm:ptLst>
  <dgm:cxnLst>
    <dgm:cxn modelId="{2EB6E2F7-89B6-45CE-974C-4C8F86DE1E74}" type="presOf" srcId="{8E709B5D-BE00-4BF2-8427-918B0B1B74AC}" destId="{7BAAB249-EB7E-4A8F-A00D-3EA48F6AEF8E}" srcOrd="0" destOrd="0" presId="urn:microsoft.com/office/officeart/2005/8/layout/hierarchy4"/>
    <dgm:cxn modelId="{2481404D-5625-40F9-ACE4-E2FA1C26F3EC}" type="presOf" srcId="{9E8AD41A-BE5F-455E-8F25-79285A28826E}" destId="{205F8C74-410C-449D-ABE5-E501A53DD42B}" srcOrd="0" destOrd="0" presId="urn:microsoft.com/office/officeart/2005/8/layout/hierarchy4"/>
    <dgm:cxn modelId="{6B2A47EB-34D6-4551-B0D5-A43A722B5000}" srcId="{9E8AD41A-BE5F-455E-8F25-79285A28826E}" destId="{CFB96790-3422-409C-BC7F-3C881E4B7185}" srcOrd="1" destOrd="0" parTransId="{69E9D7A1-D554-4D3A-B61C-409915BA5658}" sibTransId="{98A0E297-23B6-4355-85DE-1CD153ED920B}"/>
    <dgm:cxn modelId="{65A34A5D-18C7-4FF8-B9FA-CD3BC487CEC7}" srcId="{9E8AD41A-BE5F-455E-8F25-79285A28826E}" destId="{8E709B5D-BE00-4BF2-8427-918B0B1B74AC}" srcOrd="0" destOrd="0" parTransId="{8D3A60C5-0359-4208-8F0C-EBA7E1BC63E1}" sibTransId="{9C1ACAAD-C352-4057-8A36-AE6F4D2940E9}"/>
    <dgm:cxn modelId="{306DC11A-43DA-4A22-AB8B-234988189B8A}" type="presOf" srcId="{CFB96790-3422-409C-BC7F-3C881E4B7185}" destId="{0F5EDD4C-6AA9-43DD-86BA-30096D600C72}" srcOrd="0" destOrd="0" presId="urn:microsoft.com/office/officeart/2005/8/layout/hierarchy4"/>
    <dgm:cxn modelId="{B1F1D850-252E-4DA2-A207-45CB7D49D7EE}" srcId="{7F6EB7CE-FC23-40AA-A3A0-D3DBBDA99C23}" destId="{28A28D00-A47E-4C87-A879-D894F612395E}" srcOrd="0" destOrd="0" parTransId="{D652CF26-66F1-4849-9128-5BBF99D1E579}" sibTransId="{6ABBF828-5EA2-4DC8-8B25-BF52885DE066}"/>
    <dgm:cxn modelId="{F51B4775-A904-4732-BEF5-B5F0D4AD5EA9}" type="presOf" srcId="{B3286671-351B-4D9B-90E0-25AFC188F658}" destId="{05D13DE3-6EBD-4587-A1C8-F1F2BC3D567B}" srcOrd="0" destOrd="0" presId="urn:microsoft.com/office/officeart/2005/8/layout/hierarchy4"/>
    <dgm:cxn modelId="{35EF390A-1200-4405-81BB-B5B7629D130E}" type="presOf" srcId="{94490E77-F627-48B8-BBC8-7F2A7A911462}" destId="{1CA7D11C-DF9A-4621-9C7C-22358F8D607C}" srcOrd="0" destOrd="0" presId="urn:microsoft.com/office/officeart/2005/8/layout/hierarchy4"/>
    <dgm:cxn modelId="{2CE81477-2F18-4AFE-BA89-095243BD8E90}" type="presOf" srcId="{28A28D00-A47E-4C87-A879-D894F612395E}" destId="{22AE3344-346A-4E5E-B3C9-241E0721C2E3}" srcOrd="0" destOrd="0" presId="urn:microsoft.com/office/officeart/2005/8/layout/hierarchy4"/>
    <dgm:cxn modelId="{DB74DEB0-5252-46A2-9001-154E2067B47E}" type="presOf" srcId="{7B218004-281E-4D14-BF14-28D988B3024F}" destId="{85BC7F60-5959-480A-91BA-3EF4B32BC08C}" srcOrd="0" destOrd="0" presId="urn:microsoft.com/office/officeart/2005/8/layout/hierarchy4"/>
    <dgm:cxn modelId="{B2383EBF-953B-4259-92BC-B927F0EF7EBB}" type="presOf" srcId="{7F6EB7CE-FC23-40AA-A3A0-D3DBBDA99C23}" destId="{A79298E4-EFAF-46F1-A717-FB047C3074F1}" srcOrd="0" destOrd="0" presId="urn:microsoft.com/office/officeart/2005/8/layout/hierarchy4"/>
    <dgm:cxn modelId="{1FEDCDEA-459C-43D9-B384-93FEFCB70352}" srcId="{B3286671-351B-4D9B-90E0-25AFC188F658}" destId="{7F6EB7CE-FC23-40AA-A3A0-D3DBBDA99C23}" srcOrd="1" destOrd="0" parTransId="{17567C47-1343-4C36-9DF5-1D15571A2EF2}" sibTransId="{43CEBDFE-D29B-46E4-8711-76CDDA8A9CA8}"/>
    <dgm:cxn modelId="{F0162917-3AA8-4A70-8AFE-D8FEB3275B32}" srcId="{94490E77-F627-48B8-BBC8-7F2A7A911462}" destId="{B3286671-351B-4D9B-90E0-25AFC188F658}" srcOrd="0" destOrd="0" parTransId="{89D1F3CB-1257-4DFF-A326-7D3B8D54A156}" sibTransId="{378EB80E-2365-4566-9202-E089A22705D3}"/>
    <dgm:cxn modelId="{9AA4ABFA-ECAD-4AD7-B169-A3EE763501CC}" srcId="{7B218004-281E-4D14-BF14-28D988B3024F}" destId="{94490E77-F627-48B8-BBC8-7F2A7A911462}" srcOrd="0" destOrd="0" parTransId="{99AFED15-AA60-45D9-9BC3-DE5D74267B54}" sibTransId="{FA6F8062-6E0D-448E-A44C-EDB77C905570}"/>
    <dgm:cxn modelId="{37AD4B0A-9175-4069-B7E1-BB1FB9E167D2}" srcId="{B3286671-351B-4D9B-90E0-25AFC188F658}" destId="{9E8AD41A-BE5F-455E-8F25-79285A28826E}" srcOrd="0" destOrd="0" parTransId="{0EAD4BBB-A09C-407D-8496-80161EAD81F9}" sibTransId="{A3CAD3B6-D774-4D3D-89B0-8039AF3C4936}"/>
    <dgm:cxn modelId="{F7266F89-2C88-4F3C-A5BD-131134257EE3}" type="presParOf" srcId="{85BC7F60-5959-480A-91BA-3EF4B32BC08C}" destId="{AE91B454-EBF0-42E7-8D9D-E9430F926856}" srcOrd="0" destOrd="0" presId="urn:microsoft.com/office/officeart/2005/8/layout/hierarchy4"/>
    <dgm:cxn modelId="{46610F7B-182A-4BDA-BA3D-FCF3DD99F2E5}" type="presParOf" srcId="{AE91B454-EBF0-42E7-8D9D-E9430F926856}" destId="{1CA7D11C-DF9A-4621-9C7C-22358F8D607C}" srcOrd="0" destOrd="0" presId="urn:microsoft.com/office/officeart/2005/8/layout/hierarchy4"/>
    <dgm:cxn modelId="{9C6ACE7C-E9FD-41CE-8544-0598A5395716}" type="presParOf" srcId="{AE91B454-EBF0-42E7-8D9D-E9430F926856}" destId="{0B8ACFD3-2C62-4CD0-828D-8B73C89F15E7}" srcOrd="1" destOrd="0" presId="urn:microsoft.com/office/officeart/2005/8/layout/hierarchy4"/>
    <dgm:cxn modelId="{B3DD2227-600F-46A9-B8C6-B14909E14E5D}" type="presParOf" srcId="{AE91B454-EBF0-42E7-8D9D-E9430F926856}" destId="{717FDB11-F81C-4A48-8B01-522684F34274}" srcOrd="2" destOrd="0" presId="urn:microsoft.com/office/officeart/2005/8/layout/hierarchy4"/>
    <dgm:cxn modelId="{62EDB70D-9543-4F94-B29B-23B46825D952}" type="presParOf" srcId="{717FDB11-F81C-4A48-8B01-522684F34274}" destId="{BF0DA9F9-3BEC-42BE-B5F4-32B0A1C8C40E}" srcOrd="0" destOrd="0" presId="urn:microsoft.com/office/officeart/2005/8/layout/hierarchy4"/>
    <dgm:cxn modelId="{211A2602-DDAC-4F1D-8F88-7966CB5D5DFA}" type="presParOf" srcId="{BF0DA9F9-3BEC-42BE-B5F4-32B0A1C8C40E}" destId="{05D13DE3-6EBD-4587-A1C8-F1F2BC3D567B}" srcOrd="0" destOrd="0" presId="urn:microsoft.com/office/officeart/2005/8/layout/hierarchy4"/>
    <dgm:cxn modelId="{0B3C6312-6243-469D-A6B9-9D106ED67085}" type="presParOf" srcId="{BF0DA9F9-3BEC-42BE-B5F4-32B0A1C8C40E}" destId="{58863D9A-4D35-4484-8510-7513D16DF958}" srcOrd="1" destOrd="0" presId="urn:microsoft.com/office/officeart/2005/8/layout/hierarchy4"/>
    <dgm:cxn modelId="{1B7F21C3-F7B6-4B9A-9835-ADD9EC4A9868}" type="presParOf" srcId="{BF0DA9F9-3BEC-42BE-B5F4-32B0A1C8C40E}" destId="{80AFD5A1-4C81-47CE-93A8-E44225ABF4D7}" srcOrd="2" destOrd="0" presId="urn:microsoft.com/office/officeart/2005/8/layout/hierarchy4"/>
    <dgm:cxn modelId="{90952F01-9B47-4938-B3A7-7554AE7A5A72}" type="presParOf" srcId="{80AFD5A1-4C81-47CE-93A8-E44225ABF4D7}" destId="{3943CDAF-48B4-4193-A05E-6CF974B19B58}" srcOrd="0" destOrd="0" presId="urn:microsoft.com/office/officeart/2005/8/layout/hierarchy4"/>
    <dgm:cxn modelId="{F8359FCE-735B-4E0C-8540-254519AAA8DA}" type="presParOf" srcId="{3943CDAF-48B4-4193-A05E-6CF974B19B58}" destId="{205F8C74-410C-449D-ABE5-E501A53DD42B}" srcOrd="0" destOrd="0" presId="urn:microsoft.com/office/officeart/2005/8/layout/hierarchy4"/>
    <dgm:cxn modelId="{9BC08A1A-6471-4B92-B2F9-8516CA50D39B}" type="presParOf" srcId="{3943CDAF-48B4-4193-A05E-6CF974B19B58}" destId="{C29AB3B7-7E75-4ADE-8853-41D121C496AD}" srcOrd="1" destOrd="0" presId="urn:microsoft.com/office/officeart/2005/8/layout/hierarchy4"/>
    <dgm:cxn modelId="{B04D9632-11ED-4948-994E-F30B224A9354}" type="presParOf" srcId="{3943CDAF-48B4-4193-A05E-6CF974B19B58}" destId="{C962E371-D025-464F-A592-B0826D03F3EB}" srcOrd="2" destOrd="0" presId="urn:microsoft.com/office/officeart/2005/8/layout/hierarchy4"/>
    <dgm:cxn modelId="{B95569EF-CE2F-4370-BA1B-309F6632746B}" type="presParOf" srcId="{C962E371-D025-464F-A592-B0826D03F3EB}" destId="{2BD48C4F-53FB-4A8A-AA9E-FE96F9A8399B}" srcOrd="0" destOrd="0" presId="urn:microsoft.com/office/officeart/2005/8/layout/hierarchy4"/>
    <dgm:cxn modelId="{469D5D87-FCAE-412A-B6FE-3BF17F02B8B3}" type="presParOf" srcId="{2BD48C4F-53FB-4A8A-AA9E-FE96F9A8399B}" destId="{7BAAB249-EB7E-4A8F-A00D-3EA48F6AEF8E}" srcOrd="0" destOrd="0" presId="urn:microsoft.com/office/officeart/2005/8/layout/hierarchy4"/>
    <dgm:cxn modelId="{9749CF5F-4681-4E39-BBE2-014F3981715F}" type="presParOf" srcId="{2BD48C4F-53FB-4A8A-AA9E-FE96F9A8399B}" destId="{D57B4A54-A5E9-4AA5-83DB-12A733AAA18D}" srcOrd="1" destOrd="0" presId="urn:microsoft.com/office/officeart/2005/8/layout/hierarchy4"/>
    <dgm:cxn modelId="{8EB47295-263E-46AF-A4B8-43D58AF45436}" type="presParOf" srcId="{C962E371-D025-464F-A592-B0826D03F3EB}" destId="{4BF77AA1-BBEB-44DA-BB03-52410AB50134}" srcOrd="1" destOrd="0" presId="urn:microsoft.com/office/officeart/2005/8/layout/hierarchy4"/>
    <dgm:cxn modelId="{520FC0B4-824D-4717-8DFB-29BD8A335C1C}" type="presParOf" srcId="{C962E371-D025-464F-A592-B0826D03F3EB}" destId="{DD7B57A4-EBF8-49C0-9CDC-70B04DA060BF}" srcOrd="2" destOrd="0" presId="urn:microsoft.com/office/officeart/2005/8/layout/hierarchy4"/>
    <dgm:cxn modelId="{761A5464-03FA-4925-A034-2EC27C4BFF51}" type="presParOf" srcId="{DD7B57A4-EBF8-49C0-9CDC-70B04DA060BF}" destId="{0F5EDD4C-6AA9-43DD-86BA-30096D600C72}" srcOrd="0" destOrd="0" presId="urn:microsoft.com/office/officeart/2005/8/layout/hierarchy4"/>
    <dgm:cxn modelId="{0D45A900-4026-4531-A0B6-9ED0D3AD89E7}" type="presParOf" srcId="{DD7B57A4-EBF8-49C0-9CDC-70B04DA060BF}" destId="{ED42821C-F970-4DC8-8F35-667A93355E29}" srcOrd="1" destOrd="0" presId="urn:microsoft.com/office/officeart/2005/8/layout/hierarchy4"/>
    <dgm:cxn modelId="{041BFED6-AB3F-4CC2-A089-40F8B5BB53F0}" type="presParOf" srcId="{80AFD5A1-4C81-47CE-93A8-E44225ABF4D7}" destId="{852EDDFF-1126-427F-80D7-64C3490E535E}" srcOrd="1" destOrd="0" presId="urn:microsoft.com/office/officeart/2005/8/layout/hierarchy4"/>
    <dgm:cxn modelId="{BBDA4676-509D-48AF-B627-BF8AB999C3A4}" type="presParOf" srcId="{80AFD5A1-4C81-47CE-93A8-E44225ABF4D7}" destId="{BEF0858C-D56F-493E-97C0-1020C8F7FC1D}" srcOrd="2" destOrd="0" presId="urn:microsoft.com/office/officeart/2005/8/layout/hierarchy4"/>
    <dgm:cxn modelId="{3F8BAD9E-E950-48C0-A010-63D5F21C73ED}" type="presParOf" srcId="{BEF0858C-D56F-493E-97C0-1020C8F7FC1D}" destId="{A79298E4-EFAF-46F1-A717-FB047C3074F1}" srcOrd="0" destOrd="0" presId="urn:microsoft.com/office/officeart/2005/8/layout/hierarchy4"/>
    <dgm:cxn modelId="{9FAFAE30-65B2-41B8-88F2-AABCF1A444EC}" type="presParOf" srcId="{BEF0858C-D56F-493E-97C0-1020C8F7FC1D}" destId="{3EDBA3B8-CD25-4438-80E5-5C809781786D}" srcOrd="1" destOrd="0" presId="urn:microsoft.com/office/officeart/2005/8/layout/hierarchy4"/>
    <dgm:cxn modelId="{63DC441F-4435-4BB8-8770-7BE29A4D8250}" type="presParOf" srcId="{BEF0858C-D56F-493E-97C0-1020C8F7FC1D}" destId="{D649A42D-5544-426C-BAC5-B181FE89E253}" srcOrd="2" destOrd="0" presId="urn:microsoft.com/office/officeart/2005/8/layout/hierarchy4"/>
    <dgm:cxn modelId="{D6B979CC-3FAE-4DA9-8444-6A5C48F75EEB}" type="presParOf" srcId="{D649A42D-5544-426C-BAC5-B181FE89E253}" destId="{A9F87928-C38D-4AF7-8533-AC11CC7FDADA}" srcOrd="0" destOrd="0" presId="urn:microsoft.com/office/officeart/2005/8/layout/hierarchy4"/>
    <dgm:cxn modelId="{5AC47DFB-3A1F-4E1E-9417-961C60613B92}" type="presParOf" srcId="{A9F87928-C38D-4AF7-8533-AC11CC7FDADA}" destId="{22AE3344-346A-4E5E-B3C9-241E0721C2E3}" srcOrd="0" destOrd="0" presId="urn:microsoft.com/office/officeart/2005/8/layout/hierarchy4"/>
    <dgm:cxn modelId="{F7A55B14-6EBF-4292-917F-364E9FFE56C9}" type="presParOf" srcId="{A9F87928-C38D-4AF7-8533-AC11CC7FDADA}" destId="{7FD53D11-120A-4067-9DD1-A6471FB61C36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13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B1D5185-0895-4705-A0C8-7C572ABEC06C}" type="doc">
      <dgm:prSet loTypeId="urn:microsoft.com/office/officeart/2005/8/layout/hierarchy4" loCatId="hierarchy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pPr latinLnBrk="1"/>
          <a:endParaRPr lang="ko-KR" altLang="en-US"/>
        </a:p>
      </dgm:t>
    </dgm:pt>
    <dgm:pt modelId="{497D6624-A361-4C30-98BE-152104537185}">
      <dgm:prSet phldrT="[텍스트]" custT="1"/>
      <dgm:spPr/>
      <dgm:t>
        <a:bodyPr/>
        <a:lstStyle/>
        <a:p>
          <a:pPr latinLnBrk="1"/>
          <a:r>
            <a:rPr lang="ko-KR" altLang="en-US" sz="20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</a:t>
          </a: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재생 단말 관련 결과물 내역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63775C8-EACA-4997-A4B5-71AF1DCD8F5F}" type="parTrans" cxnId="{DFC271B7-2186-4EB4-B162-4E52B7492EB8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004D61D-DBEA-4EDC-8AFE-55E36C04D688}" type="sibTrans" cxnId="{DFC271B7-2186-4EB4-B162-4E52B7492EB8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1BE476-82AF-4CCC-8FB7-8BEC7F608691}">
      <dgm:prSet custT="1"/>
      <dgm:spPr/>
      <dgm:t>
        <a:bodyPr/>
        <a:lstStyle/>
        <a:p>
          <a:pPr algn="ctr" latinLnBrk="1"/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 재생 단말 개발 문서</a:t>
          </a:r>
          <a:endParaRPr lang="en-US" altLang="ko-KR" sz="17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431925" indent="0" algn="just" latinLnBrk="1"/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 </a:t>
          </a: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사용자</a:t>
          </a:r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 </a:t>
          </a: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시스템 요구사항서</a:t>
          </a:r>
          <a:endParaRPr lang="en-US" altLang="ko-KR" sz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431925" indent="0" algn="just" latinLnBrk="1"/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 </a:t>
          </a: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기능 규격서</a:t>
          </a:r>
          <a:endParaRPr lang="en-US" altLang="ko-KR" sz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431925" indent="0" algn="just" latinLnBrk="1"/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 </a:t>
          </a: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구조기능 설계서</a:t>
          </a:r>
          <a:endParaRPr lang="en-US" altLang="ko-KR" sz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431925" indent="0" algn="just" latinLnBrk="1"/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바탕체"/>
              <a:ea typeface="바탕체"/>
            </a:rPr>
            <a:t>• </a:t>
          </a: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요구사항 </a:t>
          </a:r>
          <a:r>
            <a:rPr lang="ko-KR" altLang="en-US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추적표</a:t>
          </a:r>
          <a:endParaRPr lang="ko-KR" alt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2D3431-E96C-4576-84C4-37AEA5CCA8E9}" type="parTrans" cxnId="{27D91D16-ACC6-44CF-8D55-DC54F8669FAE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3147A08-83E0-40C1-88BD-48F98E002861}" type="sibTrans" cxnId="{27D91D16-ACC6-44CF-8D55-DC54F8669FAE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4ED845E-5080-4110-8CBD-43B9510DF07A}">
      <dgm:prSet custT="1"/>
      <dgm:spPr/>
      <dgm:t>
        <a:bodyPr/>
        <a:lstStyle/>
        <a:p>
          <a:pPr latinLnBrk="1"/>
          <a:r>
            <a:rPr lang="ko-KR" altLang="en-US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 재생 단말</a:t>
          </a:r>
          <a:r>
            <a:rPr lang="en-US" altLang="ko-KR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n-US" altLang="en-US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ko-KR" altLang="en-US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분위기 제어</a:t>
          </a:r>
          <a:r>
            <a:rPr lang="en-US" altLang="en-US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S/W)</a:t>
          </a:r>
          <a:endParaRPr lang="ko-KR" altLang="en-US" sz="17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8DD1380-9C0B-489C-9AE0-926F2ADDA168}" type="parTrans" cxnId="{CAACFC9E-C4CA-4AC9-A521-261EEFEB879F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19EE9E6-71CB-4785-A272-9262BC140CC4}" type="sibTrans" cxnId="{CAACFC9E-C4CA-4AC9-A521-261EEFEB879F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62CE4B4-CAB2-4BE8-AB51-473C07CB802E}">
      <dgm:prSet custT="1"/>
      <dgm:spPr/>
      <dgm:t>
        <a:bodyPr/>
        <a:lstStyle/>
        <a:p>
          <a:pPr latinLnBrk="1"/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트랙 선택</a:t>
          </a:r>
          <a:r>
            <a:rPr lang="en-US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</a:t>
          </a:r>
          <a:br>
            <a:rPr lang="en-US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볼륨조정</a:t>
          </a:r>
          <a:r>
            <a:rPr lang="en-US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</a:t>
          </a:r>
          <a:br>
            <a:rPr lang="en-US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프리셋</a:t>
          </a:r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기능</a:t>
          </a:r>
          <a:endParaRPr lang="ko-KR" alt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674A66D-0A06-4BE7-8535-BD97EB2D1389}" type="parTrans" cxnId="{8084D233-E073-4B43-9025-F149BC536E6E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9ABE371-DF6D-46BB-B96E-A551BE57298E}" type="sibTrans" cxnId="{8084D233-E073-4B43-9025-F149BC536E6E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405F88-8FCE-4648-8183-6305683483A5}">
      <dgm:prSet custT="1"/>
      <dgm:spPr/>
      <dgm:t>
        <a:bodyPr/>
        <a:lstStyle/>
        <a:p>
          <a:pPr latinLnBrk="1"/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분위기 제어 기능</a:t>
          </a:r>
          <a:endParaRPr lang="ko-KR" alt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FDE9D8-4466-4136-939C-3529D4666D9C}" type="parTrans" cxnId="{8D23AC92-E663-4796-B925-E3B8B69DFED7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CFF5AC-E8F8-4D35-86FB-922304059AB2}" type="sibTrans" cxnId="{8D23AC92-E663-4796-B925-E3B8B69DFED7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74AC3A5-3CB0-45B6-939F-B4A23CA76049}">
      <dgm:prSet custT="1"/>
      <dgm:spPr/>
      <dgm:t>
        <a:bodyPr/>
        <a:lstStyle/>
        <a:p>
          <a:pPr latinLnBrk="1"/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트랙 </a:t>
          </a:r>
          <a:r>
            <a:rPr lang="ko-KR" altLang="en-US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쉐이크</a:t>
          </a: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기능</a:t>
          </a:r>
          <a:endParaRPr lang="ko-KR" alt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3E505CF-080B-4164-B38E-3197F528EA93}" type="parTrans" cxnId="{5D81A3F8-3E20-49A7-A57F-4D6F4CF6F3D1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391CB52-D39A-4A14-BB99-1DF5C140851F}" type="sibTrans" cxnId="{5D81A3F8-3E20-49A7-A57F-4D6F4CF6F3D1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05F29C7-0C5A-46C1-B075-84BE3014EFB7}">
      <dgm:prSet custT="1"/>
      <dgm:spPr/>
      <dgm:t>
        <a:bodyPr/>
        <a:lstStyle/>
        <a:p>
          <a:pPr latinLnBrk="1"/>
          <a:r>
            <a:rPr lang="ko-KR" altLang="en-US" sz="17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</a:t>
          </a:r>
          <a:r>
            <a:rPr lang="ko-KR" altLang="en-US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재생 단말</a:t>
          </a:r>
          <a:r>
            <a:rPr lang="en-US" altLang="ko-KR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n-US" altLang="en-US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ko-KR" altLang="en-US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트랙녹음</a:t>
          </a:r>
          <a:r>
            <a:rPr lang="en-US" altLang="en-US" sz="17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S/W)</a:t>
          </a:r>
          <a:endParaRPr lang="ko-KR" altLang="en-US" sz="17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39602E2-EFA4-4F41-BA50-F0ED3CD2C6BE}" type="parTrans" cxnId="{C0B6D4B5-FECB-4CFB-B381-C30B71B05971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6930FC1-473F-430B-91DE-4AC9A2891C9D}" type="sibTrans" cxnId="{C0B6D4B5-FECB-4CFB-B381-C30B71B05971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4033F4D-6988-4BCD-AA13-54BB63B51BB0}">
      <dgm:prSet custT="1"/>
      <dgm:spPr/>
      <dgm:t>
        <a:bodyPr/>
        <a:lstStyle/>
        <a:p>
          <a:pPr latinLnBrk="1"/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단말용 트랙 녹음 기능</a:t>
          </a:r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우선 구현 </a:t>
          </a:r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n-US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(UCC </a:t>
          </a: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서비스 유효성 검토</a:t>
          </a:r>
          <a:r>
            <a:rPr lang="en-US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7D987D-21A0-460C-B443-6281638E6999}" type="parTrans" cxnId="{12DC9D64-E3F5-42DD-BFFD-331AFC1D776D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249C58-B74A-4F20-A521-E095F05DECE9}" type="sibTrans" cxnId="{12DC9D64-E3F5-42DD-BFFD-331AFC1D776D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3D0D3EE-3F00-4954-9731-9D64518FCBF5}">
      <dgm:prSet custT="1"/>
      <dgm:spPr/>
      <dgm:t>
        <a:bodyPr/>
        <a:lstStyle/>
        <a:p>
          <a:pPr latinLnBrk="1"/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고급 </a:t>
          </a:r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이용자용 </a:t>
          </a:r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n-US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H/W </a:t>
          </a:r>
          <a:br>
            <a:rPr lang="en-US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인터페이스  별도 구현</a:t>
          </a:r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ko-KR" altLang="en-US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예정</a:t>
          </a:r>
          <a:r>
            <a:rPr lang="en-US" altLang="ko-K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92F633-60EC-472D-88CB-EAB5A5BCCB90}" type="parTrans" cxnId="{F01F9EF7-C944-4E72-A41B-A1570C548E7E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C158386-6C2C-4E98-B4B9-59F3F77F022C}" type="sibTrans" cxnId="{F01F9EF7-C944-4E72-A41B-A1570C548E7E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CCBFF38-91E3-4330-B2F9-EB96E2092EBB}" type="pres">
      <dgm:prSet presAssocID="{AB1D5185-0895-4705-A0C8-7C572ABEC06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08A9668-F86F-45FA-A0E3-1B6A6396527A}" type="pres">
      <dgm:prSet presAssocID="{497D6624-A361-4C30-98BE-152104537185}" presName="vertOne" presStyleCnt="0"/>
      <dgm:spPr/>
    </dgm:pt>
    <dgm:pt modelId="{E8B5124C-EA03-4B49-8C63-51291EB3FF77}" type="pres">
      <dgm:prSet presAssocID="{497D6624-A361-4C30-98BE-152104537185}" presName="txOne" presStyleLbl="node0" presStyleIdx="0" presStyleCnt="1" custScaleY="5944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7081E6D-475C-4016-A71C-6051A71426A5}" type="pres">
      <dgm:prSet presAssocID="{497D6624-A361-4C30-98BE-152104537185}" presName="parTransOne" presStyleCnt="0"/>
      <dgm:spPr/>
    </dgm:pt>
    <dgm:pt modelId="{1ADE8AFD-030B-48FA-86AF-1470503572BE}" type="pres">
      <dgm:prSet presAssocID="{497D6624-A361-4C30-98BE-152104537185}" presName="horzOne" presStyleCnt="0"/>
      <dgm:spPr/>
    </dgm:pt>
    <dgm:pt modelId="{6FB0EF0D-1C59-4F29-BCDD-571796DA6738}" type="pres">
      <dgm:prSet presAssocID="{D41BE476-82AF-4CCC-8FB7-8BEC7F608691}" presName="vertTwo" presStyleCnt="0"/>
      <dgm:spPr/>
    </dgm:pt>
    <dgm:pt modelId="{923F7B9A-0B3F-44C9-8A45-38D20E7C46F3}" type="pres">
      <dgm:prSet presAssocID="{D41BE476-82AF-4CCC-8FB7-8BEC7F608691}" presName="txTwo" presStyleLbl="node2" presStyleIdx="0" presStyleCnt="1" custScaleY="135565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CB1CD01-3966-4E8B-9296-A705F233E2B2}" type="pres">
      <dgm:prSet presAssocID="{D41BE476-82AF-4CCC-8FB7-8BEC7F608691}" presName="parTransTwo" presStyleCnt="0"/>
      <dgm:spPr/>
    </dgm:pt>
    <dgm:pt modelId="{79AF527E-3F06-4243-AC76-CA86D31FC81D}" type="pres">
      <dgm:prSet presAssocID="{D41BE476-82AF-4CCC-8FB7-8BEC7F608691}" presName="horzTwo" presStyleCnt="0"/>
      <dgm:spPr/>
    </dgm:pt>
    <dgm:pt modelId="{B86DF9C6-9248-4E99-9C4F-2F14A9BD960F}" type="pres">
      <dgm:prSet presAssocID="{E4ED845E-5080-4110-8CBD-43B9510DF07A}" presName="vertThree" presStyleCnt="0"/>
      <dgm:spPr/>
    </dgm:pt>
    <dgm:pt modelId="{5F9E14ED-63DF-4C41-86DA-408AD927D817}" type="pres">
      <dgm:prSet presAssocID="{E4ED845E-5080-4110-8CBD-43B9510DF07A}" presName="txThree" presStyleLbl="node3" presStyleIdx="0" presStyleCnt="2" custScaleY="74138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B507ECD-4D62-4E3E-8FA0-790F8197E3A5}" type="pres">
      <dgm:prSet presAssocID="{E4ED845E-5080-4110-8CBD-43B9510DF07A}" presName="parTransThree" presStyleCnt="0"/>
      <dgm:spPr/>
    </dgm:pt>
    <dgm:pt modelId="{5438CC15-4989-46B1-9702-340FD1C5C507}" type="pres">
      <dgm:prSet presAssocID="{E4ED845E-5080-4110-8CBD-43B9510DF07A}" presName="horzThree" presStyleCnt="0"/>
      <dgm:spPr/>
    </dgm:pt>
    <dgm:pt modelId="{8B679B9E-B5AA-4B28-A897-CDB0F0D0241D}" type="pres">
      <dgm:prSet presAssocID="{062CE4B4-CAB2-4BE8-AB51-473C07CB802E}" presName="vertFour" presStyleCnt="0">
        <dgm:presLayoutVars>
          <dgm:chPref val="3"/>
        </dgm:presLayoutVars>
      </dgm:prSet>
      <dgm:spPr/>
    </dgm:pt>
    <dgm:pt modelId="{A7E089B1-63B7-4E73-8DB9-D7BED34C943D}" type="pres">
      <dgm:prSet presAssocID="{062CE4B4-CAB2-4BE8-AB51-473C07CB802E}" presName="txFour" presStyleLbl="node4" presStyleIdx="0" presStyleCnt="5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AD75E59-568B-4CFA-8699-6565E9F37CF7}" type="pres">
      <dgm:prSet presAssocID="{062CE4B4-CAB2-4BE8-AB51-473C07CB802E}" presName="horzFour" presStyleCnt="0"/>
      <dgm:spPr/>
    </dgm:pt>
    <dgm:pt modelId="{70F0A271-FA35-4C3F-8D52-A5564C1E5F20}" type="pres">
      <dgm:prSet presAssocID="{B9ABE371-DF6D-46BB-B96E-A551BE57298E}" presName="sibSpaceFour" presStyleCnt="0"/>
      <dgm:spPr/>
    </dgm:pt>
    <dgm:pt modelId="{89276C2F-A369-4C6B-92F3-81F3539B0982}" type="pres">
      <dgm:prSet presAssocID="{3F405F88-8FCE-4648-8183-6305683483A5}" presName="vertFour" presStyleCnt="0">
        <dgm:presLayoutVars>
          <dgm:chPref val="3"/>
        </dgm:presLayoutVars>
      </dgm:prSet>
      <dgm:spPr/>
    </dgm:pt>
    <dgm:pt modelId="{7CAD757C-BB52-487D-8EB3-180890C7EF5F}" type="pres">
      <dgm:prSet presAssocID="{3F405F88-8FCE-4648-8183-6305683483A5}" presName="txFour" presStyleLbl="node4" presStyleIdx="1" presStyleCnt="5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37B6C31-4846-44F3-ACCC-797083CCDF0B}" type="pres">
      <dgm:prSet presAssocID="{3F405F88-8FCE-4648-8183-6305683483A5}" presName="horzFour" presStyleCnt="0"/>
      <dgm:spPr/>
    </dgm:pt>
    <dgm:pt modelId="{7F9B8215-C1AF-4633-A500-C375D3FB5E0A}" type="pres">
      <dgm:prSet presAssocID="{03CFF5AC-E8F8-4D35-86FB-922304059AB2}" presName="sibSpaceFour" presStyleCnt="0"/>
      <dgm:spPr/>
    </dgm:pt>
    <dgm:pt modelId="{13C22253-0364-49E5-BE38-395EC72D6EEB}" type="pres">
      <dgm:prSet presAssocID="{374AC3A5-3CB0-45B6-939F-B4A23CA76049}" presName="vertFour" presStyleCnt="0">
        <dgm:presLayoutVars>
          <dgm:chPref val="3"/>
        </dgm:presLayoutVars>
      </dgm:prSet>
      <dgm:spPr/>
    </dgm:pt>
    <dgm:pt modelId="{A1D0966A-FF89-4121-BC59-FF6B7A111DA1}" type="pres">
      <dgm:prSet presAssocID="{374AC3A5-3CB0-45B6-939F-B4A23CA76049}" presName="txFour" presStyleLbl="node4" presStyleIdx="2" presStyleCnt="5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BC1EE38-F5C7-4EF6-97E8-B9F097BACAB7}" type="pres">
      <dgm:prSet presAssocID="{374AC3A5-3CB0-45B6-939F-B4A23CA76049}" presName="horzFour" presStyleCnt="0"/>
      <dgm:spPr/>
    </dgm:pt>
    <dgm:pt modelId="{65CE7DEA-2041-47D7-881E-C2079D7B7C45}" type="pres">
      <dgm:prSet presAssocID="{819EE9E6-71CB-4785-A272-9262BC140CC4}" presName="sibSpaceThree" presStyleCnt="0"/>
      <dgm:spPr/>
    </dgm:pt>
    <dgm:pt modelId="{8986AAA0-34F4-4F8A-A5C2-9BC758DAED1F}" type="pres">
      <dgm:prSet presAssocID="{905F29C7-0C5A-46C1-B075-84BE3014EFB7}" presName="vertThree" presStyleCnt="0"/>
      <dgm:spPr/>
    </dgm:pt>
    <dgm:pt modelId="{2657A8E2-7031-42AA-84FA-EA2721063D60}" type="pres">
      <dgm:prSet presAssocID="{905F29C7-0C5A-46C1-B075-84BE3014EFB7}" presName="txThree" presStyleLbl="node3" presStyleIdx="1" presStyleCnt="2" custScaleY="74138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BEFD531-ABE2-402C-AEA0-F676FE01CDC9}" type="pres">
      <dgm:prSet presAssocID="{905F29C7-0C5A-46C1-B075-84BE3014EFB7}" presName="parTransThree" presStyleCnt="0"/>
      <dgm:spPr/>
    </dgm:pt>
    <dgm:pt modelId="{34A583E2-B641-455E-AC0E-A06C299EE9FB}" type="pres">
      <dgm:prSet presAssocID="{905F29C7-0C5A-46C1-B075-84BE3014EFB7}" presName="horzThree" presStyleCnt="0"/>
      <dgm:spPr/>
    </dgm:pt>
    <dgm:pt modelId="{26799474-D9C6-46F7-B262-0A74A086C1F0}" type="pres">
      <dgm:prSet presAssocID="{74033F4D-6988-4BCD-AA13-54BB63B51BB0}" presName="vertFour" presStyleCnt="0">
        <dgm:presLayoutVars>
          <dgm:chPref val="3"/>
        </dgm:presLayoutVars>
      </dgm:prSet>
      <dgm:spPr/>
    </dgm:pt>
    <dgm:pt modelId="{D91D4D10-A5E4-4AA3-AAC4-DEC3847B7361}" type="pres">
      <dgm:prSet presAssocID="{74033F4D-6988-4BCD-AA13-54BB63B51BB0}" presName="txFour" presStyleLbl="node4" presStyleIdx="3" presStyleCnt="5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62AE946-0ACE-4061-BB61-D63F60EB785C}" type="pres">
      <dgm:prSet presAssocID="{74033F4D-6988-4BCD-AA13-54BB63B51BB0}" presName="horzFour" presStyleCnt="0"/>
      <dgm:spPr/>
    </dgm:pt>
    <dgm:pt modelId="{27A5CB6B-A86E-45FB-A23B-A83B064ED5A8}" type="pres">
      <dgm:prSet presAssocID="{3F249C58-B74A-4F20-A521-E095F05DECE9}" presName="sibSpaceFour" presStyleCnt="0"/>
      <dgm:spPr/>
    </dgm:pt>
    <dgm:pt modelId="{117E3C16-3E60-421A-98DC-A31312D1A2E2}" type="pres">
      <dgm:prSet presAssocID="{A3D0D3EE-3F00-4954-9731-9D64518FCBF5}" presName="vertFour" presStyleCnt="0">
        <dgm:presLayoutVars>
          <dgm:chPref val="3"/>
        </dgm:presLayoutVars>
      </dgm:prSet>
      <dgm:spPr/>
    </dgm:pt>
    <dgm:pt modelId="{42A1DC99-6F11-49C5-81FC-8CA60C261AB7}" type="pres">
      <dgm:prSet presAssocID="{A3D0D3EE-3F00-4954-9731-9D64518FCBF5}" presName="txFour" presStyleLbl="node4" presStyleIdx="4" presStyleCnt="5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ACEE4B7-333B-4F2D-92E6-E71D48DF0856}" type="pres">
      <dgm:prSet presAssocID="{A3D0D3EE-3F00-4954-9731-9D64518FCBF5}" presName="horzFour" presStyleCnt="0"/>
      <dgm:spPr/>
    </dgm:pt>
  </dgm:ptLst>
  <dgm:cxnLst>
    <dgm:cxn modelId="{C14A198C-4ADC-4E85-9EA5-11AD2A53BD45}" type="presOf" srcId="{905F29C7-0C5A-46C1-B075-84BE3014EFB7}" destId="{2657A8E2-7031-42AA-84FA-EA2721063D60}" srcOrd="0" destOrd="0" presId="urn:microsoft.com/office/officeart/2005/8/layout/hierarchy4"/>
    <dgm:cxn modelId="{CAACFC9E-C4CA-4AC9-A521-261EEFEB879F}" srcId="{D41BE476-82AF-4CCC-8FB7-8BEC7F608691}" destId="{E4ED845E-5080-4110-8CBD-43B9510DF07A}" srcOrd="0" destOrd="0" parTransId="{C8DD1380-9C0B-489C-9AE0-926F2ADDA168}" sibTransId="{819EE9E6-71CB-4785-A272-9262BC140CC4}"/>
    <dgm:cxn modelId="{7DBD4197-1EC1-4481-A1D5-1948FA2C5CB0}" type="presOf" srcId="{D41BE476-82AF-4CCC-8FB7-8BEC7F608691}" destId="{923F7B9A-0B3F-44C9-8A45-38D20E7C46F3}" srcOrd="0" destOrd="0" presId="urn:microsoft.com/office/officeart/2005/8/layout/hierarchy4"/>
    <dgm:cxn modelId="{12DC9D64-E3F5-42DD-BFFD-331AFC1D776D}" srcId="{905F29C7-0C5A-46C1-B075-84BE3014EFB7}" destId="{74033F4D-6988-4BCD-AA13-54BB63B51BB0}" srcOrd="0" destOrd="0" parTransId="{CF7D987D-21A0-460C-B443-6281638E6999}" sibTransId="{3F249C58-B74A-4F20-A521-E095F05DECE9}"/>
    <dgm:cxn modelId="{5D81A3F8-3E20-49A7-A57F-4D6F4CF6F3D1}" srcId="{E4ED845E-5080-4110-8CBD-43B9510DF07A}" destId="{374AC3A5-3CB0-45B6-939F-B4A23CA76049}" srcOrd="2" destOrd="0" parTransId="{23E505CF-080B-4164-B38E-3197F528EA93}" sibTransId="{3391CB52-D39A-4A14-BB99-1DF5C140851F}"/>
    <dgm:cxn modelId="{85C75CEF-B1A4-4F14-944C-B6219074BFCF}" type="presOf" srcId="{A3D0D3EE-3F00-4954-9731-9D64518FCBF5}" destId="{42A1DC99-6F11-49C5-81FC-8CA60C261AB7}" srcOrd="0" destOrd="0" presId="urn:microsoft.com/office/officeart/2005/8/layout/hierarchy4"/>
    <dgm:cxn modelId="{F01F9EF7-C944-4E72-A41B-A1570C548E7E}" srcId="{905F29C7-0C5A-46C1-B075-84BE3014EFB7}" destId="{A3D0D3EE-3F00-4954-9731-9D64518FCBF5}" srcOrd="1" destOrd="0" parTransId="{FD92F633-60EC-472D-88CB-EAB5A5BCCB90}" sibTransId="{2C158386-6C2C-4E98-B4B9-59F3F77F022C}"/>
    <dgm:cxn modelId="{AABEADD9-2C62-4EE2-9407-A16EC65D5AA7}" type="presOf" srcId="{062CE4B4-CAB2-4BE8-AB51-473C07CB802E}" destId="{A7E089B1-63B7-4E73-8DB9-D7BED34C943D}" srcOrd="0" destOrd="0" presId="urn:microsoft.com/office/officeart/2005/8/layout/hierarchy4"/>
    <dgm:cxn modelId="{BF71FDF6-07AD-4DB2-B0C4-49E87C872D10}" type="presOf" srcId="{497D6624-A361-4C30-98BE-152104537185}" destId="{E8B5124C-EA03-4B49-8C63-51291EB3FF77}" srcOrd="0" destOrd="0" presId="urn:microsoft.com/office/officeart/2005/8/layout/hierarchy4"/>
    <dgm:cxn modelId="{1FEDF492-75EE-4E9D-BE17-DD248A3EF5A9}" type="presOf" srcId="{AB1D5185-0895-4705-A0C8-7C572ABEC06C}" destId="{ECCBFF38-91E3-4330-B2F9-EB96E2092EBB}" srcOrd="0" destOrd="0" presId="urn:microsoft.com/office/officeart/2005/8/layout/hierarchy4"/>
    <dgm:cxn modelId="{0F052E3B-F53E-497D-8A4F-6C9D65A948B0}" type="presOf" srcId="{3F405F88-8FCE-4648-8183-6305683483A5}" destId="{7CAD757C-BB52-487D-8EB3-180890C7EF5F}" srcOrd="0" destOrd="0" presId="urn:microsoft.com/office/officeart/2005/8/layout/hierarchy4"/>
    <dgm:cxn modelId="{27D91D16-ACC6-44CF-8D55-DC54F8669FAE}" srcId="{497D6624-A361-4C30-98BE-152104537185}" destId="{D41BE476-82AF-4CCC-8FB7-8BEC7F608691}" srcOrd="0" destOrd="0" parTransId="{1A2D3431-E96C-4576-84C4-37AEA5CCA8E9}" sibTransId="{33147A08-83E0-40C1-88BD-48F98E002861}"/>
    <dgm:cxn modelId="{D0A86C5C-5970-4610-A39C-AB1551917B2A}" type="presOf" srcId="{E4ED845E-5080-4110-8CBD-43B9510DF07A}" destId="{5F9E14ED-63DF-4C41-86DA-408AD927D817}" srcOrd="0" destOrd="0" presId="urn:microsoft.com/office/officeart/2005/8/layout/hierarchy4"/>
    <dgm:cxn modelId="{DB3AEFCB-EFED-4429-BF49-7269ED7156BE}" type="presOf" srcId="{374AC3A5-3CB0-45B6-939F-B4A23CA76049}" destId="{A1D0966A-FF89-4121-BC59-FF6B7A111DA1}" srcOrd="0" destOrd="0" presId="urn:microsoft.com/office/officeart/2005/8/layout/hierarchy4"/>
    <dgm:cxn modelId="{8D23AC92-E663-4796-B925-E3B8B69DFED7}" srcId="{E4ED845E-5080-4110-8CBD-43B9510DF07A}" destId="{3F405F88-8FCE-4648-8183-6305683483A5}" srcOrd="1" destOrd="0" parTransId="{68FDE9D8-4466-4136-939C-3529D4666D9C}" sibTransId="{03CFF5AC-E8F8-4D35-86FB-922304059AB2}"/>
    <dgm:cxn modelId="{C0B6D4B5-FECB-4CFB-B381-C30B71B05971}" srcId="{D41BE476-82AF-4CCC-8FB7-8BEC7F608691}" destId="{905F29C7-0C5A-46C1-B075-84BE3014EFB7}" srcOrd="1" destOrd="0" parTransId="{439602E2-EFA4-4F41-BA50-F0ED3CD2C6BE}" sibTransId="{56930FC1-473F-430B-91DE-4AC9A2891C9D}"/>
    <dgm:cxn modelId="{8084D233-E073-4B43-9025-F149BC536E6E}" srcId="{E4ED845E-5080-4110-8CBD-43B9510DF07A}" destId="{062CE4B4-CAB2-4BE8-AB51-473C07CB802E}" srcOrd="0" destOrd="0" parTransId="{2674A66D-0A06-4BE7-8535-BD97EB2D1389}" sibTransId="{B9ABE371-DF6D-46BB-B96E-A551BE57298E}"/>
    <dgm:cxn modelId="{DFC271B7-2186-4EB4-B162-4E52B7492EB8}" srcId="{AB1D5185-0895-4705-A0C8-7C572ABEC06C}" destId="{497D6624-A361-4C30-98BE-152104537185}" srcOrd="0" destOrd="0" parTransId="{A63775C8-EACA-4997-A4B5-71AF1DCD8F5F}" sibTransId="{1004D61D-DBEA-4EDC-8AFE-55E36C04D688}"/>
    <dgm:cxn modelId="{919BC9EA-BCFF-44C1-BDAE-AFB8B6D73C78}" type="presOf" srcId="{74033F4D-6988-4BCD-AA13-54BB63B51BB0}" destId="{D91D4D10-A5E4-4AA3-AAC4-DEC3847B7361}" srcOrd="0" destOrd="0" presId="urn:microsoft.com/office/officeart/2005/8/layout/hierarchy4"/>
    <dgm:cxn modelId="{DF073469-FDFE-414A-A8C6-8D14F8185497}" type="presParOf" srcId="{ECCBFF38-91E3-4330-B2F9-EB96E2092EBB}" destId="{908A9668-F86F-45FA-A0E3-1B6A6396527A}" srcOrd="0" destOrd="0" presId="urn:microsoft.com/office/officeart/2005/8/layout/hierarchy4"/>
    <dgm:cxn modelId="{2EB06CF6-574F-4838-83E8-4C52E5B25816}" type="presParOf" srcId="{908A9668-F86F-45FA-A0E3-1B6A6396527A}" destId="{E8B5124C-EA03-4B49-8C63-51291EB3FF77}" srcOrd="0" destOrd="0" presId="urn:microsoft.com/office/officeart/2005/8/layout/hierarchy4"/>
    <dgm:cxn modelId="{8371E71A-FF42-4ECF-AE18-0D9CBDBCCDA1}" type="presParOf" srcId="{908A9668-F86F-45FA-A0E3-1B6A6396527A}" destId="{77081E6D-475C-4016-A71C-6051A71426A5}" srcOrd="1" destOrd="0" presId="urn:microsoft.com/office/officeart/2005/8/layout/hierarchy4"/>
    <dgm:cxn modelId="{E70F4FE5-C28D-42B6-918E-94E761C0E381}" type="presParOf" srcId="{908A9668-F86F-45FA-A0E3-1B6A6396527A}" destId="{1ADE8AFD-030B-48FA-86AF-1470503572BE}" srcOrd="2" destOrd="0" presId="urn:microsoft.com/office/officeart/2005/8/layout/hierarchy4"/>
    <dgm:cxn modelId="{8EC51651-4C80-45F6-99FF-886986EB55A3}" type="presParOf" srcId="{1ADE8AFD-030B-48FA-86AF-1470503572BE}" destId="{6FB0EF0D-1C59-4F29-BCDD-571796DA6738}" srcOrd="0" destOrd="0" presId="urn:microsoft.com/office/officeart/2005/8/layout/hierarchy4"/>
    <dgm:cxn modelId="{960B0A94-AA08-4A36-9C78-44EC0FB2F615}" type="presParOf" srcId="{6FB0EF0D-1C59-4F29-BCDD-571796DA6738}" destId="{923F7B9A-0B3F-44C9-8A45-38D20E7C46F3}" srcOrd="0" destOrd="0" presId="urn:microsoft.com/office/officeart/2005/8/layout/hierarchy4"/>
    <dgm:cxn modelId="{73FCC66B-0F41-4658-9AB5-BD642D16E3F0}" type="presParOf" srcId="{6FB0EF0D-1C59-4F29-BCDD-571796DA6738}" destId="{7CB1CD01-3966-4E8B-9296-A705F233E2B2}" srcOrd="1" destOrd="0" presId="urn:microsoft.com/office/officeart/2005/8/layout/hierarchy4"/>
    <dgm:cxn modelId="{1BCAFF6E-04E3-4F58-9AAC-3C9C7A68FB93}" type="presParOf" srcId="{6FB0EF0D-1C59-4F29-BCDD-571796DA6738}" destId="{79AF527E-3F06-4243-AC76-CA86D31FC81D}" srcOrd="2" destOrd="0" presId="urn:microsoft.com/office/officeart/2005/8/layout/hierarchy4"/>
    <dgm:cxn modelId="{5BD05108-9447-45A8-A901-679993E7AF45}" type="presParOf" srcId="{79AF527E-3F06-4243-AC76-CA86D31FC81D}" destId="{B86DF9C6-9248-4E99-9C4F-2F14A9BD960F}" srcOrd="0" destOrd="0" presId="urn:microsoft.com/office/officeart/2005/8/layout/hierarchy4"/>
    <dgm:cxn modelId="{52A4E404-F026-4677-B23A-B4B144C05D68}" type="presParOf" srcId="{B86DF9C6-9248-4E99-9C4F-2F14A9BD960F}" destId="{5F9E14ED-63DF-4C41-86DA-408AD927D817}" srcOrd="0" destOrd="0" presId="urn:microsoft.com/office/officeart/2005/8/layout/hierarchy4"/>
    <dgm:cxn modelId="{A4105E5B-8395-47E3-BFAD-FFC42B7A3B1E}" type="presParOf" srcId="{B86DF9C6-9248-4E99-9C4F-2F14A9BD960F}" destId="{FB507ECD-4D62-4E3E-8FA0-790F8197E3A5}" srcOrd="1" destOrd="0" presId="urn:microsoft.com/office/officeart/2005/8/layout/hierarchy4"/>
    <dgm:cxn modelId="{F1341ABA-C83E-4C41-9EFE-9314629C3E8E}" type="presParOf" srcId="{B86DF9C6-9248-4E99-9C4F-2F14A9BD960F}" destId="{5438CC15-4989-46B1-9702-340FD1C5C507}" srcOrd="2" destOrd="0" presId="urn:microsoft.com/office/officeart/2005/8/layout/hierarchy4"/>
    <dgm:cxn modelId="{D01C1AC6-1125-41C5-80CC-603AB5BD5121}" type="presParOf" srcId="{5438CC15-4989-46B1-9702-340FD1C5C507}" destId="{8B679B9E-B5AA-4B28-A897-CDB0F0D0241D}" srcOrd="0" destOrd="0" presId="urn:microsoft.com/office/officeart/2005/8/layout/hierarchy4"/>
    <dgm:cxn modelId="{5F408A3A-6F7A-4661-AA34-C62A67A1D7D6}" type="presParOf" srcId="{8B679B9E-B5AA-4B28-A897-CDB0F0D0241D}" destId="{A7E089B1-63B7-4E73-8DB9-D7BED34C943D}" srcOrd="0" destOrd="0" presId="urn:microsoft.com/office/officeart/2005/8/layout/hierarchy4"/>
    <dgm:cxn modelId="{D4AE8822-5761-4801-9E02-97920D14C6B2}" type="presParOf" srcId="{8B679B9E-B5AA-4B28-A897-CDB0F0D0241D}" destId="{CAD75E59-568B-4CFA-8699-6565E9F37CF7}" srcOrd="1" destOrd="0" presId="urn:microsoft.com/office/officeart/2005/8/layout/hierarchy4"/>
    <dgm:cxn modelId="{D9E1DD84-CBF0-4BC4-A031-832A7D13EA68}" type="presParOf" srcId="{5438CC15-4989-46B1-9702-340FD1C5C507}" destId="{70F0A271-FA35-4C3F-8D52-A5564C1E5F20}" srcOrd="1" destOrd="0" presId="urn:microsoft.com/office/officeart/2005/8/layout/hierarchy4"/>
    <dgm:cxn modelId="{FE9272CC-E978-4094-AE0B-0759FC47C36F}" type="presParOf" srcId="{5438CC15-4989-46B1-9702-340FD1C5C507}" destId="{89276C2F-A369-4C6B-92F3-81F3539B0982}" srcOrd="2" destOrd="0" presId="urn:microsoft.com/office/officeart/2005/8/layout/hierarchy4"/>
    <dgm:cxn modelId="{2B18AC2B-4C7E-437B-8749-DFBCF09C5FC7}" type="presParOf" srcId="{89276C2F-A369-4C6B-92F3-81F3539B0982}" destId="{7CAD757C-BB52-487D-8EB3-180890C7EF5F}" srcOrd="0" destOrd="0" presId="urn:microsoft.com/office/officeart/2005/8/layout/hierarchy4"/>
    <dgm:cxn modelId="{D3403C74-F4C7-4888-B170-F41BEF046A42}" type="presParOf" srcId="{89276C2F-A369-4C6B-92F3-81F3539B0982}" destId="{E37B6C31-4846-44F3-ACCC-797083CCDF0B}" srcOrd="1" destOrd="0" presId="urn:microsoft.com/office/officeart/2005/8/layout/hierarchy4"/>
    <dgm:cxn modelId="{BF9F022B-D88A-403B-AF70-6D9A57AB704F}" type="presParOf" srcId="{5438CC15-4989-46B1-9702-340FD1C5C507}" destId="{7F9B8215-C1AF-4633-A500-C375D3FB5E0A}" srcOrd="3" destOrd="0" presId="urn:microsoft.com/office/officeart/2005/8/layout/hierarchy4"/>
    <dgm:cxn modelId="{7FD1E4F7-C0B2-4B24-885C-51E86FAE2B9E}" type="presParOf" srcId="{5438CC15-4989-46B1-9702-340FD1C5C507}" destId="{13C22253-0364-49E5-BE38-395EC72D6EEB}" srcOrd="4" destOrd="0" presId="urn:microsoft.com/office/officeart/2005/8/layout/hierarchy4"/>
    <dgm:cxn modelId="{FD1B5408-9DB6-48F0-93AC-0AC33266C09C}" type="presParOf" srcId="{13C22253-0364-49E5-BE38-395EC72D6EEB}" destId="{A1D0966A-FF89-4121-BC59-FF6B7A111DA1}" srcOrd="0" destOrd="0" presId="urn:microsoft.com/office/officeart/2005/8/layout/hierarchy4"/>
    <dgm:cxn modelId="{2536AC81-98B9-4787-BE78-D9A51BABC067}" type="presParOf" srcId="{13C22253-0364-49E5-BE38-395EC72D6EEB}" destId="{6BC1EE38-F5C7-4EF6-97E8-B9F097BACAB7}" srcOrd="1" destOrd="0" presId="urn:microsoft.com/office/officeart/2005/8/layout/hierarchy4"/>
    <dgm:cxn modelId="{EF18C3A4-EB7F-4ACF-A8DB-BDE7A39A33F7}" type="presParOf" srcId="{79AF527E-3F06-4243-AC76-CA86D31FC81D}" destId="{65CE7DEA-2041-47D7-881E-C2079D7B7C45}" srcOrd="1" destOrd="0" presId="urn:microsoft.com/office/officeart/2005/8/layout/hierarchy4"/>
    <dgm:cxn modelId="{C1B58369-2D7D-4020-A649-50BB26B6E7BB}" type="presParOf" srcId="{79AF527E-3F06-4243-AC76-CA86D31FC81D}" destId="{8986AAA0-34F4-4F8A-A5C2-9BC758DAED1F}" srcOrd="2" destOrd="0" presId="urn:microsoft.com/office/officeart/2005/8/layout/hierarchy4"/>
    <dgm:cxn modelId="{12BD66F5-AF19-4498-A990-CA7C126D1509}" type="presParOf" srcId="{8986AAA0-34F4-4F8A-A5C2-9BC758DAED1F}" destId="{2657A8E2-7031-42AA-84FA-EA2721063D60}" srcOrd="0" destOrd="0" presId="urn:microsoft.com/office/officeart/2005/8/layout/hierarchy4"/>
    <dgm:cxn modelId="{08466915-D74D-44A1-83E5-205C0CC6A3A6}" type="presParOf" srcId="{8986AAA0-34F4-4F8A-A5C2-9BC758DAED1F}" destId="{DBEFD531-ABE2-402C-AEA0-F676FE01CDC9}" srcOrd="1" destOrd="0" presId="urn:microsoft.com/office/officeart/2005/8/layout/hierarchy4"/>
    <dgm:cxn modelId="{8D3E3BB2-3CE5-4B48-BBD2-8DE8A4A0D382}" type="presParOf" srcId="{8986AAA0-34F4-4F8A-A5C2-9BC758DAED1F}" destId="{34A583E2-B641-455E-AC0E-A06C299EE9FB}" srcOrd="2" destOrd="0" presId="urn:microsoft.com/office/officeart/2005/8/layout/hierarchy4"/>
    <dgm:cxn modelId="{355001EE-17AC-4F19-ACCF-3EA2DC8F6D88}" type="presParOf" srcId="{34A583E2-B641-455E-AC0E-A06C299EE9FB}" destId="{26799474-D9C6-46F7-B262-0A74A086C1F0}" srcOrd="0" destOrd="0" presId="urn:microsoft.com/office/officeart/2005/8/layout/hierarchy4"/>
    <dgm:cxn modelId="{16C47F50-E7B5-414E-A5EF-518F17EF9DE7}" type="presParOf" srcId="{26799474-D9C6-46F7-B262-0A74A086C1F0}" destId="{D91D4D10-A5E4-4AA3-AAC4-DEC3847B7361}" srcOrd="0" destOrd="0" presId="urn:microsoft.com/office/officeart/2005/8/layout/hierarchy4"/>
    <dgm:cxn modelId="{AFF8F71A-29EA-41CC-826B-2447D58B7305}" type="presParOf" srcId="{26799474-D9C6-46F7-B262-0A74A086C1F0}" destId="{262AE946-0ACE-4061-BB61-D63F60EB785C}" srcOrd="1" destOrd="0" presId="urn:microsoft.com/office/officeart/2005/8/layout/hierarchy4"/>
    <dgm:cxn modelId="{04C72CF1-895B-40F6-8CF1-D2E23403D575}" type="presParOf" srcId="{34A583E2-B641-455E-AC0E-A06C299EE9FB}" destId="{27A5CB6B-A86E-45FB-A23B-A83B064ED5A8}" srcOrd="1" destOrd="0" presId="urn:microsoft.com/office/officeart/2005/8/layout/hierarchy4"/>
    <dgm:cxn modelId="{EA2798D1-BA7D-425C-B02E-CABBEA69C023}" type="presParOf" srcId="{34A583E2-B641-455E-AC0E-A06C299EE9FB}" destId="{117E3C16-3E60-421A-98DC-A31312D1A2E2}" srcOrd="2" destOrd="0" presId="urn:microsoft.com/office/officeart/2005/8/layout/hierarchy4"/>
    <dgm:cxn modelId="{6D4947A2-63ED-41A6-BA78-06FA88DAC8D4}" type="presParOf" srcId="{117E3C16-3E60-421A-98DC-A31312D1A2E2}" destId="{42A1DC99-6F11-49C5-81FC-8CA60C261AB7}" srcOrd="0" destOrd="0" presId="urn:microsoft.com/office/officeart/2005/8/layout/hierarchy4"/>
    <dgm:cxn modelId="{132D8C77-90D5-4AA6-8FC5-DB35E30C01A1}" type="presParOf" srcId="{117E3C16-3E60-421A-98DC-A31312D1A2E2}" destId="{EACEE4B7-333B-4F2D-92E6-E71D48DF0856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13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B51DE150-AED4-4BAF-B130-0640192156B7}" type="doc">
      <dgm:prSet loTypeId="urn:microsoft.com/office/officeart/2005/8/layout/hProcess9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pPr latinLnBrk="1"/>
          <a:endParaRPr lang="ko-KR" altLang="en-US"/>
        </a:p>
      </dgm:t>
    </dgm:pt>
    <dgm:pt modelId="{E891E529-4295-42F2-B1D1-CD7EEE76972B}">
      <dgm:prSet custT="1"/>
      <dgm:spPr/>
      <dgm:t>
        <a:bodyPr/>
        <a:lstStyle/>
        <a:p>
          <a:pPr latinLnBrk="0"/>
          <a:r>
            <a:rPr lang="ko-KR" altLang="en-US" sz="1800" dirty="0" smtClean="0">
              <a:effectLst/>
            </a:rPr>
            <a:t>기술 수준의 우수성</a:t>
          </a:r>
          <a:endParaRPr lang="ko-KR" altLang="en-US" sz="1800" dirty="0">
            <a:effectLst/>
          </a:endParaRPr>
        </a:p>
      </dgm:t>
    </dgm:pt>
    <dgm:pt modelId="{E880F9A1-92B0-489A-982F-9916F3A65E2A}" type="parTrans" cxnId="{637DD39A-5B6E-407B-A690-7D4076F623A0}">
      <dgm:prSet/>
      <dgm:spPr/>
      <dgm:t>
        <a:bodyPr/>
        <a:lstStyle/>
        <a:p>
          <a:pPr latinLnBrk="1"/>
          <a:endParaRPr lang="ko-KR" altLang="en-US"/>
        </a:p>
      </dgm:t>
    </dgm:pt>
    <dgm:pt modelId="{45AE3173-C066-45EB-9921-8410E01EEC85}" type="sibTrans" cxnId="{637DD39A-5B6E-407B-A690-7D4076F623A0}">
      <dgm:prSet/>
      <dgm:spPr/>
      <dgm:t>
        <a:bodyPr/>
        <a:lstStyle/>
        <a:p>
          <a:pPr latinLnBrk="1"/>
          <a:endParaRPr lang="ko-KR" altLang="en-US"/>
        </a:p>
      </dgm:t>
    </dgm:pt>
    <dgm:pt modelId="{50BCD2A5-6B10-4270-9C4E-579620F091C9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공동연구기관 요구사항 및 검토 의견 반영</a:t>
          </a:r>
          <a:endParaRPr lang="ko-KR" altLang="en-US" sz="1400" dirty="0">
            <a:effectLst/>
          </a:endParaRPr>
        </a:p>
      </dgm:t>
    </dgm:pt>
    <dgm:pt modelId="{2C4E3AF9-F56A-4C9C-B131-9BCF66FB5C5C}" type="parTrans" cxnId="{79AD2319-ED52-43B5-8EEE-21E045331B8D}">
      <dgm:prSet/>
      <dgm:spPr/>
      <dgm:t>
        <a:bodyPr/>
        <a:lstStyle/>
        <a:p>
          <a:pPr latinLnBrk="1"/>
          <a:endParaRPr lang="ko-KR" altLang="en-US"/>
        </a:p>
      </dgm:t>
    </dgm:pt>
    <dgm:pt modelId="{1465AE26-F80D-4E7E-8718-88684F076F44}" type="sibTrans" cxnId="{79AD2319-ED52-43B5-8EEE-21E045331B8D}">
      <dgm:prSet/>
      <dgm:spPr/>
      <dgm:t>
        <a:bodyPr/>
        <a:lstStyle/>
        <a:p>
          <a:pPr latinLnBrk="1"/>
          <a:endParaRPr lang="ko-KR" altLang="en-US"/>
        </a:p>
      </dgm:t>
    </dgm:pt>
    <dgm:pt modelId="{14D77527-FA64-4A8D-A44E-6C02D31F4667}">
      <dgm:prSet custT="1"/>
      <dgm:spPr/>
      <dgm:t>
        <a:bodyPr/>
        <a:lstStyle/>
        <a:p>
          <a:pPr latinLnBrk="0"/>
          <a:r>
            <a:rPr lang="ko-KR" altLang="en-US" sz="1800" dirty="0" smtClean="0">
              <a:effectLst/>
            </a:rPr>
            <a:t>기타 파급 효과</a:t>
          </a:r>
          <a:endParaRPr lang="ko-KR" altLang="en-US" sz="1800" dirty="0">
            <a:effectLst/>
          </a:endParaRPr>
        </a:p>
      </dgm:t>
    </dgm:pt>
    <dgm:pt modelId="{E352351A-748B-4EC9-A07F-6070A896BB7F}" type="parTrans" cxnId="{348F6779-3465-4369-8370-242ED7E91C20}">
      <dgm:prSet/>
      <dgm:spPr/>
      <dgm:t>
        <a:bodyPr/>
        <a:lstStyle/>
        <a:p>
          <a:pPr latinLnBrk="1"/>
          <a:endParaRPr lang="ko-KR" altLang="en-US"/>
        </a:p>
      </dgm:t>
    </dgm:pt>
    <dgm:pt modelId="{05C01BF2-1D8C-4E9F-A646-9164D14EF88D}" type="sibTrans" cxnId="{348F6779-3465-4369-8370-242ED7E91C20}">
      <dgm:prSet/>
      <dgm:spPr/>
      <dgm:t>
        <a:bodyPr/>
        <a:lstStyle/>
        <a:p>
          <a:pPr latinLnBrk="1"/>
          <a:endParaRPr lang="ko-KR" altLang="en-US"/>
        </a:p>
      </dgm:t>
    </dgm:pt>
    <dgm:pt modelId="{844325F7-8C37-4E50-83F2-20EEF0C09DD5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기존 </a:t>
          </a:r>
          <a:r>
            <a:rPr lang="en-US" altLang="en-US" sz="1400" dirty="0" smtClean="0">
              <a:effectLst/>
            </a:rPr>
            <a:t>Music2.0 </a:t>
          </a:r>
          <a:r>
            <a:rPr lang="ko-KR" altLang="en-US" sz="1400" dirty="0" smtClean="0">
              <a:effectLst/>
            </a:rPr>
            <a:t>플레이어와 호환</a:t>
          </a:r>
        </a:p>
      </dgm:t>
    </dgm:pt>
    <dgm:pt modelId="{66223C4F-1A71-41E0-9EB5-EADE394B1733}" type="parTrans" cxnId="{A0F0CC45-4E5B-4D96-B500-27167489EA7D}">
      <dgm:prSet/>
      <dgm:spPr/>
      <dgm:t>
        <a:bodyPr/>
        <a:lstStyle/>
        <a:p>
          <a:pPr latinLnBrk="1"/>
          <a:endParaRPr lang="ko-KR" altLang="en-US"/>
        </a:p>
      </dgm:t>
    </dgm:pt>
    <dgm:pt modelId="{4DD084C9-8D4F-4EA1-8377-A2B36C072637}" type="sibTrans" cxnId="{A0F0CC45-4E5B-4D96-B500-27167489EA7D}">
      <dgm:prSet/>
      <dgm:spPr/>
      <dgm:t>
        <a:bodyPr/>
        <a:lstStyle/>
        <a:p>
          <a:pPr latinLnBrk="1"/>
          <a:endParaRPr lang="ko-KR" altLang="en-US"/>
        </a:p>
      </dgm:t>
    </dgm:pt>
    <dgm:pt modelId="{88FEA66B-C102-4CDE-8776-AC122833FE7F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이용자 창조형 음악 콘텐츠 서비스를 제공하는 신개념의 음악 플레이어 구현</a:t>
          </a:r>
        </a:p>
      </dgm:t>
    </dgm:pt>
    <dgm:pt modelId="{35ACCDED-4AFB-435C-A849-08CEB7D6C8B7}" type="parTrans" cxnId="{57F1DFF2-B00C-420C-8AD3-9C78AFE423CD}">
      <dgm:prSet/>
      <dgm:spPr/>
      <dgm:t>
        <a:bodyPr/>
        <a:lstStyle/>
        <a:p>
          <a:pPr latinLnBrk="1"/>
          <a:endParaRPr lang="ko-KR" altLang="en-US"/>
        </a:p>
      </dgm:t>
    </dgm:pt>
    <dgm:pt modelId="{FCF58F4A-4A78-4648-9650-4D59E9290F1E}" type="sibTrans" cxnId="{57F1DFF2-B00C-420C-8AD3-9C78AFE423CD}">
      <dgm:prSet/>
      <dgm:spPr/>
      <dgm:t>
        <a:bodyPr/>
        <a:lstStyle/>
        <a:p>
          <a:pPr latinLnBrk="1"/>
          <a:endParaRPr lang="ko-KR" altLang="en-US"/>
        </a:p>
      </dgm:t>
    </dgm:pt>
    <dgm:pt modelId="{FFD08FB5-CCC0-41BE-8599-38D158BDB211}">
      <dgm:prSet custT="1"/>
      <dgm:spPr/>
      <dgm:t>
        <a:bodyPr/>
        <a:lstStyle/>
        <a:p>
          <a:pPr latinLnBrk="0"/>
          <a:r>
            <a:rPr lang="ko-KR" altLang="en-US" sz="1800" dirty="0" err="1" smtClean="0">
              <a:effectLst/>
            </a:rPr>
            <a:t>콘텐츠</a:t>
          </a:r>
          <a:r>
            <a:rPr lang="ko-KR" altLang="en-US" sz="1800" dirty="0" smtClean="0">
              <a:effectLst/>
            </a:rPr>
            <a:t> 산업에의 </a:t>
          </a:r>
          <a:r>
            <a:rPr lang="ko-KR" altLang="en-US" sz="1800" dirty="0" err="1" smtClean="0">
              <a:effectLst/>
            </a:rPr>
            <a:t>활용성</a:t>
          </a:r>
          <a:endParaRPr lang="ko-KR" altLang="en-US" sz="1800" dirty="0" smtClean="0">
            <a:effectLst/>
          </a:endParaRPr>
        </a:p>
      </dgm:t>
    </dgm:pt>
    <dgm:pt modelId="{83B77B8F-8142-4DDB-BD1C-79B0620C1B0D}" type="parTrans" cxnId="{CA10BC06-93CA-4171-8F7E-81FDD7D0768E}">
      <dgm:prSet/>
      <dgm:spPr/>
      <dgm:t>
        <a:bodyPr/>
        <a:lstStyle/>
        <a:p>
          <a:pPr latinLnBrk="1"/>
          <a:endParaRPr lang="ko-KR" altLang="en-US"/>
        </a:p>
      </dgm:t>
    </dgm:pt>
    <dgm:pt modelId="{E48AB1E9-F69E-4D50-92FA-8321FA8D9837}" type="sibTrans" cxnId="{CA10BC06-93CA-4171-8F7E-81FDD7D0768E}">
      <dgm:prSet/>
      <dgm:spPr/>
      <dgm:t>
        <a:bodyPr/>
        <a:lstStyle/>
        <a:p>
          <a:pPr latinLnBrk="1"/>
          <a:endParaRPr lang="ko-KR" altLang="en-US"/>
        </a:p>
      </dgm:t>
    </dgm:pt>
    <dgm:pt modelId="{875AE28F-9A6B-49ED-9965-BFC141C2DBCC}">
      <dgm:prSet custT="1"/>
      <dgm:spPr/>
      <dgm:t>
        <a:bodyPr/>
        <a:lstStyle/>
        <a:p>
          <a:pPr latinLnBrk="0"/>
          <a:r>
            <a:rPr lang="ko-KR" altLang="en-US" sz="1600" dirty="0" smtClean="0">
              <a:effectLst/>
            </a:rPr>
            <a:t>콘텐츠 산업의 유통 혁신</a:t>
          </a:r>
        </a:p>
      </dgm:t>
    </dgm:pt>
    <dgm:pt modelId="{1D41BBC7-01AC-4E6B-ABED-D7250B8F09C3}" type="parTrans" cxnId="{C5DADD8F-6223-4BCC-91FA-5CE14916FFF2}">
      <dgm:prSet/>
      <dgm:spPr/>
      <dgm:t>
        <a:bodyPr/>
        <a:lstStyle/>
        <a:p>
          <a:pPr latinLnBrk="1"/>
          <a:endParaRPr lang="ko-KR" altLang="en-US"/>
        </a:p>
      </dgm:t>
    </dgm:pt>
    <dgm:pt modelId="{47650722-0FF5-40F6-883B-1DF2E26A1C73}" type="sibTrans" cxnId="{C5DADD8F-6223-4BCC-91FA-5CE14916FFF2}">
      <dgm:prSet/>
      <dgm:spPr/>
      <dgm:t>
        <a:bodyPr/>
        <a:lstStyle/>
        <a:p>
          <a:pPr latinLnBrk="1"/>
          <a:endParaRPr lang="ko-KR" altLang="en-US"/>
        </a:p>
      </dgm:t>
    </dgm:pt>
    <dgm:pt modelId="{61295F2E-2311-4C5D-A4CE-D21A0B94B020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분위기 제어 기능을 통해 이용자 참여 확대</a:t>
          </a:r>
        </a:p>
      </dgm:t>
    </dgm:pt>
    <dgm:pt modelId="{CA267A7C-085B-452D-A29A-4EA96230AD5C}" type="parTrans" cxnId="{142168E1-1DB8-46ED-B0F8-AFACBCD991DF}">
      <dgm:prSet/>
      <dgm:spPr/>
      <dgm:t>
        <a:bodyPr/>
        <a:lstStyle/>
        <a:p>
          <a:pPr latinLnBrk="1"/>
          <a:endParaRPr lang="ko-KR" altLang="en-US"/>
        </a:p>
      </dgm:t>
    </dgm:pt>
    <dgm:pt modelId="{B19AEBED-8A71-44F8-AC77-A7EFE16CB784}" type="sibTrans" cxnId="{142168E1-1DB8-46ED-B0F8-AFACBCD991DF}">
      <dgm:prSet/>
      <dgm:spPr/>
      <dgm:t>
        <a:bodyPr/>
        <a:lstStyle/>
        <a:p>
          <a:pPr latinLnBrk="1"/>
          <a:endParaRPr lang="ko-KR" altLang="en-US"/>
        </a:p>
      </dgm:t>
    </dgm:pt>
    <dgm:pt modelId="{B5C4E69B-C7C3-4F82-90F3-2B9FA9CDACD9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트랙 추가</a:t>
          </a:r>
          <a:r>
            <a:rPr lang="en-US" altLang="en-US" sz="1400" dirty="0" smtClean="0">
              <a:effectLst/>
            </a:rPr>
            <a:t>/</a:t>
          </a:r>
          <a:r>
            <a:rPr lang="ko-KR" altLang="en-US" sz="1400" dirty="0" smtClean="0">
              <a:effectLst/>
            </a:rPr>
            <a:t>변경 기능을 통해 이용자 참여 확대</a:t>
          </a:r>
        </a:p>
      </dgm:t>
    </dgm:pt>
    <dgm:pt modelId="{70963B1B-8F39-4AF7-9FED-6EF1B93A10EA}" type="parTrans" cxnId="{119F4347-F40E-44A1-A52D-D2F5D3411DD8}">
      <dgm:prSet/>
      <dgm:spPr/>
      <dgm:t>
        <a:bodyPr/>
        <a:lstStyle/>
        <a:p>
          <a:pPr latinLnBrk="1"/>
          <a:endParaRPr lang="ko-KR" altLang="en-US"/>
        </a:p>
      </dgm:t>
    </dgm:pt>
    <dgm:pt modelId="{1D8E7D42-7884-421F-B8F4-2302A3281642}" type="sibTrans" cxnId="{119F4347-F40E-44A1-A52D-D2F5D3411DD8}">
      <dgm:prSet/>
      <dgm:spPr/>
      <dgm:t>
        <a:bodyPr/>
        <a:lstStyle/>
        <a:p>
          <a:pPr latinLnBrk="1"/>
          <a:endParaRPr lang="ko-KR" altLang="en-US"/>
        </a:p>
      </dgm:t>
    </dgm:pt>
    <dgm:pt modelId="{0A41BDF0-B7CB-41C3-BCFD-1E7531195403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다양한 이용자 창작 버전 유통에 의한 콘텐츠 생명 주기 연장</a:t>
          </a:r>
        </a:p>
      </dgm:t>
    </dgm:pt>
    <dgm:pt modelId="{7BF05F2D-E68D-4DD2-A322-55C9B25895BC}" type="parTrans" cxnId="{70C620C8-1B81-4655-92F0-CE93839FDE72}">
      <dgm:prSet/>
      <dgm:spPr/>
      <dgm:t>
        <a:bodyPr/>
        <a:lstStyle/>
        <a:p>
          <a:pPr latinLnBrk="1"/>
          <a:endParaRPr lang="ko-KR" altLang="en-US"/>
        </a:p>
      </dgm:t>
    </dgm:pt>
    <dgm:pt modelId="{4B4A3EE1-6BA3-4E4C-9CBC-5D07BC0560B3}" type="sibTrans" cxnId="{70C620C8-1B81-4655-92F0-CE93839FDE72}">
      <dgm:prSet/>
      <dgm:spPr/>
      <dgm:t>
        <a:bodyPr/>
        <a:lstStyle/>
        <a:p>
          <a:pPr latinLnBrk="1"/>
          <a:endParaRPr lang="ko-KR" altLang="en-US"/>
        </a:p>
      </dgm:t>
    </dgm:pt>
    <dgm:pt modelId="{1E9330B7-B82C-4374-90EB-C77F869A83CE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콘텐츠에 대한 이용자 참여를 돕는 다양한 산업 연계 및 생태계 확장</a:t>
          </a:r>
        </a:p>
      </dgm:t>
    </dgm:pt>
    <dgm:pt modelId="{BFFDA84E-A413-42FB-934F-11E6BC6C748F}" type="parTrans" cxnId="{BE183A42-7E5B-4C6C-8FC6-43C4C517B04B}">
      <dgm:prSet/>
      <dgm:spPr/>
      <dgm:t>
        <a:bodyPr/>
        <a:lstStyle/>
        <a:p>
          <a:pPr latinLnBrk="1"/>
          <a:endParaRPr lang="ko-KR" altLang="en-US"/>
        </a:p>
      </dgm:t>
    </dgm:pt>
    <dgm:pt modelId="{B3B64FFD-CEE1-491F-B45B-8A161BDC99D6}" type="sibTrans" cxnId="{BE183A42-7E5B-4C6C-8FC6-43C4C517B04B}">
      <dgm:prSet/>
      <dgm:spPr/>
      <dgm:t>
        <a:bodyPr/>
        <a:lstStyle/>
        <a:p>
          <a:pPr latinLnBrk="1"/>
          <a:endParaRPr lang="ko-KR" altLang="en-US"/>
        </a:p>
      </dgm:t>
    </dgm:pt>
    <dgm:pt modelId="{C527C6C0-3D46-4304-B725-8257B7C90667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관련 단말 및 인터페이스 시장</a:t>
          </a:r>
        </a:p>
      </dgm:t>
    </dgm:pt>
    <dgm:pt modelId="{6B9755B6-8165-4999-A6E8-5A0F1F51DD2C}" type="parTrans" cxnId="{43640274-3977-4F8D-8C21-9ECCD21B9E3D}">
      <dgm:prSet/>
      <dgm:spPr/>
      <dgm:t>
        <a:bodyPr/>
        <a:lstStyle/>
        <a:p>
          <a:pPr latinLnBrk="1"/>
          <a:endParaRPr lang="ko-KR" altLang="en-US"/>
        </a:p>
      </dgm:t>
    </dgm:pt>
    <dgm:pt modelId="{09F3F8E3-817D-4FE8-BC1E-770033BE949F}" type="sibTrans" cxnId="{43640274-3977-4F8D-8C21-9ECCD21B9E3D}">
      <dgm:prSet/>
      <dgm:spPr/>
      <dgm:t>
        <a:bodyPr/>
        <a:lstStyle/>
        <a:p>
          <a:pPr latinLnBrk="1"/>
          <a:endParaRPr lang="ko-KR" altLang="en-US"/>
        </a:p>
      </dgm:t>
    </dgm:pt>
    <dgm:pt modelId="{12883F74-3C1B-437C-A66F-E080E9F98045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음악 교육 시장</a:t>
          </a:r>
        </a:p>
      </dgm:t>
    </dgm:pt>
    <dgm:pt modelId="{9F204C5E-A144-4876-A7E8-70EA50FD2271}" type="parTrans" cxnId="{8381DB88-06FB-4EA8-AA36-D1D50AE290CF}">
      <dgm:prSet/>
      <dgm:spPr/>
      <dgm:t>
        <a:bodyPr/>
        <a:lstStyle/>
        <a:p>
          <a:pPr latinLnBrk="1"/>
          <a:endParaRPr lang="ko-KR" altLang="en-US"/>
        </a:p>
      </dgm:t>
    </dgm:pt>
    <dgm:pt modelId="{BDE316AA-7B96-4A7F-9155-03009DD44C6E}" type="sibTrans" cxnId="{8381DB88-06FB-4EA8-AA36-D1D50AE290CF}">
      <dgm:prSet/>
      <dgm:spPr/>
      <dgm:t>
        <a:bodyPr/>
        <a:lstStyle/>
        <a:p>
          <a:pPr latinLnBrk="1"/>
          <a:endParaRPr lang="ko-KR" altLang="en-US"/>
        </a:p>
      </dgm:t>
    </dgm:pt>
    <dgm:pt modelId="{EE535883-C983-4F07-B2C4-F439BE120F6C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방송</a:t>
          </a:r>
          <a:r>
            <a:rPr lang="en-US" altLang="en-US" sz="1400" dirty="0" smtClean="0">
              <a:effectLst/>
            </a:rPr>
            <a:t>, </a:t>
          </a:r>
          <a:r>
            <a:rPr lang="ko-KR" altLang="en-US" sz="1400" dirty="0" smtClean="0">
              <a:effectLst/>
            </a:rPr>
            <a:t>영화</a:t>
          </a:r>
          <a:r>
            <a:rPr lang="en-US" altLang="en-US" sz="1400" dirty="0" smtClean="0">
              <a:effectLst/>
            </a:rPr>
            <a:t>, </a:t>
          </a:r>
          <a:r>
            <a:rPr lang="ko-KR" altLang="en-US" sz="1400" dirty="0" smtClean="0">
              <a:effectLst/>
            </a:rPr>
            <a:t>게임오디오의 인터랙션 제공에 의해 콘텐츠 산업 혁신</a:t>
          </a:r>
        </a:p>
      </dgm:t>
    </dgm:pt>
    <dgm:pt modelId="{F2572774-5F2F-470C-8EE5-E4C284574DC7}" type="parTrans" cxnId="{B28CC2B3-C8C5-416C-BE30-E560B83F6058}">
      <dgm:prSet/>
      <dgm:spPr/>
      <dgm:t>
        <a:bodyPr/>
        <a:lstStyle/>
        <a:p>
          <a:pPr latinLnBrk="1"/>
          <a:endParaRPr lang="ko-KR" altLang="en-US"/>
        </a:p>
      </dgm:t>
    </dgm:pt>
    <dgm:pt modelId="{B82B4ABB-3639-4748-8CDA-74B3DE716B1A}" type="sibTrans" cxnId="{B28CC2B3-C8C5-416C-BE30-E560B83F6058}">
      <dgm:prSet/>
      <dgm:spPr/>
      <dgm:t>
        <a:bodyPr/>
        <a:lstStyle/>
        <a:p>
          <a:pPr latinLnBrk="1"/>
          <a:endParaRPr lang="ko-KR" altLang="en-US"/>
        </a:p>
      </dgm:t>
    </dgm:pt>
    <dgm:pt modelId="{B4463F2A-3703-4EB2-A2DA-4A2A98937B48}">
      <dgm:prSet custT="1"/>
      <dgm:spPr/>
      <dgm:t>
        <a:bodyPr/>
        <a:lstStyle/>
        <a:p>
          <a:pPr latinLnBrk="0"/>
          <a:r>
            <a:rPr lang="ko-KR" altLang="en-US" sz="1400" dirty="0" smtClean="0">
              <a:effectLst/>
            </a:rPr>
            <a:t>미디어 산업 진화 견인</a:t>
          </a:r>
          <a:endParaRPr lang="ko-KR" altLang="en-US" sz="1400" dirty="0">
            <a:effectLst/>
          </a:endParaRPr>
        </a:p>
      </dgm:t>
    </dgm:pt>
    <dgm:pt modelId="{C3C7C3FD-C825-4AC9-A607-2C074E606AC7}" type="parTrans" cxnId="{664375A8-BBA9-45E0-8D6D-21A3480E4CC9}">
      <dgm:prSet/>
      <dgm:spPr/>
      <dgm:t>
        <a:bodyPr/>
        <a:lstStyle/>
        <a:p>
          <a:pPr latinLnBrk="1"/>
          <a:endParaRPr lang="ko-KR" altLang="en-US"/>
        </a:p>
      </dgm:t>
    </dgm:pt>
    <dgm:pt modelId="{82E231A9-567F-4F02-9279-CD6819343793}" type="sibTrans" cxnId="{664375A8-BBA9-45E0-8D6D-21A3480E4CC9}">
      <dgm:prSet/>
      <dgm:spPr/>
      <dgm:t>
        <a:bodyPr/>
        <a:lstStyle/>
        <a:p>
          <a:pPr latinLnBrk="1"/>
          <a:endParaRPr lang="ko-KR" altLang="en-US"/>
        </a:p>
      </dgm:t>
    </dgm:pt>
    <dgm:pt modelId="{562A1E96-75A9-4A4B-B124-DD8653170BC9}" type="pres">
      <dgm:prSet presAssocID="{B51DE150-AED4-4BAF-B130-0640192156B7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2E2B3DA-0D28-46C2-BDBA-B8027C87872F}" type="pres">
      <dgm:prSet presAssocID="{B51DE150-AED4-4BAF-B130-0640192156B7}" presName="arrow" presStyleLbl="bgShp" presStyleIdx="0" presStyleCnt="1" custScaleX="117647" custLinFactNeighborY="-147"/>
      <dgm:spPr/>
    </dgm:pt>
    <dgm:pt modelId="{18E58304-7341-4B43-B4D1-B09AEFF27B6F}" type="pres">
      <dgm:prSet presAssocID="{B51DE150-AED4-4BAF-B130-0640192156B7}" presName="linearProcess" presStyleCnt="0"/>
      <dgm:spPr/>
    </dgm:pt>
    <dgm:pt modelId="{E8CC1A98-C398-4F4A-A172-12A0547E5C28}" type="pres">
      <dgm:prSet presAssocID="{E891E529-4295-42F2-B1D1-CD7EEE76972B}" presName="textNode" presStyleLbl="node1" presStyleIdx="0" presStyleCnt="3" custScaleX="62071" custScaleY="114428" custLinFactNeighborX="-62608" custLinFactNeighborY="175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A0696EA-9384-46AE-945E-D8220D5A3BDC}" type="pres">
      <dgm:prSet presAssocID="{45AE3173-C066-45EB-9921-8410E01EEC85}" presName="sibTrans" presStyleCnt="0"/>
      <dgm:spPr/>
    </dgm:pt>
    <dgm:pt modelId="{3276E25E-3C9B-40B7-A7CF-4940780A68A2}" type="pres">
      <dgm:prSet presAssocID="{14D77527-FA64-4A8D-A44E-6C02D31F4667}" presName="textNode" presStyleLbl="node1" presStyleIdx="1" presStyleCnt="3" custScaleX="77011" custScaleY="124490" custLinFactX="70716" custLinFactNeighborX="100000" custLinFactNeighborY="-4137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6A671BC-C291-4B4A-962E-689A23E5049C}" type="pres">
      <dgm:prSet presAssocID="{05C01BF2-1D8C-4E9F-A646-9164D14EF88D}" presName="sibTrans" presStyleCnt="0"/>
      <dgm:spPr/>
    </dgm:pt>
    <dgm:pt modelId="{23887DCC-1FA2-4EEE-A32E-CF79854D1901}" type="pres">
      <dgm:prSet presAssocID="{FFD08FB5-CCC0-41BE-8599-38D158BDB211}" presName="textNode" presStyleLbl="node1" presStyleIdx="2" presStyleCnt="3" custScaleX="76476" custScaleY="108293" custLinFactX="-73465" custLinFactNeighborX="-100000" custLinFactNeighborY="298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7CC548E4-544A-4CCF-A850-1A3AAD214CEC}" type="presOf" srcId="{88FEA66B-C102-4CDE-8776-AC122833FE7F}" destId="{E8CC1A98-C398-4F4A-A172-12A0547E5C28}" srcOrd="0" destOrd="3" presId="urn:microsoft.com/office/officeart/2005/8/layout/hProcess9"/>
    <dgm:cxn modelId="{ABB77E5B-077A-4A22-9FBA-A2F8440340E5}" type="presOf" srcId="{61295F2E-2311-4C5D-A4CE-D21A0B94B020}" destId="{23887DCC-1FA2-4EEE-A32E-CF79854D1901}" srcOrd="0" destOrd="2" presId="urn:microsoft.com/office/officeart/2005/8/layout/hProcess9"/>
    <dgm:cxn modelId="{57F1DFF2-B00C-420C-8AD3-9C78AFE423CD}" srcId="{E891E529-4295-42F2-B1D1-CD7EEE76972B}" destId="{88FEA66B-C102-4CDE-8776-AC122833FE7F}" srcOrd="2" destOrd="0" parTransId="{35ACCDED-4AFB-435C-A849-08CEB7D6C8B7}" sibTransId="{FCF58F4A-4A78-4648-9650-4D59E9290F1E}"/>
    <dgm:cxn modelId="{DDF3C4B1-464D-40FD-B70B-E82A60DA983F}" type="presOf" srcId="{B4463F2A-3703-4EB2-A2DA-4A2A98937B48}" destId="{3276E25E-3C9B-40B7-A7CF-4940780A68A2}" srcOrd="0" destOrd="1" presId="urn:microsoft.com/office/officeart/2005/8/layout/hProcess9"/>
    <dgm:cxn modelId="{D033AC41-9F72-4AA0-BD2A-5196A62DFAB3}" type="presOf" srcId="{EE535883-C983-4F07-B2C4-F439BE120F6C}" destId="{3276E25E-3C9B-40B7-A7CF-4940780A68A2}" srcOrd="0" destOrd="5" presId="urn:microsoft.com/office/officeart/2005/8/layout/hProcess9"/>
    <dgm:cxn modelId="{348F6779-3465-4369-8370-242ED7E91C20}" srcId="{B51DE150-AED4-4BAF-B130-0640192156B7}" destId="{14D77527-FA64-4A8D-A44E-6C02D31F4667}" srcOrd="1" destOrd="0" parTransId="{E352351A-748B-4EC9-A07F-6070A896BB7F}" sibTransId="{05C01BF2-1D8C-4E9F-A646-9164D14EF88D}"/>
    <dgm:cxn modelId="{142168E1-1DB8-46ED-B0F8-AFACBCD991DF}" srcId="{875AE28F-9A6B-49ED-9965-BFC141C2DBCC}" destId="{61295F2E-2311-4C5D-A4CE-D21A0B94B020}" srcOrd="0" destOrd="0" parTransId="{CA267A7C-085B-452D-A29A-4EA96230AD5C}" sibTransId="{B19AEBED-8A71-44F8-AC77-A7EFE16CB784}"/>
    <dgm:cxn modelId="{8C4E3D63-CE4C-4175-8B76-416F4FC9428B}" type="presOf" srcId="{1E9330B7-B82C-4374-90EB-C77F869A83CE}" destId="{3276E25E-3C9B-40B7-A7CF-4940780A68A2}" srcOrd="0" destOrd="2" presId="urn:microsoft.com/office/officeart/2005/8/layout/hProcess9"/>
    <dgm:cxn modelId="{E6901504-ABBC-4AD7-912C-40576629FF3A}" type="presOf" srcId="{B51DE150-AED4-4BAF-B130-0640192156B7}" destId="{562A1E96-75A9-4A4B-B124-DD8653170BC9}" srcOrd="0" destOrd="0" presId="urn:microsoft.com/office/officeart/2005/8/layout/hProcess9"/>
    <dgm:cxn modelId="{0A328CD6-1DFC-4E55-A73E-421F94D0691A}" type="presOf" srcId="{B5C4E69B-C7C3-4F82-90F3-2B9FA9CDACD9}" destId="{23887DCC-1FA2-4EEE-A32E-CF79854D1901}" srcOrd="0" destOrd="3" presId="urn:microsoft.com/office/officeart/2005/8/layout/hProcess9"/>
    <dgm:cxn modelId="{A0F0CC45-4E5B-4D96-B500-27167489EA7D}" srcId="{E891E529-4295-42F2-B1D1-CD7EEE76972B}" destId="{844325F7-8C37-4E50-83F2-20EEF0C09DD5}" srcOrd="1" destOrd="0" parTransId="{66223C4F-1A71-41E0-9EB5-EADE394B1733}" sibTransId="{4DD084C9-8D4F-4EA1-8377-A2B36C072637}"/>
    <dgm:cxn modelId="{77040E6C-5D9B-4B6D-A6ED-D72CB150C615}" type="presOf" srcId="{844325F7-8C37-4E50-83F2-20EEF0C09DD5}" destId="{E8CC1A98-C398-4F4A-A172-12A0547E5C28}" srcOrd="0" destOrd="2" presId="urn:microsoft.com/office/officeart/2005/8/layout/hProcess9"/>
    <dgm:cxn modelId="{79AD2319-ED52-43B5-8EEE-21E045331B8D}" srcId="{E891E529-4295-42F2-B1D1-CD7EEE76972B}" destId="{50BCD2A5-6B10-4270-9C4E-579620F091C9}" srcOrd="0" destOrd="0" parTransId="{2C4E3AF9-F56A-4C9C-B131-9BCF66FB5C5C}" sibTransId="{1465AE26-F80D-4E7E-8718-88684F076F44}"/>
    <dgm:cxn modelId="{70C620C8-1B81-4655-92F0-CE93839FDE72}" srcId="{875AE28F-9A6B-49ED-9965-BFC141C2DBCC}" destId="{0A41BDF0-B7CB-41C3-BCFD-1E7531195403}" srcOrd="2" destOrd="0" parTransId="{7BF05F2D-E68D-4DD2-A322-55C9B25895BC}" sibTransId="{4B4A3EE1-6BA3-4E4C-9CBC-5D07BC0560B3}"/>
    <dgm:cxn modelId="{43640274-3977-4F8D-8C21-9ECCD21B9E3D}" srcId="{B4463F2A-3703-4EB2-A2DA-4A2A98937B48}" destId="{C527C6C0-3D46-4304-B725-8257B7C90667}" srcOrd="1" destOrd="0" parTransId="{6B9755B6-8165-4999-A6E8-5A0F1F51DD2C}" sibTransId="{09F3F8E3-817D-4FE8-BC1E-770033BE949F}"/>
    <dgm:cxn modelId="{BE183A42-7E5B-4C6C-8FC6-43C4C517B04B}" srcId="{B4463F2A-3703-4EB2-A2DA-4A2A98937B48}" destId="{1E9330B7-B82C-4374-90EB-C77F869A83CE}" srcOrd="0" destOrd="0" parTransId="{BFFDA84E-A413-42FB-934F-11E6BC6C748F}" sibTransId="{B3B64FFD-CEE1-491F-B45B-8A161BDC99D6}"/>
    <dgm:cxn modelId="{8A0B5BE6-8F1D-4FE7-806D-ECE987F377D7}" type="presOf" srcId="{14D77527-FA64-4A8D-A44E-6C02D31F4667}" destId="{3276E25E-3C9B-40B7-A7CF-4940780A68A2}" srcOrd="0" destOrd="0" presId="urn:microsoft.com/office/officeart/2005/8/layout/hProcess9"/>
    <dgm:cxn modelId="{8381DB88-06FB-4EA8-AA36-D1D50AE290CF}" srcId="{B4463F2A-3703-4EB2-A2DA-4A2A98937B48}" destId="{12883F74-3C1B-437C-A66F-E080E9F98045}" srcOrd="2" destOrd="0" parTransId="{9F204C5E-A144-4876-A7E8-70EA50FD2271}" sibTransId="{BDE316AA-7B96-4A7F-9155-03009DD44C6E}"/>
    <dgm:cxn modelId="{119F4347-F40E-44A1-A52D-D2F5D3411DD8}" srcId="{875AE28F-9A6B-49ED-9965-BFC141C2DBCC}" destId="{B5C4E69B-C7C3-4F82-90F3-2B9FA9CDACD9}" srcOrd="1" destOrd="0" parTransId="{70963B1B-8F39-4AF7-9FED-6EF1B93A10EA}" sibTransId="{1D8E7D42-7884-421F-B8F4-2302A3281642}"/>
    <dgm:cxn modelId="{C55521AF-2E4C-4823-92D7-A11FAD1C6324}" type="presOf" srcId="{FFD08FB5-CCC0-41BE-8599-38D158BDB211}" destId="{23887DCC-1FA2-4EEE-A32E-CF79854D1901}" srcOrd="0" destOrd="0" presId="urn:microsoft.com/office/officeart/2005/8/layout/hProcess9"/>
    <dgm:cxn modelId="{B28CC2B3-C8C5-416C-BE30-E560B83F6058}" srcId="{14D77527-FA64-4A8D-A44E-6C02D31F4667}" destId="{EE535883-C983-4F07-B2C4-F439BE120F6C}" srcOrd="1" destOrd="0" parTransId="{F2572774-5F2F-470C-8EE5-E4C284574DC7}" sibTransId="{B82B4ABB-3639-4748-8CDA-74B3DE716B1A}"/>
    <dgm:cxn modelId="{6D096969-4C32-489D-BF08-B9416C19DA59}" type="presOf" srcId="{C527C6C0-3D46-4304-B725-8257B7C90667}" destId="{3276E25E-3C9B-40B7-A7CF-4940780A68A2}" srcOrd="0" destOrd="3" presId="urn:microsoft.com/office/officeart/2005/8/layout/hProcess9"/>
    <dgm:cxn modelId="{637DD39A-5B6E-407B-A690-7D4076F623A0}" srcId="{B51DE150-AED4-4BAF-B130-0640192156B7}" destId="{E891E529-4295-42F2-B1D1-CD7EEE76972B}" srcOrd="0" destOrd="0" parTransId="{E880F9A1-92B0-489A-982F-9916F3A65E2A}" sibTransId="{45AE3173-C066-45EB-9921-8410E01EEC85}"/>
    <dgm:cxn modelId="{2FDB711C-31E1-40B6-8088-C5BBC6B970FB}" type="presOf" srcId="{875AE28F-9A6B-49ED-9965-BFC141C2DBCC}" destId="{23887DCC-1FA2-4EEE-A32E-CF79854D1901}" srcOrd="0" destOrd="1" presId="urn:microsoft.com/office/officeart/2005/8/layout/hProcess9"/>
    <dgm:cxn modelId="{ECBAFDDA-7150-4ADB-8E2A-4B5181B2774D}" type="presOf" srcId="{E891E529-4295-42F2-B1D1-CD7EEE76972B}" destId="{E8CC1A98-C398-4F4A-A172-12A0547E5C28}" srcOrd="0" destOrd="0" presId="urn:microsoft.com/office/officeart/2005/8/layout/hProcess9"/>
    <dgm:cxn modelId="{0EC8D4F0-CA08-4442-8FA4-BB15722C04CB}" type="presOf" srcId="{0A41BDF0-B7CB-41C3-BCFD-1E7531195403}" destId="{23887DCC-1FA2-4EEE-A32E-CF79854D1901}" srcOrd="0" destOrd="4" presId="urn:microsoft.com/office/officeart/2005/8/layout/hProcess9"/>
    <dgm:cxn modelId="{CA10BC06-93CA-4171-8F7E-81FDD7D0768E}" srcId="{B51DE150-AED4-4BAF-B130-0640192156B7}" destId="{FFD08FB5-CCC0-41BE-8599-38D158BDB211}" srcOrd="2" destOrd="0" parTransId="{83B77B8F-8142-4DDB-BD1C-79B0620C1B0D}" sibTransId="{E48AB1E9-F69E-4D50-92FA-8321FA8D9837}"/>
    <dgm:cxn modelId="{664375A8-BBA9-45E0-8D6D-21A3480E4CC9}" srcId="{14D77527-FA64-4A8D-A44E-6C02D31F4667}" destId="{B4463F2A-3703-4EB2-A2DA-4A2A98937B48}" srcOrd="0" destOrd="0" parTransId="{C3C7C3FD-C825-4AC9-A607-2C074E606AC7}" sibTransId="{82E231A9-567F-4F02-9279-CD6819343793}"/>
    <dgm:cxn modelId="{E3861017-A147-43CA-9AA8-7274030D8084}" type="presOf" srcId="{50BCD2A5-6B10-4270-9C4E-579620F091C9}" destId="{E8CC1A98-C398-4F4A-A172-12A0547E5C28}" srcOrd="0" destOrd="1" presId="urn:microsoft.com/office/officeart/2005/8/layout/hProcess9"/>
    <dgm:cxn modelId="{B05A5621-FDB6-41AD-B06D-0CA61C72867D}" type="presOf" srcId="{12883F74-3C1B-437C-A66F-E080E9F98045}" destId="{3276E25E-3C9B-40B7-A7CF-4940780A68A2}" srcOrd="0" destOrd="4" presId="urn:microsoft.com/office/officeart/2005/8/layout/hProcess9"/>
    <dgm:cxn modelId="{C5DADD8F-6223-4BCC-91FA-5CE14916FFF2}" srcId="{FFD08FB5-CCC0-41BE-8599-38D158BDB211}" destId="{875AE28F-9A6B-49ED-9965-BFC141C2DBCC}" srcOrd="0" destOrd="0" parTransId="{1D41BBC7-01AC-4E6B-ABED-D7250B8F09C3}" sibTransId="{47650722-0FF5-40F6-883B-1DF2E26A1C73}"/>
    <dgm:cxn modelId="{666B8489-B337-406C-93E9-53DB0BB5F019}" type="presParOf" srcId="{562A1E96-75A9-4A4B-B124-DD8653170BC9}" destId="{E2E2B3DA-0D28-46C2-BDBA-B8027C87872F}" srcOrd="0" destOrd="0" presId="urn:microsoft.com/office/officeart/2005/8/layout/hProcess9"/>
    <dgm:cxn modelId="{28EFB75B-1E2E-4F0E-807B-B3014078F78E}" type="presParOf" srcId="{562A1E96-75A9-4A4B-B124-DD8653170BC9}" destId="{18E58304-7341-4B43-B4D1-B09AEFF27B6F}" srcOrd="1" destOrd="0" presId="urn:microsoft.com/office/officeart/2005/8/layout/hProcess9"/>
    <dgm:cxn modelId="{560860B4-71BC-4632-9335-C57565526AC2}" type="presParOf" srcId="{18E58304-7341-4B43-B4D1-B09AEFF27B6F}" destId="{E8CC1A98-C398-4F4A-A172-12A0547E5C28}" srcOrd="0" destOrd="0" presId="urn:microsoft.com/office/officeart/2005/8/layout/hProcess9"/>
    <dgm:cxn modelId="{5B6A4A2B-F7EB-4B87-902D-22D6FA3D32D3}" type="presParOf" srcId="{18E58304-7341-4B43-B4D1-B09AEFF27B6F}" destId="{9A0696EA-9384-46AE-945E-D8220D5A3BDC}" srcOrd="1" destOrd="0" presId="urn:microsoft.com/office/officeart/2005/8/layout/hProcess9"/>
    <dgm:cxn modelId="{451126F9-8A72-4409-B578-A711FDA99E67}" type="presParOf" srcId="{18E58304-7341-4B43-B4D1-B09AEFF27B6F}" destId="{3276E25E-3C9B-40B7-A7CF-4940780A68A2}" srcOrd="2" destOrd="0" presId="urn:microsoft.com/office/officeart/2005/8/layout/hProcess9"/>
    <dgm:cxn modelId="{2D6F5F91-7CE1-47E3-AC20-12FDF1ECC491}" type="presParOf" srcId="{18E58304-7341-4B43-B4D1-B09AEFF27B6F}" destId="{E6A671BC-C291-4B4A-962E-689A23E5049C}" srcOrd="3" destOrd="0" presId="urn:microsoft.com/office/officeart/2005/8/layout/hProcess9"/>
    <dgm:cxn modelId="{878AB0DC-7F85-4C3D-BFAB-FF04706364E0}" type="presParOf" srcId="{18E58304-7341-4B43-B4D1-B09AEFF27B6F}" destId="{23887DCC-1FA2-4EEE-A32E-CF79854D190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15FA3B7-1D90-4A6D-B5BA-6A15D16542F8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9DA84CEF-17C9-44EB-A1A0-87C3828DE1AE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달성도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3F3C44C5-E60F-4019-A647-387889CD9DB3}" type="par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2D39EF3D-ABDA-45EC-8929-3CE3F141E390}" type="sibTrans" cxnId="{CE588A26-208E-498C-873D-AE13E73F9E3E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ABAE5073-6C52-4D7C-8854-D7EAD6618303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결과물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1C1019F-5DF3-4F7D-837C-114A295FB5EC}" type="par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07E4B4FA-E5C7-4D98-B476-FC0677FEFAF5}" type="sibTrans" cxnId="{6FFBCC3C-94B0-4044-88C8-D3A7247E503C}">
      <dgm:prSet/>
      <dgm:spPr/>
      <dgm:t>
        <a:bodyPr/>
        <a:lstStyle/>
        <a:p>
          <a:pPr latinLnBrk="1"/>
          <a:endParaRPr lang="ko-KR" altLang="en-US" sz="1800" b="0" cap="none" spc="0">
            <a:ln w="10160">
              <a:solidFill>
                <a:schemeClr val="accent1"/>
              </a:solidFill>
              <a:prstDash val="solid"/>
            </a:ln>
            <a:solidFill>
              <a:srgbClr val="FFFFFF"/>
            </a:solidFill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5659FB8-7814-4BD3-9C88-FAB34115CABF}">
      <dgm:prSet phldrT="[텍스트]"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192588F-AACB-42A7-8B43-1ABB21CD4716}" type="par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53DDC6DF-A270-463F-8AFC-1C70971455A7}" type="sibTrans" cxnId="{947B7F17-CC40-4D11-8876-6C01AA24F722}">
      <dgm:prSet/>
      <dgm:spPr/>
      <dgm:t>
        <a:bodyPr/>
        <a:lstStyle/>
        <a:p>
          <a:pPr latinLnBrk="1"/>
          <a:endParaRPr lang="ko-KR" altLang="en-US" sz="1800"/>
        </a:p>
      </dgm:t>
    </dgm:pt>
    <dgm:pt modelId="{0DF05F39-4114-450C-9AC4-D02314D26770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V.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차년도</a:t>
          </a:r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연구계획</a:t>
          </a:r>
          <a:endParaRPr lang="ko-KR" altLang="ko-KR" sz="24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4ADFA539-852E-40D6-A388-8AB2DB0EA9C8}" type="par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7B4A1EE0-ECBF-4920-AC9A-96E170448509}" type="sibTrans" cxnId="{D9E1AC16-9D36-4C9A-A993-43275988835A}">
      <dgm:prSet/>
      <dgm:spPr/>
      <dgm:t>
        <a:bodyPr/>
        <a:lstStyle/>
        <a:p>
          <a:pPr latinLnBrk="1"/>
          <a:endParaRPr lang="ko-KR" altLang="en-US"/>
        </a:p>
      </dgm:t>
    </dgm:pt>
    <dgm:pt modelId="{D1F9BA44-FF5E-4792-BA28-72AD0CC67664}">
      <dgm:prSet custT="1"/>
      <dgm:spPr/>
      <dgm:t>
        <a:bodyPr/>
        <a:lstStyle/>
        <a:p>
          <a:pPr latinLnBrk="1"/>
          <a:r>
            <a:rPr lang="en-US" altLang="ko-KR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III. </a:t>
          </a:r>
          <a:r>
            <a:rPr lang="ko-KR" altLang="en-US" sz="24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방법</a:t>
          </a:r>
          <a:endParaRPr lang="ko-KR" altLang="en-US" sz="2400" b="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1D8411F6-00CB-4EB0-83AC-73BA915E1356}" type="parTrans" cxnId="{F75019F5-9D95-4DBA-9FEB-A6787FD99480}">
      <dgm:prSet/>
      <dgm:spPr/>
      <dgm:t>
        <a:bodyPr/>
        <a:lstStyle/>
        <a:p>
          <a:pPr latinLnBrk="1"/>
          <a:endParaRPr lang="ko-KR" altLang="en-US"/>
        </a:p>
      </dgm:t>
    </dgm:pt>
    <dgm:pt modelId="{A2B7A531-5E83-4F67-8A9B-6856B3089A43}" type="sibTrans" cxnId="{F75019F5-9D95-4DBA-9FEB-A6787FD99480}">
      <dgm:prSet/>
      <dgm:spPr/>
      <dgm:t>
        <a:bodyPr/>
        <a:lstStyle/>
        <a:p>
          <a:pPr latinLnBrk="1"/>
          <a:endParaRPr lang="ko-KR" altLang="en-US"/>
        </a:p>
      </dgm:t>
    </dgm:pt>
    <dgm:pt modelId="{7A0EDCF3-6FCF-4615-8F59-61907A49942C}">
      <dgm:prSet custT="1"/>
      <dgm:spPr/>
      <dgm:t>
        <a:bodyPr/>
        <a:lstStyle/>
        <a:p>
          <a:pPr latinLnBrk="1"/>
          <a:r>
            <a:rPr lang="ko-KR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</a:p>
      </dgm:t>
    </dgm:pt>
    <dgm:pt modelId="{E1D74E2E-9D5D-41EF-B99B-D79AF678A52E}" type="parTrans" cxnId="{9CEAC9D4-5538-41FE-9E37-BBE7294244ED}">
      <dgm:prSet/>
      <dgm:spPr/>
      <dgm:t>
        <a:bodyPr/>
        <a:lstStyle/>
        <a:p>
          <a:pPr latinLnBrk="1"/>
          <a:endParaRPr lang="ko-KR" altLang="en-US"/>
        </a:p>
      </dgm:t>
    </dgm:pt>
    <dgm:pt modelId="{C58DC286-C8B5-4C70-8E47-15D676BD623D}" type="sibTrans" cxnId="{9CEAC9D4-5538-41FE-9E37-BBE7294244ED}">
      <dgm:prSet/>
      <dgm:spPr/>
      <dgm:t>
        <a:bodyPr/>
        <a:lstStyle/>
        <a:p>
          <a:pPr latinLnBrk="1"/>
          <a:endParaRPr lang="ko-KR" altLang="en-US"/>
        </a:p>
      </dgm:t>
    </dgm:pt>
    <dgm:pt modelId="{824EF243-BEEF-4121-9398-E9129AFBCA53}">
      <dgm:prSet custT="1"/>
      <dgm:spPr/>
      <dgm:t>
        <a:bodyPr/>
        <a:lstStyle/>
        <a:p>
          <a:pPr latinLnBrk="1"/>
          <a:r>
            <a:rPr lang="ko-KR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및 내용</a:t>
          </a:r>
        </a:p>
      </dgm:t>
    </dgm:pt>
    <dgm:pt modelId="{935C6B7D-BCF7-4A9B-946F-1F2E96B25582}" type="parTrans" cxnId="{21BB67A0-D6EC-405D-93B7-EF74C4E0F0F1}">
      <dgm:prSet/>
      <dgm:spPr/>
      <dgm:t>
        <a:bodyPr/>
        <a:lstStyle/>
        <a:p>
          <a:pPr latinLnBrk="1"/>
          <a:endParaRPr lang="ko-KR" altLang="en-US"/>
        </a:p>
      </dgm:t>
    </dgm:pt>
    <dgm:pt modelId="{81F6BCEF-7C50-487B-ADAA-A123C11DBE4F}" type="sibTrans" cxnId="{21BB67A0-D6EC-405D-93B7-EF74C4E0F0F1}">
      <dgm:prSet/>
      <dgm:spPr/>
      <dgm:t>
        <a:bodyPr/>
        <a:lstStyle/>
        <a:p>
          <a:pPr latinLnBrk="1"/>
          <a:endParaRPr lang="ko-KR" altLang="en-US"/>
        </a:p>
      </dgm:t>
    </dgm:pt>
    <dgm:pt modelId="{D81EC2A9-E04A-478A-A5FE-D3555C3FD2AF}">
      <dgm:prSet custT="1"/>
      <dgm:spPr/>
      <dgm:t>
        <a:bodyPr/>
        <a:lstStyle/>
        <a:p>
          <a:pPr latinLnBrk="1"/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수행 일정</a:t>
          </a:r>
          <a:r>
            <a:rPr lang="en-US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 </a:t>
          </a:r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체계</a:t>
          </a:r>
          <a:r>
            <a:rPr lang="en-US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 </a:t>
          </a:r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방법</a:t>
          </a:r>
          <a:r>
            <a:rPr lang="en-US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</a:t>
          </a:r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전략</a:t>
          </a:r>
          <a:endParaRPr lang="ko-KR" altLang="ko-KR" sz="18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6071D181-BC18-4F09-A512-6CBFE94EAACB}" type="parTrans" cxnId="{131F2C2F-DA5B-46EB-929D-6A0A0D36DE87}">
      <dgm:prSet/>
      <dgm:spPr/>
      <dgm:t>
        <a:bodyPr/>
        <a:lstStyle/>
        <a:p>
          <a:pPr latinLnBrk="1"/>
          <a:endParaRPr lang="ko-KR" altLang="en-US"/>
        </a:p>
      </dgm:t>
    </dgm:pt>
    <dgm:pt modelId="{6D2482C8-3117-4BEE-83A8-544B2927B31F}" type="sibTrans" cxnId="{131F2C2F-DA5B-46EB-929D-6A0A0D36DE87}">
      <dgm:prSet/>
      <dgm:spPr/>
      <dgm:t>
        <a:bodyPr/>
        <a:lstStyle/>
        <a:p>
          <a:pPr latinLnBrk="1"/>
          <a:endParaRPr lang="ko-KR" altLang="en-US"/>
        </a:p>
      </dgm:t>
    </dgm:pt>
    <dgm:pt modelId="{8EFF2491-401C-4DD2-9F86-61E1374828E2}">
      <dgm:prSet custT="1"/>
      <dgm:spPr/>
      <dgm:t>
        <a:bodyPr/>
        <a:lstStyle/>
        <a:p>
          <a:pPr latinLnBrk="1"/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예상 결과물의 우수성</a:t>
          </a:r>
          <a:r>
            <a:rPr lang="en-US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</a:t>
          </a:r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활용 전략</a:t>
          </a:r>
          <a:endParaRPr lang="ko-KR" altLang="ko-KR" sz="18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F61C571A-1C69-4EF8-9A54-6FF91CE5E2CA}" type="parTrans" cxnId="{5CD5E779-8392-46BD-A708-B3E95C486CA1}">
      <dgm:prSet/>
      <dgm:spPr/>
      <dgm:t>
        <a:bodyPr/>
        <a:lstStyle/>
        <a:p>
          <a:pPr latinLnBrk="1"/>
          <a:endParaRPr lang="ko-KR" altLang="en-US"/>
        </a:p>
      </dgm:t>
    </dgm:pt>
    <dgm:pt modelId="{75DDB37B-6B14-4408-BCA7-812BC8F26F9C}" type="sibTrans" cxnId="{5CD5E779-8392-46BD-A708-B3E95C486CA1}">
      <dgm:prSet/>
      <dgm:spPr/>
      <dgm:t>
        <a:bodyPr/>
        <a:lstStyle/>
        <a:p>
          <a:pPr latinLnBrk="1"/>
          <a:endParaRPr lang="ko-KR" altLang="en-US"/>
        </a:p>
      </dgm:t>
    </dgm:pt>
    <dgm:pt modelId="{BFFFD552-D1F8-4E6A-A489-1DB0BCA6CAED}">
      <dgm:prSet custT="1"/>
      <dgm:spPr/>
      <dgm:t>
        <a:bodyPr/>
        <a:lstStyle/>
        <a:p>
          <a:pPr latinLnBrk="1"/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주요 </a:t>
          </a:r>
          <a:r>
            <a:rPr lang="ko-KR" altLang="en-US" sz="1800" b="0" cap="none" spc="0" dirty="0" err="1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마일스톤</a:t>
          </a:r>
          <a:r>
            <a:rPr lang="en-US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 </a:t>
          </a:r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평가 항목</a:t>
          </a:r>
          <a:r>
            <a:rPr lang="en-US" altLang="ko-KR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</a:t>
          </a:r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평가 방법</a:t>
          </a:r>
          <a:endParaRPr lang="ko-KR" altLang="ko-KR" sz="18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61427EFC-B13A-4458-84EE-E77544956DD7}" type="parTrans" cxnId="{F2D02CD5-15C3-4776-92AB-2CEA381FDDCD}">
      <dgm:prSet/>
      <dgm:spPr/>
      <dgm:t>
        <a:bodyPr/>
        <a:lstStyle/>
        <a:p>
          <a:pPr latinLnBrk="1"/>
          <a:endParaRPr lang="ko-KR" altLang="en-US"/>
        </a:p>
      </dgm:t>
    </dgm:pt>
    <dgm:pt modelId="{6110E69B-EE1F-4BDC-AAA4-ACA3D11C905F}" type="sibTrans" cxnId="{F2D02CD5-15C3-4776-92AB-2CEA381FDDCD}">
      <dgm:prSet/>
      <dgm:spPr/>
      <dgm:t>
        <a:bodyPr/>
        <a:lstStyle/>
        <a:p>
          <a:pPr latinLnBrk="1"/>
          <a:endParaRPr lang="ko-KR" altLang="en-US"/>
        </a:p>
      </dgm:t>
    </dgm:pt>
    <dgm:pt modelId="{F07E0DC3-C036-4381-A51F-9DA30CE93E5E}">
      <dgm:prSet custT="1"/>
      <dgm:spPr/>
      <dgm:t>
        <a:bodyPr/>
        <a:lstStyle/>
        <a:p>
          <a:pPr latinLnBrk="1"/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주요 사업비 구성</a:t>
          </a:r>
          <a:endParaRPr lang="ko-KR" altLang="ko-KR" sz="18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27FA3C38-7BF8-44BE-8196-985D6777662E}" type="parTrans" cxnId="{E3D65A8B-7166-4477-AAD9-0AB5B51D04DA}">
      <dgm:prSet/>
      <dgm:spPr/>
    </dgm:pt>
    <dgm:pt modelId="{75769159-E4DE-43E8-9562-6132C4C2F1B0}" type="sibTrans" cxnId="{E3D65A8B-7166-4477-AAD9-0AB5B51D04DA}">
      <dgm:prSet/>
      <dgm:spPr/>
    </dgm:pt>
    <dgm:pt modelId="{652C5480-33E3-41C0-8971-6396B25A0DD8}">
      <dgm:prSet custT="1"/>
      <dgm:spPr/>
      <dgm:t>
        <a:bodyPr/>
        <a:lstStyle/>
        <a:p>
          <a:pPr latinLnBrk="1"/>
          <a:r>
            <a:rPr lang="ko-KR" altLang="en-US" sz="1800" b="0" cap="none" spc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환경 </a:t>
          </a:r>
          <a:r>
            <a:rPr lang="ko-KR" altLang="en-US" sz="1800" b="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변화 및 대응</a:t>
          </a:r>
          <a:endParaRPr lang="ko-KR" altLang="ko-KR" sz="1800" b="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gm:t>
    </dgm:pt>
    <dgm:pt modelId="{D6A0D0DA-7726-4F2F-8E12-1F77F2D3CD05}" type="parTrans" cxnId="{81ADA9C3-22E2-4534-946D-5EB11D4FC301}">
      <dgm:prSet/>
      <dgm:spPr/>
    </dgm:pt>
    <dgm:pt modelId="{755579A1-4D31-4BB7-ACCF-04CF2E89B08F}" type="sibTrans" cxnId="{81ADA9C3-22E2-4534-946D-5EB11D4FC301}">
      <dgm:prSet/>
      <dgm:spPr/>
    </dgm:pt>
    <dgm:pt modelId="{4AAA10DD-A0AC-48F7-8DF0-C917D47A2D5D}" type="pres">
      <dgm:prSet presAssocID="{E15FA3B7-1D90-4A6D-B5BA-6A15D16542F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BC7ACC3-08AA-4B0E-95D3-7DF9F5D0515B}" type="pres">
      <dgm:prSet presAssocID="{D5659FB8-7814-4BD3-9C88-FAB34115CABF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7ACE5BE-AA18-4645-BA0F-F167D1B27041}" type="pres">
      <dgm:prSet presAssocID="{D5659FB8-7814-4BD3-9C88-FAB34115CABF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73C06742-8345-45BE-BFCE-2C4CA19913EB}" type="pres">
      <dgm:prSet presAssocID="{D5659FB8-7814-4BD3-9C88-FAB34115CAB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CD9E2D2-7B5F-4712-BEF4-EB5B502DD8FD}" type="pres">
      <dgm:prSet presAssocID="{D5659FB8-7814-4BD3-9C88-FAB34115CABF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09AFCA01-1A9E-4B1C-85C6-2874DB800C01}" type="pres">
      <dgm:prSet presAssocID="{D5659FB8-7814-4BD3-9C88-FAB34115CABF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23D89A0-A2BE-409A-BC1E-DAA840BFF119}" type="pres">
      <dgm:prSet presAssocID="{53DDC6DF-A270-463F-8AFC-1C70971455A7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0951A7F2-1E71-43B4-90FF-1787BD4AF019}" type="pres">
      <dgm:prSet presAssocID="{9DA84CEF-17C9-44EB-A1A0-87C3828DE1AE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DF11EFBB-97E3-4D66-9D27-E334728C912F}" type="pres">
      <dgm:prSet presAssocID="{9DA84CEF-17C9-44EB-A1A0-87C3828DE1AE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1ADC506E-807D-4FBD-9F9F-DD547A767F0C}" type="pres">
      <dgm:prSet presAssocID="{9DA84CEF-17C9-44EB-A1A0-87C3828DE1A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320DCBB-A311-4DFC-8E94-D51D084C8E6A}" type="pres">
      <dgm:prSet presAssocID="{9DA84CEF-17C9-44EB-A1A0-87C3828DE1AE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830C68AF-44B6-42BB-A397-B137DD0A7698}" type="pres">
      <dgm:prSet presAssocID="{9DA84CEF-17C9-44EB-A1A0-87C3828DE1AE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51D61CF-BE89-4E59-A2BD-0E290B415B83}" type="pres">
      <dgm:prSet presAssocID="{2D39EF3D-ABDA-45EC-8929-3CE3F141E390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1E5FF7D8-B410-44F9-A106-B146E842F0D6}" type="pres">
      <dgm:prSet presAssocID="{D1F9BA44-FF5E-4792-BA28-72AD0CC67664}" presName="parentLin" presStyleCnt="0"/>
      <dgm:spPr/>
    </dgm:pt>
    <dgm:pt modelId="{3F147CC2-0F21-499B-A26D-C7E45867B4C3}" type="pres">
      <dgm:prSet presAssocID="{D1F9BA44-FF5E-4792-BA28-72AD0CC67664}" presName="parentLeftMargin" presStyleLbl="node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B04F892A-76EA-468A-B11B-3B5D4728FA99}" type="pres">
      <dgm:prSet presAssocID="{D1F9BA44-FF5E-4792-BA28-72AD0CC6766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98CC45F-CD94-41B3-BABC-2FA494EEA8E0}" type="pres">
      <dgm:prSet presAssocID="{D1F9BA44-FF5E-4792-BA28-72AD0CC67664}" presName="negativeSpace" presStyleCnt="0"/>
      <dgm:spPr/>
    </dgm:pt>
    <dgm:pt modelId="{F01CA542-1069-4685-B666-F8C37CBB13A6}" type="pres">
      <dgm:prSet presAssocID="{D1F9BA44-FF5E-4792-BA28-72AD0CC67664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B9227D5-AE0C-481A-B1A5-5CAF95F0B4FF}" type="pres">
      <dgm:prSet presAssocID="{A2B7A531-5E83-4F67-8A9B-6856B3089A43}" presName="spaceBetweenRectangles" presStyleCnt="0"/>
      <dgm:spPr/>
    </dgm:pt>
    <dgm:pt modelId="{80431896-12FD-4984-B69C-735F09853F40}" type="pres">
      <dgm:prSet presAssocID="{ABAE5073-6C52-4D7C-8854-D7EAD6618303}" presName="parentLin" presStyleCnt="0"/>
      <dgm:spPr/>
      <dgm:t>
        <a:bodyPr/>
        <a:lstStyle/>
        <a:p>
          <a:pPr latinLnBrk="1"/>
          <a:endParaRPr lang="ko-KR" altLang="en-US"/>
        </a:p>
      </dgm:t>
    </dgm:pt>
    <dgm:pt modelId="{F6879F7E-D1C5-4F16-93D3-8ADB8F4421FB}" type="pres">
      <dgm:prSet presAssocID="{ABAE5073-6C52-4D7C-8854-D7EAD6618303}" presName="parentLeftMargin" presStyleLbl="node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EB7CE389-B5B1-402F-B989-E968BB7B4CD5}" type="pres">
      <dgm:prSet presAssocID="{ABAE5073-6C52-4D7C-8854-D7EAD661830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1A846A-54F2-4C59-8DDF-B1FB488AEE99}" type="pres">
      <dgm:prSet presAssocID="{ABAE5073-6C52-4D7C-8854-D7EAD6618303}" presName="negativeSpace" presStyleCnt="0"/>
      <dgm:spPr/>
      <dgm:t>
        <a:bodyPr/>
        <a:lstStyle/>
        <a:p>
          <a:pPr latinLnBrk="1"/>
          <a:endParaRPr lang="ko-KR" altLang="en-US"/>
        </a:p>
      </dgm:t>
    </dgm:pt>
    <dgm:pt modelId="{5839E5D4-29CA-4494-A11C-D2C19BBA1CF8}" type="pres">
      <dgm:prSet presAssocID="{ABAE5073-6C52-4D7C-8854-D7EAD6618303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4DEC9B6-B95E-4582-B50C-86C54F6CA8F0}" type="pres">
      <dgm:prSet presAssocID="{07E4B4FA-E5C7-4D98-B476-FC0677FEFAF5}" presName="spaceBetweenRectangles" presStyleCnt="0"/>
      <dgm:spPr/>
      <dgm:t>
        <a:bodyPr/>
        <a:lstStyle/>
        <a:p>
          <a:pPr latinLnBrk="1"/>
          <a:endParaRPr lang="ko-KR" altLang="en-US"/>
        </a:p>
      </dgm:t>
    </dgm:pt>
    <dgm:pt modelId="{43F9DB0A-6185-48FC-9A8A-2A35F34A2F71}" type="pres">
      <dgm:prSet presAssocID="{0DF05F39-4114-450C-9AC4-D02314D26770}" presName="parentLin" presStyleCnt="0"/>
      <dgm:spPr/>
    </dgm:pt>
    <dgm:pt modelId="{CCC049EB-A2E9-42D1-805A-90A54F449896}" type="pres">
      <dgm:prSet presAssocID="{0DF05F39-4114-450C-9AC4-D02314D26770}" presName="parentLeftMargin" presStyleLbl="node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4D7DFAA5-5575-4975-89A5-62338500865C}" type="pres">
      <dgm:prSet presAssocID="{0DF05F39-4114-450C-9AC4-D02314D2677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46F6C01-85F4-47AD-84CC-63228BE4ABDF}" type="pres">
      <dgm:prSet presAssocID="{0DF05F39-4114-450C-9AC4-D02314D26770}" presName="negativeSpace" presStyleCnt="0"/>
      <dgm:spPr/>
    </dgm:pt>
    <dgm:pt modelId="{16D7B8BE-04DE-4F4A-87A5-C5AF4F4A017F}" type="pres">
      <dgm:prSet presAssocID="{0DF05F39-4114-450C-9AC4-D02314D26770}" presName="childText" presStyleLbl="conFgAcc1" presStyleIdx="4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21BB67A0-D6EC-405D-93B7-EF74C4E0F0F1}" srcId="{0DF05F39-4114-450C-9AC4-D02314D26770}" destId="{824EF243-BEEF-4121-9398-E9129AFBCA53}" srcOrd="1" destOrd="0" parTransId="{935C6B7D-BCF7-4A9B-946F-1F2E96B25582}" sibTransId="{81F6BCEF-7C50-487B-ADAA-A123C11DBE4F}"/>
    <dgm:cxn modelId="{5CD5E779-8392-46BD-A708-B3E95C486CA1}" srcId="{0DF05F39-4114-450C-9AC4-D02314D26770}" destId="{8EFF2491-401C-4DD2-9F86-61E1374828E2}" srcOrd="4" destOrd="0" parTransId="{F61C571A-1C69-4EF8-9A54-6FF91CE5E2CA}" sibTransId="{75DDB37B-6B14-4408-BCA7-812BC8F26F9C}"/>
    <dgm:cxn modelId="{81ADA9C3-22E2-4534-946D-5EB11D4FC301}" srcId="{0DF05F39-4114-450C-9AC4-D02314D26770}" destId="{652C5480-33E3-41C0-8971-6396B25A0DD8}" srcOrd="5" destOrd="0" parTransId="{D6A0D0DA-7726-4F2F-8E12-1F77F2D3CD05}" sibTransId="{755579A1-4D31-4BB7-ACCF-04CF2E89B08F}"/>
    <dgm:cxn modelId="{0004AC63-B41D-4901-B441-D1C15E06F4F0}" type="presOf" srcId="{ABAE5073-6C52-4D7C-8854-D7EAD6618303}" destId="{EB7CE389-B5B1-402F-B989-E968BB7B4CD5}" srcOrd="1" destOrd="0" presId="urn:microsoft.com/office/officeart/2005/8/layout/list1"/>
    <dgm:cxn modelId="{947B7F17-CC40-4D11-8876-6C01AA24F722}" srcId="{E15FA3B7-1D90-4A6D-B5BA-6A15D16542F8}" destId="{D5659FB8-7814-4BD3-9C88-FAB34115CABF}" srcOrd="0" destOrd="0" parTransId="{4192588F-AACB-42A7-8B43-1ABB21CD4716}" sibTransId="{53DDC6DF-A270-463F-8AFC-1C70971455A7}"/>
    <dgm:cxn modelId="{205CC400-4B93-47E5-B65D-77F6411199DD}" type="presOf" srcId="{0DF05F39-4114-450C-9AC4-D02314D26770}" destId="{CCC049EB-A2E9-42D1-805A-90A54F449896}" srcOrd="0" destOrd="0" presId="urn:microsoft.com/office/officeart/2005/8/layout/list1"/>
    <dgm:cxn modelId="{131F2C2F-DA5B-46EB-929D-6A0A0D36DE87}" srcId="{0DF05F39-4114-450C-9AC4-D02314D26770}" destId="{D81EC2A9-E04A-478A-A5FE-D3555C3FD2AF}" srcOrd="2" destOrd="0" parTransId="{6071D181-BC18-4F09-A512-6CBFE94EAACB}" sibTransId="{6D2482C8-3117-4BEE-83A8-544B2927B31F}"/>
    <dgm:cxn modelId="{9294D69B-2D4E-41EE-AF24-D64A7DFEDFBD}" type="presOf" srcId="{9DA84CEF-17C9-44EB-A1A0-87C3828DE1AE}" destId="{DF11EFBB-97E3-4D66-9D27-E334728C912F}" srcOrd="0" destOrd="0" presId="urn:microsoft.com/office/officeart/2005/8/layout/list1"/>
    <dgm:cxn modelId="{F3FC517E-FDD0-456B-900F-49E84D145F55}" type="presOf" srcId="{0DF05F39-4114-450C-9AC4-D02314D26770}" destId="{4D7DFAA5-5575-4975-89A5-62338500865C}" srcOrd="1" destOrd="0" presId="urn:microsoft.com/office/officeart/2005/8/layout/list1"/>
    <dgm:cxn modelId="{01FEC91B-C0CC-4479-8A29-99C6C866121F}" type="presOf" srcId="{D5659FB8-7814-4BD3-9C88-FAB34115CABF}" destId="{73C06742-8345-45BE-BFCE-2C4CA19913EB}" srcOrd="1" destOrd="0" presId="urn:microsoft.com/office/officeart/2005/8/layout/list1"/>
    <dgm:cxn modelId="{94AF3578-64CF-4623-A0A3-2984B5E5443D}" type="presOf" srcId="{BFFFD552-D1F8-4E6A-A489-1DB0BCA6CAED}" destId="{16D7B8BE-04DE-4F4A-87A5-C5AF4F4A017F}" srcOrd="0" destOrd="3" presId="urn:microsoft.com/office/officeart/2005/8/layout/list1"/>
    <dgm:cxn modelId="{CE588A26-208E-498C-873D-AE13E73F9E3E}" srcId="{E15FA3B7-1D90-4A6D-B5BA-6A15D16542F8}" destId="{9DA84CEF-17C9-44EB-A1A0-87C3828DE1AE}" srcOrd="1" destOrd="0" parTransId="{3F3C44C5-E60F-4019-A647-387889CD9DB3}" sibTransId="{2D39EF3D-ABDA-45EC-8929-3CE3F141E390}"/>
    <dgm:cxn modelId="{F2D02CD5-15C3-4776-92AB-2CEA381FDDCD}" srcId="{0DF05F39-4114-450C-9AC4-D02314D26770}" destId="{BFFFD552-D1F8-4E6A-A489-1DB0BCA6CAED}" srcOrd="3" destOrd="0" parTransId="{61427EFC-B13A-4458-84EE-E77544956DD7}" sibTransId="{6110E69B-EE1F-4BDC-AAA4-ACA3D11C905F}"/>
    <dgm:cxn modelId="{68C2B924-974C-4726-8689-90AFE55D46E7}" type="presOf" srcId="{D5659FB8-7814-4BD3-9C88-FAB34115CABF}" destId="{F7ACE5BE-AA18-4645-BA0F-F167D1B27041}" srcOrd="0" destOrd="0" presId="urn:microsoft.com/office/officeart/2005/8/layout/list1"/>
    <dgm:cxn modelId="{CC942D25-8E65-48F8-A7BE-897338CE57A7}" type="presOf" srcId="{D81EC2A9-E04A-478A-A5FE-D3555C3FD2AF}" destId="{16D7B8BE-04DE-4F4A-87A5-C5AF4F4A017F}" srcOrd="0" destOrd="2" presId="urn:microsoft.com/office/officeart/2005/8/layout/list1"/>
    <dgm:cxn modelId="{8D6BE0FD-9FE3-4632-A7E6-FE12CD48BC84}" type="presOf" srcId="{9DA84CEF-17C9-44EB-A1A0-87C3828DE1AE}" destId="{1ADC506E-807D-4FBD-9F9F-DD547A767F0C}" srcOrd="1" destOrd="0" presId="urn:microsoft.com/office/officeart/2005/8/layout/list1"/>
    <dgm:cxn modelId="{024ACA76-F497-4088-9658-1A5F6B47E6FF}" type="presOf" srcId="{D1F9BA44-FF5E-4792-BA28-72AD0CC67664}" destId="{3F147CC2-0F21-499B-A26D-C7E45867B4C3}" srcOrd="0" destOrd="0" presId="urn:microsoft.com/office/officeart/2005/8/layout/list1"/>
    <dgm:cxn modelId="{E3D65A8B-7166-4477-AAD9-0AB5B51D04DA}" srcId="{0DF05F39-4114-450C-9AC4-D02314D26770}" destId="{F07E0DC3-C036-4381-A51F-9DA30CE93E5E}" srcOrd="6" destOrd="0" parTransId="{27FA3C38-7BF8-44BE-8196-985D6777662E}" sibTransId="{75769159-E4DE-43E8-9562-6132C4C2F1B0}"/>
    <dgm:cxn modelId="{DC0E212F-F47F-4272-BDF2-091400E51DFA}" type="presOf" srcId="{824EF243-BEEF-4121-9398-E9129AFBCA53}" destId="{16D7B8BE-04DE-4F4A-87A5-C5AF4F4A017F}" srcOrd="0" destOrd="1" presId="urn:microsoft.com/office/officeart/2005/8/layout/list1"/>
    <dgm:cxn modelId="{F75019F5-9D95-4DBA-9FEB-A6787FD99480}" srcId="{E15FA3B7-1D90-4A6D-B5BA-6A15D16542F8}" destId="{D1F9BA44-FF5E-4792-BA28-72AD0CC67664}" srcOrd="2" destOrd="0" parTransId="{1D8411F6-00CB-4EB0-83AC-73BA915E1356}" sibTransId="{A2B7A531-5E83-4F67-8A9B-6856B3089A43}"/>
    <dgm:cxn modelId="{FDE98C1A-B255-4C81-BD87-291CA060EBE2}" type="presOf" srcId="{F07E0DC3-C036-4381-A51F-9DA30CE93E5E}" destId="{16D7B8BE-04DE-4F4A-87A5-C5AF4F4A017F}" srcOrd="0" destOrd="6" presId="urn:microsoft.com/office/officeart/2005/8/layout/list1"/>
    <dgm:cxn modelId="{11ABEA39-B9E8-4594-AC4C-B8C16267DB13}" type="presOf" srcId="{E15FA3B7-1D90-4A6D-B5BA-6A15D16542F8}" destId="{4AAA10DD-A0AC-48F7-8DF0-C917D47A2D5D}" srcOrd="0" destOrd="0" presId="urn:microsoft.com/office/officeart/2005/8/layout/list1"/>
    <dgm:cxn modelId="{6FFBCC3C-94B0-4044-88C8-D3A7247E503C}" srcId="{E15FA3B7-1D90-4A6D-B5BA-6A15D16542F8}" destId="{ABAE5073-6C52-4D7C-8854-D7EAD6618303}" srcOrd="3" destOrd="0" parTransId="{D1C1019F-5DF3-4F7D-837C-114A295FB5EC}" sibTransId="{07E4B4FA-E5C7-4D98-B476-FC0677FEFAF5}"/>
    <dgm:cxn modelId="{9CEAC9D4-5538-41FE-9E37-BBE7294244ED}" srcId="{0DF05F39-4114-450C-9AC4-D02314D26770}" destId="{7A0EDCF3-6FCF-4615-8F59-61907A49942C}" srcOrd="0" destOrd="0" parTransId="{E1D74E2E-9D5D-41EF-B99B-D79AF678A52E}" sibTransId="{C58DC286-C8B5-4C70-8E47-15D676BD623D}"/>
    <dgm:cxn modelId="{D9E1AC16-9D36-4C9A-A993-43275988835A}" srcId="{E15FA3B7-1D90-4A6D-B5BA-6A15D16542F8}" destId="{0DF05F39-4114-450C-9AC4-D02314D26770}" srcOrd="4" destOrd="0" parTransId="{4ADFA539-852E-40D6-A388-8AB2DB0EA9C8}" sibTransId="{7B4A1EE0-ECBF-4920-AC9A-96E170448509}"/>
    <dgm:cxn modelId="{9E123C2D-07AD-4919-A023-AF449C359393}" type="presOf" srcId="{8EFF2491-401C-4DD2-9F86-61E1374828E2}" destId="{16D7B8BE-04DE-4F4A-87A5-C5AF4F4A017F}" srcOrd="0" destOrd="4" presId="urn:microsoft.com/office/officeart/2005/8/layout/list1"/>
    <dgm:cxn modelId="{111A67D5-7F2B-4F7B-A09C-5BA89E88CB6B}" type="presOf" srcId="{D1F9BA44-FF5E-4792-BA28-72AD0CC67664}" destId="{B04F892A-76EA-468A-B11B-3B5D4728FA99}" srcOrd="1" destOrd="0" presId="urn:microsoft.com/office/officeart/2005/8/layout/list1"/>
    <dgm:cxn modelId="{54DF28D7-7B41-400E-BA40-0C2D7D2E28D3}" type="presOf" srcId="{ABAE5073-6C52-4D7C-8854-D7EAD6618303}" destId="{F6879F7E-D1C5-4F16-93D3-8ADB8F4421FB}" srcOrd="0" destOrd="0" presId="urn:microsoft.com/office/officeart/2005/8/layout/list1"/>
    <dgm:cxn modelId="{2ED90EDA-33E4-467C-8B7F-3B688558C562}" type="presOf" srcId="{7A0EDCF3-6FCF-4615-8F59-61907A49942C}" destId="{16D7B8BE-04DE-4F4A-87A5-C5AF4F4A017F}" srcOrd="0" destOrd="0" presId="urn:microsoft.com/office/officeart/2005/8/layout/list1"/>
    <dgm:cxn modelId="{54F6136F-68B7-471A-851E-50D93F0FE1CC}" type="presOf" srcId="{652C5480-33E3-41C0-8971-6396B25A0DD8}" destId="{16D7B8BE-04DE-4F4A-87A5-C5AF4F4A017F}" srcOrd="0" destOrd="5" presId="urn:microsoft.com/office/officeart/2005/8/layout/list1"/>
    <dgm:cxn modelId="{200365D5-AB1C-4E4E-8422-D7E5751A3E1B}" type="presParOf" srcId="{4AAA10DD-A0AC-48F7-8DF0-C917D47A2D5D}" destId="{BBC7ACC3-08AA-4B0E-95D3-7DF9F5D0515B}" srcOrd="0" destOrd="0" presId="urn:microsoft.com/office/officeart/2005/8/layout/list1"/>
    <dgm:cxn modelId="{9D9D55BA-D06C-4724-8DAB-8360CD7BC0F1}" type="presParOf" srcId="{BBC7ACC3-08AA-4B0E-95D3-7DF9F5D0515B}" destId="{F7ACE5BE-AA18-4645-BA0F-F167D1B27041}" srcOrd="0" destOrd="0" presId="urn:microsoft.com/office/officeart/2005/8/layout/list1"/>
    <dgm:cxn modelId="{9811A0DD-4467-4DC2-96E2-42759C20D008}" type="presParOf" srcId="{BBC7ACC3-08AA-4B0E-95D3-7DF9F5D0515B}" destId="{73C06742-8345-45BE-BFCE-2C4CA19913EB}" srcOrd="1" destOrd="0" presId="urn:microsoft.com/office/officeart/2005/8/layout/list1"/>
    <dgm:cxn modelId="{215CE4CF-D933-488E-AFAD-17461C175F68}" type="presParOf" srcId="{4AAA10DD-A0AC-48F7-8DF0-C917D47A2D5D}" destId="{9CD9E2D2-7B5F-4712-BEF4-EB5B502DD8FD}" srcOrd="1" destOrd="0" presId="urn:microsoft.com/office/officeart/2005/8/layout/list1"/>
    <dgm:cxn modelId="{7B74ACA7-15F6-4C5B-AEA7-F3E35DECCCB3}" type="presParOf" srcId="{4AAA10DD-A0AC-48F7-8DF0-C917D47A2D5D}" destId="{09AFCA01-1A9E-4B1C-85C6-2874DB800C01}" srcOrd="2" destOrd="0" presId="urn:microsoft.com/office/officeart/2005/8/layout/list1"/>
    <dgm:cxn modelId="{8B3C1837-4A82-4F9B-840C-AFF50DDE4DA7}" type="presParOf" srcId="{4AAA10DD-A0AC-48F7-8DF0-C917D47A2D5D}" destId="{C23D89A0-A2BE-409A-BC1E-DAA840BFF119}" srcOrd="3" destOrd="0" presId="urn:microsoft.com/office/officeart/2005/8/layout/list1"/>
    <dgm:cxn modelId="{2BF939B9-B774-40D4-8D17-55AECCCFC5B7}" type="presParOf" srcId="{4AAA10DD-A0AC-48F7-8DF0-C917D47A2D5D}" destId="{0951A7F2-1E71-43B4-90FF-1787BD4AF019}" srcOrd="4" destOrd="0" presId="urn:microsoft.com/office/officeart/2005/8/layout/list1"/>
    <dgm:cxn modelId="{335DE65A-BA80-4F3E-A6F8-980A845E65E7}" type="presParOf" srcId="{0951A7F2-1E71-43B4-90FF-1787BD4AF019}" destId="{DF11EFBB-97E3-4D66-9D27-E334728C912F}" srcOrd="0" destOrd="0" presId="urn:microsoft.com/office/officeart/2005/8/layout/list1"/>
    <dgm:cxn modelId="{257FDAF7-9821-438B-BCFF-5715D44E7AD0}" type="presParOf" srcId="{0951A7F2-1E71-43B4-90FF-1787BD4AF019}" destId="{1ADC506E-807D-4FBD-9F9F-DD547A767F0C}" srcOrd="1" destOrd="0" presId="urn:microsoft.com/office/officeart/2005/8/layout/list1"/>
    <dgm:cxn modelId="{D80187C0-1281-4FB4-A49C-F40025843431}" type="presParOf" srcId="{4AAA10DD-A0AC-48F7-8DF0-C917D47A2D5D}" destId="{5320DCBB-A311-4DFC-8E94-D51D084C8E6A}" srcOrd="5" destOrd="0" presId="urn:microsoft.com/office/officeart/2005/8/layout/list1"/>
    <dgm:cxn modelId="{A6BB81B0-908A-4B5F-B2E7-EC0B62541EE0}" type="presParOf" srcId="{4AAA10DD-A0AC-48F7-8DF0-C917D47A2D5D}" destId="{830C68AF-44B6-42BB-A397-B137DD0A7698}" srcOrd="6" destOrd="0" presId="urn:microsoft.com/office/officeart/2005/8/layout/list1"/>
    <dgm:cxn modelId="{466DEC07-24E1-46BB-8B6F-DF47735332E5}" type="presParOf" srcId="{4AAA10DD-A0AC-48F7-8DF0-C917D47A2D5D}" destId="{D51D61CF-BE89-4E59-A2BD-0E290B415B83}" srcOrd="7" destOrd="0" presId="urn:microsoft.com/office/officeart/2005/8/layout/list1"/>
    <dgm:cxn modelId="{4CCD28A8-E229-422F-BBA6-FF677DFE5D92}" type="presParOf" srcId="{4AAA10DD-A0AC-48F7-8DF0-C917D47A2D5D}" destId="{1E5FF7D8-B410-44F9-A106-B146E842F0D6}" srcOrd="8" destOrd="0" presId="urn:microsoft.com/office/officeart/2005/8/layout/list1"/>
    <dgm:cxn modelId="{032A1DB3-F670-4AA4-A015-91F18B5C51A1}" type="presParOf" srcId="{1E5FF7D8-B410-44F9-A106-B146E842F0D6}" destId="{3F147CC2-0F21-499B-A26D-C7E45867B4C3}" srcOrd="0" destOrd="0" presId="urn:microsoft.com/office/officeart/2005/8/layout/list1"/>
    <dgm:cxn modelId="{11EB2788-2B08-429F-812F-CE64410D8042}" type="presParOf" srcId="{1E5FF7D8-B410-44F9-A106-B146E842F0D6}" destId="{B04F892A-76EA-468A-B11B-3B5D4728FA99}" srcOrd="1" destOrd="0" presId="urn:microsoft.com/office/officeart/2005/8/layout/list1"/>
    <dgm:cxn modelId="{33B371C8-2149-461A-832A-488837411C1F}" type="presParOf" srcId="{4AAA10DD-A0AC-48F7-8DF0-C917D47A2D5D}" destId="{298CC45F-CD94-41B3-BABC-2FA494EEA8E0}" srcOrd="9" destOrd="0" presId="urn:microsoft.com/office/officeart/2005/8/layout/list1"/>
    <dgm:cxn modelId="{E2029900-FC15-4102-862C-23345B51AC68}" type="presParOf" srcId="{4AAA10DD-A0AC-48F7-8DF0-C917D47A2D5D}" destId="{F01CA542-1069-4685-B666-F8C37CBB13A6}" srcOrd="10" destOrd="0" presId="urn:microsoft.com/office/officeart/2005/8/layout/list1"/>
    <dgm:cxn modelId="{120B3B22-A84D-4ED0-8177-359C8A4D95D2}" type="presParOf" srcId="{4AAA10DD-A0AC-48F7-8DF0-C917D47A2D5D}" destId="{4B9227D5-AE0C-481A-B1A5-5CAF95F0B4FF}" srcOrd="11" destOrd="0" presId="urn:microsoft.com/office/officeart/2005/8/layout/list1"/>
    <dgm:cxn modelId="{D8713851-739D-445C-8022-81123B19D74C}" type="presParOf" srcId="{4AAA10DD-A0AC-48F7-8DF0-C917D47A2D5D}" destId="{80431896-12FD-4984-B69C-735F09853F40}" srcOrd="12" destOrd="0" presId="urn:microsoft.com/office/officeart/2005/8/layout/list1"/>
    <dgm:cxn modelId="{73417CC0-2412-4495-89A1-A68FB8E21786}" type="presParOf" srcId="{80431896-12FD-4984-B69C-735F09853F40}" destId="{F6879F7E-D1C5-4F16-93D3-8ADB8F4421FB}" srcOrd="0" destOrd="0" presId="urn:microsoft.com/office/officeart/2005/8/layout/list1"/>
    <dgm:cxn modelId="{45C6BDC4-84F1-4132-968A-FD9574F2B1DF}" type="presParOf" srcId="{80431896-12FD-4984-B69C-735F09853F40}" destId="{EB7CE389-B5B1-402F-B989-E968BB7B4CD5}" srcOrd="1" destOrd="0" presId="urn:microsoft.com/office/officeart/2005/8/layout/list1"/>
    <dgm:cxn modelId="{36FD668B-765A-492D-8EFB-FA8CB075B48C}" type="presParOf" srcId="{4AAA10DD-A0AC-48F7-8DF0-C917D47A2D5D}" destId="{8F1A846A-54F2-4C59-8DDF-B1FB488AEE99}" srcOrd="13" destOrd="0" presId="urn:microsoft.com/office/officeart/2005/8/layout/list1"/>
    <dgm:cxn modelId="{24174C2A-5AB0-45AB-887D-5FBE843CBBE5}" type="presParOf" srcId="{4AAA10DD-A0AC-48F7-8DF0-C917D47A2D5D}" destId="{5839E5D4-29CA-4494-A11C-D2C19BBA1CF8}" srcOrd="14" destOrd="0" presId="urn:microsoft.com/office/officeart/2005/8/layout/list1"/>
    <dgm:cxn modelId="{F7070420-4E3E-44C5-B179-C2226291BC5B}" type="presParOf" srcId="{4AAA10DD-A0AC-48F7-8DF0-C917D47A2D5D}" destId="{84DEC9B6-B95E-4582-B50C-86C54F6CA8F0}" srcOrd="15" destOrd="0" presId="urn:microsoft.com/office/officeart/2005/8/layout/list1"/>
    <dgm:cxn modelId="{7C1E4A5F-8D54-4C9F-B8DC-9B3727657E6C}" type="presParOf" srcId="{4AAA10DD-A0AC-48F7-8DF0-C917D47A2D5D}" destId="{43F9DB0A-6185-48FC-9A8A-2A35F34A2F71}" srcOrd="16" destOrd="0" presId="urn:microsoft.com/office/officeart/2005/8/layout/list1"/>
    <dgm:cxn modelId="{89EA5C80-AEB8-4F4A-B8C0-7A8085610946}" type="presParOf" srcId="{43F9DB0A-6185-48FC-9A8A-2A35F34A2F71}" destId="{CCC049EB-A2E9-42D1-805A-90A54F449896}" srcOrd="0" destOrd="0" presId="urn:microsoft.com/office/officeart/2005/8/layout/list1"/>
    <dgm:cxn modelId="{1FBD04B3-8D5E-4BEF-AA51-8E3E7C8E03B4}" type="presParOf" srcId="{43F9DB0A-6185-48FC-9A8A-2A35F34A2F71}" destId="{4D7DFAA5-5575-4975-89A5-62338500865C}" srcOrd="1" destOrd="0" presId="urn:microsoft.com/office/officeart/2005/8/layout/list1"/>
    <dgm:cxn modelId="{B40A6E1A-4C33-4FEB-8CE5-2BFA658B8EA8}" type="presParOf" srcId="{4AAA10DD-A0AC-48F7-8DF0-C917D47A2D5D}" destId="{C46F6C01-85F4-47AD-84CC-63228BE4ABDF}" srcOrd="17" destOrd="0" presId="urn:microsoft.com/office/officeart/2005/8/layout/list1"/>
    <dgm:cxn modelId="{E0E17BFD-0B79-4DBD-8431-6F3DF21CF8E2}" type="presParOf" srcId="{4AAA10DD-A0AC-48F7-8DF0-C917D47A2D5D}" destId="{16D7B8BE-04DE-4F4A-87A5-C5AF4F4A017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1D9F8E6-05E6-4CC9-8B36-C36AC3E879CC}" type="doc">
      <dgm:prSet loTypeId="urn:microsoft.com/office/officeart/2005/8/layout/hierarchy5" loCatId="hierarchy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71E757F8-D31F-45B3-97F2-4777840705D3}">
      <dgm:prSet phldrT="[텍스트]" custT="1"/>
      <dgm:spPr/>
      <dgm:t>
        <a:bodyPr/>
        <a:lstStyle/>
        <a:p>
          <a:pPr latinLnBrk="0"/>
          <a:r>
            <a:rPr lang="ko-KR" altLang="en-US" sz="1400" dirty="0" smtClean="0">
              <a:solidFill>
                <a:schemeClr val="tx1"/>
              </a:solidFill>
            </a:rPr>
            <a:t>이용자 </a:t>
          </a:r>
          <a:r>
            <a:rPr lang="ko-KR" altLang="en-US" sz="1400" dirty="0" err="1" smtClean="0">
              <a:solidFill>
                <a:schemeClr val="tx1"/>
              </a:solidFill>
            </a:rPr>
            <a:t>창조형</a:t>
          </a:r>
          <a:r>
            <a:rPr lang="ko-KR" altLang="en-US" sz="1400" dirty="0" smtClean="0">
              <a:solidFill>
                <a:schemeClr val="tx1"/>
              </a:solidFill>
            </a:rPr>
            <a:t> 음악 </a:t>
          </a:r>
          <a:r>
            <a:rPr lang="ko-KR" altLang="en-US" sz="1400" dirty="0" err="1" smtClean="0">
              <a:solidFill>
                <a:schemeClr val="tx1"/>
              </a:solidFill>
            </a:rPr>
            <a:t>콘텐츠</a:t>
          </a:r>
          <a:r>
            <a:rPr lang="ko-KR" altLang="en-US" sz="1400" dirty="0" smtClean="0">
              <a:solidFill>
                <a:schemeClr val="tx1"/>
              </a:solidFill>
            </a:rPr>
            <a:t> 서비스를 위한 음악 신호처리 기술 개발 및 검증시스템 구현</a:t>
          </a:r>
          <a:endParaRPr lang="ko-KR" altLang="en-US" sz="1400" dirty="0">
            <a:solidFill>
              <a:schemeClr val="tx1"/>
            </a:solidFill>
          </a:endParaRPr>
        </a:p>
      </dgm:t>
    </dgm:pt>
    <dgm:pt modelId="{961C3304-2CD9-4193-94BB-26F4506A9565}" type="parTrans" cxnId="{61BF3367-5191-4825-8D10-EB2196CD1F7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DC2E61BA-7335-4B62-8EC4-1C1245C94DA7}" type="sibTrans" cxnId="{61BF3367-5191-4825-8D10-EB2196CD1F7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5B51ED2E-6B3B-4477-9394-97525A326206}">
      <dgm:prSet phldrT="[텍스트]" custT="1"/>
      <dgm:spPr/>
      <dgm:t>
        <a:bodyPr/>
        <a:lstStyle/>
        <a:p>
          <a:pPr latinLnBrk="1"/>
          <a:r>
            <a:rPr lang="ko-KR" altLang="en-US" sz="1200" dirty="0" smtClean="0">
              <a:solidFill>
                <a:schemeClr val="tx1"/>
              </a:solidFill>
            </a:rPr>
            <a:t>주요 객체 </a:t>
          </a:r>
          <a:r>
            <a:rPr lang="ko-KR" altLang="en-US" sz="1200" dirty="0" err="1" smtClean="0">
              <a:solidFill>
                <a:schemeClr val="tx1"/>
              </a:solidFill>
            </a:rPr>
            <a:t>음원</a:t>
          </a:r>
          <a:r>
            <a:rPr lang="ko-KR" altLang="en-US" sz="1200" dirty="0" smtClean="0">
              <a:solidFill>
                <a:schemeClr val="tx1"/>
              </a:solidFill>
            </a:rPr>
            <a:t> 추출 모듈 구현</a:t>
          </a:r>
          <a:endParaRPr lang="ko-KR" altLang="en-US" sz="1200" dirty="0">
            <a:solidFill>
              <a:schemeClr val="tx1"/>
            </a:solidFill>
          </a:endParaRPr>
        </a:p>
      </dgm:t>
    </dgm:pt>
    <dgm:pt modelId="{AE46F7FD-F9EB-4ED3-A03A-05BE6CA104C8}" type="parTrans" cxnId="{99D6AAB4-C161-464A-96CA-5C7A61324BF3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D0D3F396-F70A-4420-ACE3-DA4E6DBF76CB}" type="sibTrans" cxnId="{99D6AAB4-C161-464A-96CA-5C7A61324BF3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716EB8FE-51D0-438C-8030-4C06CF5574F8}">
      <dgm:prSet phldrT="[텍스트]" custT="1"/>
      <dgm:spPr/>
      <dgm:t>
        <a:bodyPr/>
        <a:lstStyle/>
        <a:p>
          <a:pPr algn="just" latinLnBrk="0">
            <a:spcAft>
              <a:spcPts val="0"/>
            </a:spcAft>
          </a:pPr>
          <a:r>
            <a:rPr lang="en-US" altLang="ko-KR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• 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주요 객체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분리 모듈 개발</a:t>
          </a:r>
          <a:endParaRPr lang="en-US" altLang="ko-KR" sz="1200" b="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  <a:p>
          <a:pPr algn="just" latinLnBrk="0">
            <a:spcAft>
              <a:spcPts val="0"/>
            </a:spcAft>
          </a:pPr>
          <a:r>
            <a:rPr lang="en-US" altLang="ko-KR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• 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특징 기반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분류 및 추출 기능 구현</a:t>
          </a:r>
        </a:p>
      </dgm:t>
    </dgm:pt>
    <dgm:pt modelId="{86071B79-7AF3-434D-91F0-733E33932EE7}" type="parTrans" cxnId="{B525E9C6-21EE-452C-AF5B-60513E06B7C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441EB701-1E45-42EE-B190-1EEE0CE8CA21}" type="sibTrans" cxnId="{B525E9C6-21EE-452C-AF5B-60513E06B7C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F785D5EE-99D7-4129-AA9D-219C26B069E6}">
      <dgm:prSet phldrT="[텍스트]" custT="1"/>
      <dgm:spPr/>
      <dgm:t>
        <a:bodyPr/>
        <a:lstStyle/>
        <a:p>
          <a:pPr latinLnBrk="0"/>
          <a:r>
            <a:rPr lang="ko-KR" altLang="en-US" sz="1200" dirty="0" smtClean="0">
              <a:solidFill>
                <a:schemeClr val="tx1"/>
              </a:solidFill>
              <a:latin typeface="굴림"/>
            </a:rPr>
            <a:t>이용자 </a:t>
          </a:r>
          <a:r>
            <a:rPr lang="ko-KR" altLang="en-US" sz="1200" dirty="0" err="1" smtClean="0">
              <a:solidFill>
                <a:schemeClr val="tx1"/>
              </a:solidFill>
              <a:latin typeface="굴림"/>
            </a:rPr>
            <a:t>창조형</a:t>
          </a:r>
          <a:r>
            <a:rPr lang="ko-KR" altLang="en-US" sz="1200" dirty="0" smtClean="0">
              <a:solidFill>
                <a:schemeClr val="tx1"/>
              </a:solidFill>
              <a:latin typeface="굴림"/>
            </a:rPr>
            <a:t> 음악 </a:t>
          </a:r>
          <a:r>
            <a:rPr lang="ko-KR" altLang="en-US" sz="1200" dirty="0" err="1" smtClean="0">
              <a:solidFill>
                <a:schemeClr val="tx1"/>
              </a:solidFill>
              <a:latin typeface="굴림"/>
            </a:rPr>
            <a:t>콘텐츠</a:t>
          </a:r>
          <a:r>
            <a:rPr lang="ko-KR" altLang="en-US" sz="1200" dirty="0" smtClean="0">
              <a:solidFill>
                <a:schemeClr val="tx1"/>
              </a:solidFill>
              <a:latin typeface="굴림"/>
            </a:rPr>
            <a:t> 서비스 시스템 구현</a:t>
          </a:r>
          <a:endParaRPr lang="ko-KR" altLang="en-US" sz="1200" dirty="0">
            <a:solidFill>
              <a:schemeClr val="tx1"/>
            </a:solidFill>
          </a:endParaRPr>
        </a:p>
      </dgm:t>
    </dgm:pt>
    <dgm:pt modelId="{F7665885-CA43-4EAC-BA0C-CCE5B84C4CC4}" type="parTrans" cxnId="{DE76C94D-73F8-4E7D-9AB0-01570F22EBB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D49C3AC2-1CF1-4AC9-B456-2ADF35634227}" type="sibTrans" cxnId="{DE76C94D-73F8-4E7D-9AB0-01570F22EBB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FD5ABEED-CED5-43AB-AD29-AAED66412883}">
      <dgm:prSet phldrT="[텍스트]" custT="1"/>
      <dgm:spPr/>
      <dgm:t>
        <a:bodyPr/>
        <a:lstStyle/>
        <a:p>
          <a:pPr latinLnBrk="0">
            <a:lnSpc>
              <a:spcPts val="1400"/>
            </a:lnSpc>
            <a:spcAft>
              <a:spcPts val="0"/>
            </a:spcAft>
          </a:pP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이용자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창조형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음악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콘텐츠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저작 도구 구현</a:t>
          </a:r>
          <a:endParaRPr lang="en-US" altLang="ko-KR" sz="1200" b="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gm:t>
    </dgm:pt>
    <dgm:pt modelId="{DE81E94C-56A3-4DD4-94F7-1AC946FC2545}" type="parTrans" cxnId="{310CD0D9-246B-4CC2-BD69-7189EBCF6907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564138D8-297A-4DAA-B679-66A7AC8993F4}" type="sibTrans" cxnId="{310CD0D9-246B-4CC2-BD69-7189EBCF6907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376BD15B-1B1F-4501-9780-9941743B1E5D}">
      <dgm:prSet phldrT="[텍스트]" custT="1"/>
      <dgm:spPr/>
      <dgm:t>
        <a:bodyPr anchor="t" anchorCtr="0"/>
        <a:lstStyle/>
        <a:p>
          <a:pPr latinLnBrk="1"/>
          <a:r>
            <a:rPr lang="ko-KR" altLang="en-US" sz="2000" dirty="0" smtClean="0">
              <a:solidFill>
                <a:schemeClr val="tx1"/>
              </a:solidFill>
            </a:rPr>
            <a:t>연구목표</a:t>
          </a:r>
          <a:endParaRPr lang="ko-KR" altLang="en-US" sz="2000" dirty="0">
            <a:solidFill>
              <a:schemeClr val="tx1"/>
            </a:solidFill>
          </a:endParaRPr>
        </a:p>
      </dgm:t>
    </dgm:pt>
    <dgm:pt modelId="{7338EC72-FBE1-437A-AFF9-153FF07DD30E}" type="parTrans" cxnId="{DF5BE3F0-83B0-46A9-8A11-EE0A7FE4F2C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EA7E902B-F364-438A-84CA-BD98F6BF6248}" type="sibTrans" cxnId="{DF5BE3F0-83B0-46A9-8A11-EE0A7FE4F2C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3AD1CE35-02E1-4CA1-AFFE-DADA57EFC9FB}">
      <dgm:prSet phldrT="[텍스트]" custT="1"/>
      <dgm:spPr/>
      <dgm:t>
        <a:bodyPr anchor="t" anchorCtr="0"/>
        <a:lstStyle/>
        <a:p>
          <a:pPr latinLnBrk="1"/>
          <a:r>
            <a:rPr lang="ko-KR" altLang="en-US" sz="2000" dirty="0" smtClean="0">
              <a:solidFill>
                <a:schemeClr val="tx1"/>
              </a:solidFill>
            </a:rPr>
            <a:t>세부 목표</a:t>
          </a:r>
          <a:endParaRPr lang="ko-KR" altLang="en-US" sz="2000" dirty="0">
            <a:solidFill>
              <a:schemeClr val="tx1"/>
            </a:solidFill>
          </a:endParaRPr>
        </a:p>
      </dgm:t>
    </dgm:pt>
    <dgm:pt modelId="{755D33C7-75CA-42C2-B0B3-900F576DD372}" type="parTrans" cxnId="{358DEADF-9EF7-4670-825C-8A45F96010B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C99AAB12-D37F-4F15-BED5-BE3558D59764}" type="sibTrans" cxnId="{358DEADF-9EF7-4670-825C-8A45F96010BD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A6E180AB-01D7-4FCF-A1FA-66E4F230E4CA}">
      <dgm:prSet phldrT="[텍스트]" custT="1"/>
      <dgm:spPr/>
      <dgm:t>
        <a:bodyPr/>
        <a:lstStyle/>
        <a:p>
          <a:pPr latinLnBrk="0"/>
          <a:r>
            <a:rPr lang="ko-KR" altLang="en-US" sz="1200" dirty="0" err="1" smtClean="0">
              <a:solidFill>
                <a:schemeClr val="tx1"/>
              </a:solidFill>
              <a:latin typeface="굴림"/>
            </a:rPr>
            <a:t>다객체</a:t>
          </a:r>
          <a:r>
            <a:rPr lang="ko-KR" altLang="en-US" sz="1200" dirty="0" smtClean="0">
              <a:solidFill>
                <a:schemeClr val="tx1"/>
              </a:solidFill>
              <a:latin typeface="굴림"/>
            </a:rPr>
            <a:t> 오디오 </a:t>
          </a:r>
          <a:r>
            <a:rPr lang="ko-KR" altLang="en-US" sz="1200" dirty="0" err="1" smtClean="0">
              <a:solidFill>
                <a:schemeClr val="tx1"/>
              </a:solidFill>
              <a:latin typeface="굴림"/>
            </a:rPr>
            <a:t>부복호화</a:t>
          </a:r>
          <a:r>
            <a:rPr lang="ko-KR" altLang="en-US" sz="1200" dirty="0" smtClean="0">
              <a:solidFill>
                <a:schemeClr val="tx1"/>
              </a:solidFill>
              <a:latin typeface="굴림"/>
            </a:rPr>
            <a:t> 모듈 구현</a:t>
          </a:r>
          <a:endParaRPr lang="en-US" altLang="ko-KR" sz="1200" dirty="0" smtClean="0">
            <a:solidFill>
              <a:schemeClr val="tx1"/>
            </a:solidFill>
            <a:latin typeface="굴림"/>
          </a:endParaRPr>
        </a:p>
      </dgm:t>
    </dgm:pt>
    <dgm:pt modelId="{AF5F70B5-7795-4291-942F-0B3478D731FE}" type="sibTrans" cxnId="{69238DD6-B328-4D8C-896D-241F7B1340CB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044648A7-BD74-41A9-98D5-73D7E0B74E3E}" type="parTrans" cxnId="{69238DD6-B328-4D8C-896D-241F7B1340CB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A3BF3ABA-129F-465F-B57B-9F955510A5B1}">
      <dgm:prSet phldrT="[텍스트]" custT="1"/>
      <dgm:spPr/>
      <dgm:t>
        <a:bodyPr/>
        <a:lstStyle/>
        <a:p>
          <a:pPr latinLnBrk="0">
            <a:lnSpc>
              <a:spcPts val="1400"/>
            </a:lnSpc>
            <a:spcAft>
              <a:spcPts val="0"/>
            </a:spcAft>
          </a:pP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이용자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창조형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음악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콘텐츠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재생</a:t>
          </a:r>
          <a:r>
            <a:rPr lang="en-US" altLang="ko-KR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단말 구현</a:t>
          </a:r>
          <a:endParaRPr lang="en-US" altLang="ko-KR" sz="1200" b="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gm:t>
    </dgm:pt>
    <dgm:pt modelId="{1CE7121C-269D-4594-A396-BAA6488ECE71}" type="parTrans" cxnId="{4C6D8189-DFA7-4761-B727-4EEA2C1DD4C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4120DA36-2DFE-46BA-BC21-0E9D1634F4E1}" type="sibTrans" cxnId="{4C6D8189-DFA7-4761-B727-4EEA2C1DD4C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82BB5847-0727-454E-958E-8A95A44290A7}">
      <dgm:prSet phldrT="[텍스트]" custT="1"/>
      <dgm:spPr/>
      <dgm:t>
        <a:bodyPr anchor="t" anchorCtr="0"/>
        <a:lstStyle/>
        <a:p>
          <a:pPr latinLnBrk="1"/>
          <a:r>
            <a:rPr lang="ko-KR" altLang="en-US" sz="2000" dirty="0" smtClean="0">
              <a:solidFill>
                <a:schemeClr val="tx1"/>
              </a:solidFill>
            </a:rPr>
            <a:t>기술개발 및 </a:t>
          </a:r>
          <a:r>
            <a:rPr lang="en-US" altLang="ko-KR" sz="2000" dirty="0" smtClean="0">
              <a:solidFill>
                <a:schemeClr val="tx1"/>
              </a:solidFill>
            </a:rPr>
            <a:t/>
          </a:r>
          <a:br>
            <a:rPr lang="en-US" altLang="ko-KR" sz="2000" dirty="0" smtClean="0">
              <a:solidFill>
                <a:schemeClr val="tx1"/>
              </a:solidFill>
            </a:rPr>
          </a:br>
          <a:r>
            <a:rPr lang="ko-KR" altLang="en-US" sz="2000" dirty="0" smtClean="0">
              <a:solidFill>
                <a:schemeClr val="tx1"/>
              </a:solidFill>
            </a:rPr>
            <a:t>성능목표</a:t>
          </a:r>
          <a:endParaRPr lang="en-US" altLang="ko-KR" sz="2000" dirty="0" smtClean="0">
            <a:solidFill>
              <a:schemeClr val="tx1"/>
            </a:solidFill>
          </a:endParaRPr>
        </a:p>
      </dgm:t>
    </dgm:pt>
    <dgm:pt modelId="{D85BC6CF-B298-4DB0-88EB-BDE9169C5973}" type="parTrans" cxnId="{A9B0EE73-CDB4-4231-BE77-C4FE220C863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F29AEF47-643E-4980-AEF5-A6B295CE8D9A}" type="sibTrans" cxnId="{A9B0EE73-CDB4-4231-BE77-C4FE220C863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6B7C0307-A31A-4D22-94EE-AE911B5BBE98}">
      <dgm:prSet phldrT="[텍스트]" custT="1"/>
      <dgm:spPr/>
      <dgm:t>
        <a:bodyPr/>
        <a:lstStyle/>
        <a:p>
          <a:pPr latinLnBrk="0">
            <a:spcAft>
              <a:spcPts val="0"/>
            </a:spcAft>
          </a:pP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SIR</a:t>
          </a:r>
          <a:r>
            <a:rPr lang="en-US" altLang="ko-KR" sz="1100" b="0" baseline="300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1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10dB 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이상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/>
          </a:r>
          <a:b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</a:b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MOS</a:t>
          </a:r>
          <a:r>
            <a:rPr lang="en-US" altLang="ko-KR" sz="1100" b="0" baseline="300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2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3.5 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이상</a:t>
          </a:r>
        </a:p>
      </dgm:t>
    </dgm:pt>
    <dgm:pt modelId="{1148C535-5558-49A4-A9C0-85D144848AE9}" type="parTrans" cxnId="{7062CC8C-3E0C-4121-B0BF-C2150813020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B641AFAC-6768-49BE-8380-84AB0BB67544}" type="sibTrans" cxnId="{7062CC8C-3E0C-4121-B0BF-C21508130202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C74E27B5-D466-410E-B188-F87DF2A0A247}">
      <dgm:prSet phldrT="[텍스트]" custT="1"/>
      <dgm:spPr/>
      <dgm:t>
        <a:bodyPr/>
        <a:lstStyle/>
        <a:p>
          <a:pPr algn="just" latinLnBrk="0">
            <a:spcAft>
              <a:spcPts val="0"/>
            </a:spcAft>
          </a:pPr>
          <a:r>
            <a:rPr lang="en-US" altLang="ko-KR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•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객체별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주요 특징 기반 코딩 방식 개발</a:t>
          </a:r>
          <a:endParaRPr lang="en-US" altLang="ko-KR" sz="1200" b="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  <a:p>
          <a:pPr algn="just" latinLnBrk="0">
            <a:spcAft>
              <a:spcPts val="0"/>
            </a:spcAft>
          </a:pPr>
          <a:r>
            <a:rPr lang="en-US" altLang="ko-KR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•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객체별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오디오 부</a:t>
          </a:r>
          <a:r>
            <a:rPr lang="en-US" altLang="ko-KR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/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복호화기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개발</a:t>
          </a:r>
          <a:endParaRPr lang="en-US" altLang="ko-KR" sz="1200" b="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gm:t>
    </dgm:pt>
    <dgm:pt modelId="{B6B39238-6EBC-4240-BDD1-E2FA3DB6BF67}" type="parTrans" cxnId="{C51282FF-6C5B-4E06-B401-0B5471184E1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04D2BE10-6CA1-4E5D-B4F7-A6907F056E4D}" type="sibTrans" cxnId="{C51282FF-6C5B-4E06-B401-0B5471184E1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75C4816D-4F3F-42D1-994E-5206DB0EC98B}">
      <dgm:prSet phldrT="[텍스트]" custT="1"/>
      <dgm:spPr/>
      <dgm:t>
        <a:bodyPr/>
        <a:lstStyle/>
        <a:p>
          <a:pPr latinLnBrk="0"/>
          <a:r>
            <a:rPr lang="ko-KR" altLang="en-US" sz="1200" dirty="0" smtClean="0">
              <a:solidFill>
                <a:schemeClr val="tx1"/>
              </a:solidFill>
              <a:latin typeface="굴림"/>
            </a:rPr>
            <a:t>음악 분위기</a:t>
          </a:r>
          <a:r>
            <a:rPr lang="en-US" altLang="ko-KR" sz="1200" dirty="0" smtClean="0">
              <a:solidFill>
                <a:schemeClr val="tx1"/>
              </a:solidFill>
              <a:latin typeface="굴림"/>
            </a:rPr>
            <a:t/>
          </a:r>
          <a:br>
            <a:rPr lang="en-US" altLang="ko-KR" sz="1200" dirty="0" smtClean="0">
              <a:solidFill>
                <a:schemeClr val="tx1"/>
              </a:solidFill>
              <a:latin typeface="굴림"/>
            </a:rPr>
          </a:br>
          <a:r>
            <a:rPr lang="ko-KR" altLang="en-US" sz="1200" dirty="0" smtClean="0">
              <a:solidFill>
                <a:schemeClr val="tx1"/>
              </a:solidFill>
              <a:latin typeface="굴림"/>
            </a:rPr>
            <a:t>제어 기술</a:t>
          </a:r>
          <a:endParaRPr lang="en-US" altLang="ko-KR" sz="1200" dirty="0" smtClean="0">
            <a:solidFill>
              <a:schemeClr val="tx1"/>
            </a:solidFill>
            <a:latin typeface="굴림"/>
          </a:endParaRPr>
        </a:p>
      </dgm:t>
    </dgm:pt>
    <dgm:pt modelId="{BCFD91C0-4AF1-42A4-A016-B367EE0BCA09}" type="parTrans" cxnId="{28E3A4C1-E59E-48ED-AFBA-5C2D9A67D41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A7256330-3A59-46E8-A97D-320EFDA9DE1F}" type="sibTrans" cxnId="{28E3A4C1-E59E-48ED-AFBA-5C2D9A67D41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E246A42C-6D40-42F9-B1DA-093D4903175A}">
      <dgm:prSet phldrT="[텍스트]" custT="1"/>
      <dgm:spPr/>
      <dgm:t>
        <a:bodyPr/>
        <a:lstStyle/>
        <a:p>
          <a:pPr latinLnBrk="0">
            <a:lnSpc>
              <a:spcPts val="1300"/>
            </a:lnSpc>
            <a:spcAft>
              <a:spcPts val="0"/>
            </a:spcAft>
          </a:pP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5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개 객체에 대해 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MOS 4.0 @ 40kbps</a:t>
          </a:r>
          <a:r>
            <a:rPr lang="en-US" altLang="ko-KR" sz="1100" b="0" baseline="300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3</a:t>
          </a:r>
          <a:endParaRPr lang="en-US" altLang="ko-KR" sz="1100" b="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gm:t>
    </dgm:pt>
    <dgm:pt modelId="{A33F0029-6358-414A-A353-E0FB064BC6FF}" type="parTrans" cxnId="{B4B803B5-9C7E-420A-B2E2-4C4F3936BFB1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B5785C87-9C26-448E-9A0E-D286D93E9A6C}" type="sibTrans" cxnId="{B4B803B5-9C7E-420A-B2E2-4C4F3936BFB1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73B76296-A962-4F20-9330-0ADDEFC7E0F9}">
      <dgm:prSet phldrT="[텍스트]" custT="1"/>
      <dgm:spPr/>
      <dgm:t>
        <a:bodyPr/>
        <a:lstStyle/>
        <a:p>
          <a:pPr latinLnBrk="0">
            <a:spcAft>
              <a:spcPts val="0"/>
            </a:spcAft>
          </a:pP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서비스 특화된 분위기 제어 범위 연구</a:t>
          </a:r>
          <a:endParaRPr lang="en-US" altLang="ko-KR" sz="1200" b="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gm:t>
    </dgm:pt>
    <dgm:pt modelId="{EE552DB7-9EA9-4419-BA18-261FF59ED9C6}" type="parTrans" cxnId="{80D2EBED-B7E0-40F5-A5CD-E4C2BCCD1BFC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E6BDE6E0-C839-43D4-9C02-B38788FAF40D}" type="sibTrans" cxnId="{80D2EBED-B7E0-40F5-A5CD-E4C2BCCD1BFC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8355A967-1AAD-4AC7-9F1A-AFA995CD51D8}">
      <dgm:prSet phldrT="[텍스트]" custT="1"/>
      <dgm:spPr/>
      <dgm:t>
        <a:bodyPr/>
        <a:lstStyle/>
        <a:p>
          <a:pPr latinLnBrk="1">
            <a:lnSpc>
              <a:spcPts val="1300"/>
            </a:lnSpc>
            <a:spcAft>
              <a:spcPts val="0"/>
            </a:spcAft>
          </a:pP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기능 검증 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(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스테레오 </a:t>
          </a:r>
          <a:r>
            <a:rPr lang="ko-KR" altLang="en-US" sz="11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추출</a:t>
          </a:r>
          <a:r>
            <a:rPr lang="en-US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/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제거</a:t>
          </a:r>
          <a:r>
            <a:rPr lang="en-US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1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특징 추출</a:t>
          </a:r>
          <a:r>
            <a:rPr lang="en-US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/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제어</a:t>
          </a:r>
          <a:r>
            <a:rPr lang="en-US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1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콘텐츠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생성</a:t>
          </a:r>
          <a:r>
            <a:rPr lang="en-US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부호화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)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</a:t>
          </a:r>
          <a:endParaRPr lang="en-US" altLang="ko-KR" sz="1100" b="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gm:t>
    </dgm:pt>
    <dgm:pt modelId="{2229CFDE-A6B6-4E6A-BBA4-FF3686AED0EC}" type="sibTrans" cxnId="{7FC3C36B-9050-4548-BB6E-4257620C2524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127425B7-F2F3-47B7-90DB-DCCBA715A6D4}" type="parTrans" cxnId="{7FC3C36B-9050-4548-BB6E-4257620C2524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21F83FE6-C88A-4D34-BF70-A30BBF3EDE53}">
      <dgm:prSet phldrT="[텍스트]" custT="1"/>
      <dgm:spPr/>
      <dgm:t>
        <a:bodyPr/>
        <a:lstStyle/>
        <a:p>
          <a:pPr latinLnBrk="1">
            <a:lnSpc>
              <a:spcPts val="1300"/>
            </a:lnSpc>
            <a:spcAft>
              <a:spcPts val="0"/>
            </a:spcAft>
          </a:pP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기능 검증 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(</a:t>
          </a:r>
          <a:r>
            <a:rPr lang="ko-KR" altLang="ko-KR" sz="11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선택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ko-KR" sz="11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볼륨 조정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ko-KR" sz="11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프리셋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분위기 제어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UCC)</a:t>
          </a:r>
        </a:p>
      </dgm:t>
    </dgm:pt>
    <dgm:pt modelId="{6199F70D-5E55-461E-B06E-5C4DB1908A91}" type="sibTrans" cxnId="{4A0264DD-F362-4643-86CA-4DF3AFE30B1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9F7DF9B9-ED27-4B79-B1F9-7549C36464C9}" type="parTrans" cxnId="{4A0264DD-F362-4643-86CA-4DF3AFE30B1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742009BE-2F3C-43A1-8E06-1C45C5C8EB10}">
      <dgm:prSet phldrT="[텍스트]" custT="1"/>
      <dgm:spPr/>
      <dgm:t>
        <a:bodyPr/>
        <a:lstStyle/>
        <a:p>
          <a:pPr latinLnBrk="0">
            <a:lnSpc>
              <a:spcPts val="1400"/>
            </a:lnSpc>
            <a:spcAft>
              <a:spcPts val="0"/>
            </a:spcAft>
          </a:pP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벡터 양자화 기반의 객체 </a:t>
          </a:r>
          <a:r>
            <a:rPr lang="ko-KR" altLang="en-US" sz="12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잔차신호</a:t>
          </a: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코딩 기술 개발</a:t>
          </a:r>
          <a:endParaRPr lang="en-US" altLang="ko-KR" sz="1200" b="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gm:t>
    </dgm:pt>
    <dgm:pt modelId="{71A89E78-C890-4441-9B20-14D1DDCE87C2}" type="parTrans" cxnId="{BB05048C-A9F5-42A9-855C-BA1A8235D034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56B5A33F-AEE5-400D-9899-F432D8F293CC}" type="sibTrans" cxnId="{BB05048C-A9F5-42A9-855C-BA1A8235D034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2E53ECFB-21B1-4CA5-BB1A-386C3E56A4D1}">
      <dgm:prSet phldrT="[텍스트]" custT="1"/>
      <dgm:spPr/>
      <dgm:t>
        <a:bodyPr/>
        <a:lstStyle/>
        <a:p>
          <a:pPr latinLnBrk="0">
            <a:spcAft>
              <a:spcPts val="0"/>
            </a:spcAft>
          </a:pP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MOS 4.0 @ 48kbps </a:t>
          </a:r>
        </a:p>
      </dgm:t>
    </dgm:pt>
    <dgm:pt modelId="{FA7452A8-13D8-4E7C-8031-B3A7E569D582}" type="parTrans" cxnId="{1BAFF0B6-12FF-4B9D-8BBC-0B45F6A199AE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922B5593-C49D-4AA1-B847-49C5D76F96C4}" type="sibTrans" cxnId="{1BAFF0B6-12FF-4B9D-8BBC-0B45F6A199AE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0A793CDE-69BC-4C21-B3ED-B49D4F2CD55B}">
      <dgm:prSet phldrT="[텍스트]" custT="1"/>
      <dgm:spPr/>
      <dgm:t>
        <a:bodyPr/>
        <a:lstStyle/>
        <a:p>
          <a:pPr latinLnBrk="0">
            <a:lnSpc>
              <a:spcPts val="1300"/>
            </a:lnSpc>
            <a:spcAft>
              <a:spcPts val="0"/>
            </a:spcAft>
          </a:pP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특징 추출 성능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85% 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이상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(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추출된 </a:t>
          </a:r>
          <a:r>
            <a:rPr lang="ko-KR" altLang="en-US" sz="11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음원특징과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실제 </a:t>
          </a:r>
          <a:r>
            <a:rPr lang="ko-KR" altLang="en-US" sz="1100" b="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en-US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구간의 검출 적중률</a:t>
          </a:r>
          <a:r>
            <a:rPr lang="en-US" altLang="ko-KR" sz="11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)</a:t>
          </a:r>
        </a:p>
      </dgm:t>
    </dgm:pt>
    <dgm:pt modelId="{A90D92D7-5903-422B-9C3E-0D407CE78376}" type="sibTrans" cxnId="{DFE93497-BFDA-4862-81AC-9D68A0D831F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8BC43B55-C821-4A41-9D10-123841493280}" type="parTrans" cxnId="{DFE93497-BFDA-4862-81AC-9D68A0D831F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A4AFC2AB-5B26-4AF7-993C-3CF670A7B9F5}">
      <dgm:prSet phldrT="[텍스트]" custT="1"/>
      <dgm:spPr/>
      <dgm:t>
        <a:bodyPr/>
        <a:lstStyle/>
        <a:p>
          <a:pPr latinLnBrk="1">
            <a:spcAft>
              <a:spcPts val="0"/>
            </a:spcAft>
          </a:pPr>
          <a:r>
            <a:rPr lang="ko-KR" altLang="en-US" sz="1200" b="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통합 구현 및 검증</a:t>
          </a:r>
          <a:endParaRPr lang="en-US" altLang="ko-KR" sz="1200" b="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gm:t>
    </dgm:pt>
    <dgm:pt modelId="{A16F906A-A322-4AAB-94D7-BF8A55B688D2}" type="parTrans" cxnId="{4B18BDBB-7137-4877-BA36-CC5648D3DD56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1C14688C-9931-4396-B6BD-8567AF338736}" type="sibTrans" cxnId="{4B18BDBB-7137-4877-BA36-CC5648D3DD56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FF62DCE2-C04E-4C1A-8017-6C5094E0DF52}">
      <dgm:prSet phldrT="[텍스트]" custT="1"/>
      <dgm:spPr/>
      <dgm:t>
        <a:bodyPr anchor="t" anchorCtr="0"/>
        <a:lstStyle/>
        <a:p>
          <a:pPr latinLnBrk="1"/>
          <a:r>
            <a:rPr lang="ko-KR" altLang="en-US" sz="2000" dirty="0" smtClean="0">
              <a:solidFill>
                <a:schemeClr val="tx1"/>
              </a:solidFill>
            </a:rPr>
            <a:t>연구 내용</a:t>
          </a:r>
          <a:endParaRPr lang="ko-KR" altLang="en-US" sz="2000" dirty="0">
            <a:solidFill>
              <a:schemeClr val="tx1"/>
            </a:solidFill>
          </a:endParaRPr>
        </a:p>
      </dgm:t>
    </dgm:pt>
    <dgm:pt modelId="{A734C827-88FC-41EE-993E-A5B0CFB83111}" type="parTrans" cxnId="{9A4E5D19-19B1-4028-9763-78C56B7854D7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D64AA24C-589D-4A3C-A687-AAE2BD0E3B25}" type="sibTrans" cxnId="{9A4E5D19-19B1-4028-9763-78C56B7854D7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F387F7D7-E0C1-4136-9F1F-3A315464C0E0}" type="pres">
      <dgm:prSet presAssocID="{51D9F8E6-05E6-4CC9-8B36-C36AC3E879C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2435A3B-091B-4C2E-8325-8833174FAE57}" type="pres">
      <dgm:prSet presAssocID="{51D9F8E6-05E6-4CC9-8B36-C36AC3E879CC}" presName="hierFlow" presStyleCnt="0"/>
      <dgm:spPr/>
    </dgm:pt>
    <dgm:pt modelId="{3F946FAC-B68E-49C4-9E36-983C50DA29F1}" type="pres">
      <dgm:prSet presAssocID="{51D9F8E6-05E6-4CC9-8B36-C36AC3E879CC}" presName="firstBuf" presStyleCnt="0"/>
      <dgm:spPr/>
    </dgm:pt>
    <dgm:pt modelId="{7172368D-081A-404B-975C-48705697B456}" type="pres">
      <dgm:prSet presAssocID="{51D9F8E6-05E6-4CC9-8B36-C36AC3E879C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B55C80B-BCB4-4052-B7F9-BC995DE26810}" type="pres">
      <dgm:prSet presAssocID="{71E757F8-D31F-45B3-97F2-4777840705D3}" presName="Name17" presStyleCnt="0"/>
      <dgm:spPr/>
    </dgm:pt>
    <dgm:pt modelId="{2DC3AB1A-CDD8-4940-950F-16D7A7FD3ECC}" type="pres">
      <dgm:prSet presAssocID="{71E757F8-D31F-45B3-97F2-4777840705D3}" presName="level1Shape" presStyleLbl="node0" presStyleIdx="0" presStyleCnt="1" custScaleX="531751" custScaleY="1356230" custLinFactY="-200000" custLinFactNeighborX="41426" custLinFactNeighborY="-240779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985CF9A-C6D2-4DD2-B6FB-E4A6628DC40C}" type="pres">
      <dgm:prSet presAssocID="{71E757F8-D31F-45B3-97F2-4777840705D3}" presName="hierChild2" presStyleCnt="0"/>
      <dgm:spPr/>
    </dgm:pt>
    <dgm:pt modelId="{9609DC31-B2C0-4FCC-B999-F4003D58EE47}" type="pres">
      <dgm:prSet presAssocID="{AE46F7FD-F9EB-4ED3-A03A-05BE6CA104C8}" presName="Name25" presStyleLbl="parChTrans1D2" presStyleIdx="0" presStyleCnt="4" custScaleX="2000000"/>
      <dgm:spPr/>
      <dgm:t>
        <a:bodyPr/>
        <a:lstStyle/>
        <a:p>
          <a:pPr latinLnBrk="1"/>
          <a:endParaRPr lang="ko-KR" altLang="en-US"/>
        </a:p>
      </dgm:t>
    </dgm:pt>
    <dgm:pt modelId="{25B3631E-E546-4FD3-BEBA-14B0E9E67444}" type="pres">
      <dgm:prSet presAssocID="{AE46F7FD-F9EB-4ED3-A03A-05BE6CA104C8}" presName="connTx" presStyleLbl="parChTrans1D2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1123A056-F295-44FC-911B-B920F055EF5B}" type="pres">
      <dgm:prSet presAssocID="{5B51ED2E-6B3B-4477-9394-97525A326206}" presName="Name30" presStyleCnt="0"/>
      <dgm:spPr/>
    </dgm:pt>
    <dgm:pt modelId="{7162B31B-24EF-42AB-918A-0D370C67AB80}" type="pres">
      <dgm:prSet presAssocID="{5B51ED2E-6B3B-4477-9394-97525A326206}" presName="level2Shape" presStyleLbl="node2" presStyleIdx="0" presStyleCnt="4" custScaleX="477775" custScaleY="464437" custLinFactX="6106" custLinFactY="-292739" custLinFactNeighborX="100000" custLinFactNeighborY="-300000"/>
      <dgm:spPr/>
      <dgm:t>
        <a:bodyPr/>
        <a:lstStyle/>
        <a:p>
          <a:pPr latinLnBrk="1"/>
          <a:endParaRPr lang="ko-KR" altLang="en-US"/>
        </a:p>
      </dgm:t>
    </dgm:pt>
    <dgm:pt modelId="{406FC2E5-0AF8-4943-9C1C-D59BA3EAC46F}" type="pres">
      <dgm:prSet presAssocID="{5B51ED2E-6B3B-4477-9394-97525A326206}" presName="hierChild3" presStyleCnt="0"/>
      <dgm:spPr/>
    </dgm:pt>
    <dgm:pt modelId="{A7D3060F-4721-4A8D-81DC-069EB1F931FF}" type="pres">
      <dgm:prSet presAssocID="{86071B79-7AF3-434D-91F0-733E33932EE7}" presName="Name25" presStyleLbl="parChTrans1D3" presStyleIdx="0" presStyleCnt="7" custScaleX="2000000"/>
      <dgm:spPr/>
      <dgm:t>
        <a:bodyPr/>
        <a:lstStyle/>
        <a:p>
          <a:pPr latinLnBrk="1"/>
          <a:endParaRPr lang="ko-KR" altLang="en-US"/>
        </a:p>
      </dgm:t>
    </dgm:pt>
    <dgm:pt modelId="{119C9F37-5DDD-4593-92D5-A52AC492936D}" type="pres">
      <dgm:prSet presAssocID="{86071B79-7AF3-434D-91F0-733E33932EE7}" presName="connTx" presStyleLbl="parChTrans1D3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D20F57B0-DAEA-488F-9727-7629BEAF771C}" type="pres">
      <dgm:prSet presAssocID="{716EB8FE-51D0-438C-8030-4C06CF5574F8}" presName="Name30" presStyleCnt="0"/>
      <dgm:spPr/>
    </dgm:pt>
    <dgm:pt modelId="{719F875B-A438-4C53-A271-76C665B52D35}" type="pres">
      <dgm:prSet presAssocID="{716EB8FE-51D0-438C-8030-4C06CF5574F8}" presName="level2Shape" presStyleLbl="node3" presStyleIdx="0" presStyleCnt="7" custScaleX="1136615" custScaleY="434692" custLinFactX="68349" custLinFactY="-292551" custLinFactNeighborX="100000" custLinFactNeighborY="-300000"/>
      <dgm:spPr/>
      <dgm:t>
        <a:bodyPr/>
        <a:lstStyle/>
        <a:p>
          <a:pPr latinLnBrk="1"/>
          <a:endParaRPr lang="ko-KR" altLang="en-US"/>
        </a:p>
      </dgm:t>
    </dgm:pt>
    <dgm:pt modelId="{3ABD0648-939F-43B2-A02F-E2E718617D1C}" type="pres">
      <dgm:prSet presAssocID="{716EB8FE-51D0-438C-8030-4C06CF5574F8}" presName="hierChild3" presStyleCnt="0"/>
      <dgm:spPr/>
    </dgm:pt>
    <dgm:pt modelId="{4A8C535C-86A2-4663-84E3-8D37B40DDCA9}" type="pres">
      <dgm:prSet presAssocID="{1148C535-5558-49A4-A9C0-85D144848AE9}" presName="Name25" presStyleLbl="parChTrans1D4" presStyleIdx="0" presStyleCnt="6" custScaleX="2000000"/>
      <dgm:spPr/>
      <dgm:t>
        <a:bodyPr/>
        <a:lstStyle/>
        <a:p>
          <a:pPr latinLnBrk="1"/>
          <a:endParaRPr lang="ko-KR" altLang="en-US"/>
        </a:p>
      </dgm:t>
    </dgm:pt>
    <dgm:pt modelId="{6CCFF904-6DBD-4FD4-BBC1-F3BDB9168D96}" type="pres">
      <dgm:prSet presAssocID="{1148C535-5558-49A4-A9C0-85D144848AE9}" presName="connTx" presStyleLbl="parChTrans1D4" presStyleIdx="0" presStyleCnt="6"/>
      <dgm:spPr/>
      <dgm:t>
        <a:bodyPr/>
        <a:lstStyle/>
        <a:p>
          <a:pPr latinLnBrk="1"/>
          <a:endParaRPr lang="ko-KR" altLang="en-US"/>
        </a:p>
      </dgm:t>
    </dgm:pt>
    <dgm:pt modelId="{95B896B3-B550-440F-A0FD-74399B3C13DC}" type="pres">
      <dgm:prSet presAssocID="{6B7C0307-A31A-4D22-94EE-AE911B5BBE98}" presName="Name30" presStyleCnt="0"/>
      <dgm:spPr/>
    </dgm:pt>
    <dgm:pt modelId="{21DE9026-F63F-4FE7-BC06-A1642A665573}" type="pres">
      <dgm:prSet presAssocID="{6B7C0307-A31A-4D22-94EE-AE911B5BBE98}" presName="level2Shape" presStyleLbl="node4" presStyleIdx="0" presStyleCnt="6" custScaleX="865943" custScaleY="342813" custLinFactX="100000" custLinFactY="-294834" custLinFactNeighborX="149651" custLinFactNeighborY="-300000"/>
      <dgm:spPr/>
      <dgm:t>
        <a:bodyPr/>
        <a:lstStyle/>
        <a:p>
          <a:pPr latinLnBrk="1"/>
          <a:endParaRPr lang="ko-KR" altLang="en-US"/>
        </a:p>
      </dgm:t>
    </dgm:pt>
    <dgm:pt modelId="{1E83801F-0886-453E-BAB7-2E118B1561CC}" type="pres">
      <dgm:prSet presAssocID="{6B7C0307-A31A-4D22-94EE-AE911B5BBE98}" presName="hierChild3" presStyleCnt="0"/>
      <dgm:spPr/>
    </dgm:pt>
    <dgm:pt modelId="{1CA95A27-CE8C-4581-A023-35724A6F9B81}" type="pres">
      <dgm:prSet presAssocID="{044648A7-BD74-41A9-98D5-73D7E0B74E3E}" presName="Name25" presStyleLbl="parChTrans1D2" presStyleIdx="1" presStyleCnt="4" custScaleX="2000000"/>
      <dgm:spPr/>
      <dgm:t>
        <a:bodyPr/>
        <a:lstStyle/>
        <a:p>
          <a:pPr latinLnBrk="1"/>
          <a:endParaRPr lang="ko-KR" altLang="en-US"/>
        </a:p>
      </dgm:t>
    </dgm:pt>
    <dgm:pt modelId="{762F0030-7473-4F2A-A067-90BFAE392A77}" type="pres">
      <dgm:prSet presAssocID="{044648A7-BD74-41A9-98D5-73D7E0B74E3E}" presName="connTx" presStyleLbl="parChTrans1D2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2EE46890-1902-4BA2-A94F-D549B4A20045}" type="pres">
      <dgm:prSet presAssocID="{A6E180AB-01D7-4FCF-A1FA-66E4F230E4CA}" presName="Name30" presStyleCnt="0"/>
      <dgm:spPr/>
    </dgm:pt>
    <dgm:pt modelId="{CC112999-FFE3-416C-A42E-FD5DC88AA9F8}" type="pres">
      <dgm:prSet presAssocID="{A6E180AB-01D7-4FCF-A1FA-66E4F230E4CA}" presName="level2Shape" presStyleLbl="node2" presStyleIdx="1" presStyleCnt="4" custScaleX="471914" custScaleY="519731" custLinFactX="15450" custLinFactY="-200000" custLinFactNeighborX="100000" custLinFactNeighborY="-236271"/>
      <dgm:spPr/>
      <dgm:t>
        <a:bodyPr/>
        <a:lstStyle/>
        <a:p>
          <a:pPr latinLnBrk="1"/>
          <a:endParaRPr lang="ko-KR" altLang="en-US"/>
        </a:p>
      </dgm:t>
    </dgm:pt>
    <dgm:pt modelId="{81636CF4-4C6E-4450-B946-D69F9ABECA91}" type="pres">
      <dgm:prSet presAssocID="{A6E180AB-01D7-4FCF-A1FA-66E4F230E4CA}" presName="hierChild3" presStyleCnt="0"/>
      <dgm:spPr/>
    </dgm:pt>
    <dgm:pt modelId="{17469F7F-0376-487D-B885-EA9E499EC02A}" type="pres">
      <dgm:prSet presAssocID="{B6B39238-6EBC-4240-BDD1-E2FA3DB6BF67}" presName="Name25" presStyleLbl="parChTrans1D3" presStyleIdx="1" presStyleCnt="7" custScaleX="2000000"/>
      <dgm:spPr/>
      <dgm:t>
        <a:bodyPr/>
        <a:lstStyle/>
        <a:p>
          <a:pPr latinLnBrk="1"/>
          <a:endParaRPr lang="ko-KR" altLang="en-US"/>
        </a:p>
      </dgm:t>
    </dgm:pt>
    <dgm:pt modelId="{1A8C1DD7-3D9C-45AD-900E-8A2C741888A6}" type="pres">
      <dgm:prSet presAssocID="{B6B39238-6EBC-4240-BDD1-E2FA3DB6BF67}" presName="connTx" presStyleLbl="parChTrans1D3" presStyleIdx="1" presStyleCnt="7"/>
      <dgm:spPr/>
      <dgm:t>
        <a:bodyPr/>
        <a:lstStyle/>
        <a:p>
          <a:pPr latinLnBrk="1"/>
          <a:endParaRPr lang="ko-KR" altLang="en-US"/>
        </a:p>
      </dgm:t>
    </dgm:pt>
    <dgm:pt modelId="{5F8F30EF-127E-45F5-9EFC-9F455A56AADD}" type="pres">
      <dgm:prSet presAssocID="{C74E27B5-D466-410E-B188-F87DF2A0A247}" presName="Name30" presStyleCnt="0"/>
      <dgm:spPr/>
    </dgm:pt>
    <dgm:pt modelId="{AACC9F14-2C73-4291-AB44-7A62C6FDFDC3}" type="pres">
      <dgm:prSet presAssocID="{C74E27B5-D466-410E-B188-F87DF2A0A247}" presName="level2Shape" presStyleLbl="node3" presStyleIdx="1" presStyleCnt="7" custScaleX="1117095" custScaleY="371921" custLinFactX="83236" custLinFactY="-200000" custLinFactNeighborX="100000" custLinFactNeighborY="-244756"/>
      <dgm:spPr/>
      <dgm:t>
        <a:bodyPr/>
        <a:lstStyle/>
        <a:p>
          <a:pPr latinLnBrk="1"/>
          <a:endParaRPr lang="ko-KR" altLang="en-US"/>
        </a:p>
      </dgm:t>
    </dgm:pt>
    <dgm:pt modelId="{1BCBECFE-5611-4EE9-985B-6ADEB2CD1A5C}" type="pres">
      <dgm:prSet presAssocID="{C74E27B5-D466-410E-B188-F87DF2A0A247}" presName="hierChild3" presStyleCnt="0"/>
      <dgm:spPr/>
    </dgm:pt>
    <dgm:pt modelId="{A1A8BAA4-1A36-4D63-915B-A151C74516FD}" type="pres">
      <dgm:prSet presAssocID="{FA7452A8-13D8-4E7C-8031-B3A7E569D582}" presName="Name25" presStyleLbl="parChTrans1D4" presStyleIdx="1" presStyleCnt="6"/>
      <dgm:spPr/>
      <dgm:t>
        <a:bodyPr/>
        <a:lstStyle/>
        <a:p>
          <a:pPr latinLnBrk="1"/>
          <a:endParaRPr lang="ko-KR" altLang="en-US"/>
        </a:p>
      </dgm:t>
    </dgm:pt>
    <dgm:pt modelId="{E6C9D375-F7C0-488C-95E9-53082A1EEC93}" type="pres">
      <dgm:prSet presAssocID="{FA7452A8-13D8-4E7C-8031-B3A7E569D582}" presName="connTx" presStyleLbl="parChTrans1D4" presStyleIdx="1" presStyleCnt="6"/>
      <dgm:spPr/>
      <dgm:t>
        <a:bodyPr/>
        <a:lstStyle/>
        <a:p>
          <a:pPr latinLnBrk="1"/>
          <a:endParaRPr lang="ko-KR" altLang="en-US"/>
        </a:p>
      </dgm:t>
    </dgm:pt>
    <dgm:pt modelId="{10BAA22C-F57E-478E-864A-9CFA527268E5}" type="pres">
      <dgm:prSet presAssocID="{2E53ECFB-21B1-4CA5-BB1A-386C3E56A4D1}" presName="Name30" presStyleCnt="0"/>
      <dgm:spPr/>
    </dgm:pt>
    <dgm:pt modelId="{869730FF-1E2A-45E6-AA9F-2A7D81A1EA59}" type="pres">
      <dgm:prSet presAssocID="{2E53ECFB-21B1-4CA5-BB1A-386C3E56A4D1}" presName="level2Shape" presStyleLbl="node4" presStyleIdx="1" presStyleCnt="6" custScaleX="863882" custScaleY="226646" custLinFactX="100000" custLinFactY="-200000" custLinFactNeighborX="177093" custLinFactNeighborY="-255390"/>
      <dgm:spPr/>
      <dgm:t>
        <a:bodyPr/>
        <a:lstStyle/>
        <a:p>
          <a:pPr latinLnBrk="1"/>
          <a:endParaRPr lang="ko-KR" altLang="en-US"/>
        </a:p>
      </dgm:t>
    </dgm:pt>
    <dgm:pt modelId="{4537566A-C20D-47EB-8998-5231D62F1ABA}" type="pres">
      <dgm:prSet presAssocID="{2E53ECFB-21B1-4CA5-BB1A-386C3E56A4D1}" presName="hierChild3" presStyleCnt="0"/>
      <dgm:spPr/>
    </dgm:pt>
    <dgm:pt modelId="{7CDE69E4-FD96-462F-B4A0-DA22A8ED91F8}" type="pres">
      <dgm:prSet presAssocID="{71A89E78-C890-4441-9B20-14D1DDCE87C2}" presName="Name25" presStyleLbl="parChTrans1D3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600022CB-B211-4FF4-AB8D-9AC1556448AD}" type="pres">
      <dgm:prSet presAssocID="{71A89E78-C890-4441-9B20-14D1DDCE87C2}" presName="connTx" presStyleLbl="parChTrans1D3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408D6DA1-1D33-4BB2-BC9F-D67E2EE5D48A}" type="pres">
      <dgm:prSet presAssocID="{742009BE-2F3C-43A1-8E06-1C45C5C8EB10}" presName="Name30" presStyleCnt="0"/>
      <dgm:spPr/>
    </dgm:pt>
    <dgm:pt modelId="{7AE3B5A8-CAF1-41CC-A497-BCE4F932B3E6}" type="pres">
      <dgm:prSet presAssocID="{742009BE-2F3C-43A1-8E06-1C45C5C8EB10}" presName="level2Shape" presStyleLbl="node3" presStyleIdx="2" presStyleCnt="7" custScaleX="1120170" custScaleY="334262" custLinFactX="84035" custLinFactY="-171400" custLinFactNeighborX="100000" custLinFactNeighborY="-200000"/>
      <dgm:spPr/>
      <dgm:t>
        <a:bodyPr/>
        <a:lstStyle/>
        <a:p>
          <a:pPr latinLnBrk="1"/>
          <a:endParaRPr lang="ko-KR" altLang="en-US"/>
        </a:p>
      </dgm:t>
    </dgm:pt>
    <dgm:pt modelId="{43ABEFE0-C90D-4CD2-9312-E392479D9C4A}" type="pres">
      <dgm:prSet presAssocID="{742009BE-2F3C-43A1-8E06-1C45C5C8EB10}" presName="hierChild3" presStyleCnt="0"/>
      <dgm:spPr/>
    </dgm:pt>
    <dgm:pt modelId="{590E6B90-8F55-456A-9634-18C4DB66C063}" type="pres">
      <dgm:prSet presAssocID="{A33F0029-6358-414A-A353-E0FB064BC6FF}" presName="Name25" presStyleLbl="parChTrans1D4" presStyleIdx="2" presStyleCnt="6" custScaleX="2000000"/>
      <dgm:spPr/>
      <dgm:t>
        <a:bodyPr/>
        <a:lstStyle/>
        <a:p>
          <a:pPr latinLnBrk="1"/>
          <a:endParaRPr lang="ko-KR" altLang="en-US"/>
        </a:p>
      </dgm:t>
    </dgm:pt>
    <dgm:pt modelId="{C13055C5-8F5F-4641-8454-ED6C8DE31C1B}" type="pres">
      <dgm:prSet presAssocID="{A33F0029-6358-414A-A353-E0FB064BC6FF}" presName="connTx" presStyleLbl="parChTrans1D4" presStyleIdx="2" presStyleCnt="6"/>
      <dgm:spPr/>
      <dgm:t>
        <a:bodyPr/>
        <a:lstStyle/>
        <a:p>
          <a:pPr latinLnBrk="1"/>
          <a:endParaRPr lang="ko-KR" altLang="en-US"/>
        </a:p>
      </dgm:t>
    </dgm:pt>
    <dgm:pt modelId="{BE45BA8D-7D9C-4047-A80C-349E92A0557B}" type="pres">
      <dgm:prSet presAssocID="{E246A42C-6D40-42F9-B1DA-093D4903175A}" presName="Name30" presStyleCnt="0"/>
      <dgm:spPr/>
    </dgm:pt>
    <dgm:pt modelId="{3C1E2BB4-7318-4012-97E8-1307F6491F65}" type="pres">
      <dgm:prSet presAssocID="{E246A42C-6D40-42F9-B1DA-093D4903175A}" presName="level2Shape" presStyleLbl="node4" presStyleIdx="2" presStyleCnt="6" custScaleX="863467" custScaleY="313252" custLinFactX="100000" custLinFactY="-176239" custLinFactNeighborX="174433" custLinFactNeighborY="-200000"/>
      <dgm:spPr/>
      <dgm:t>
        <a:bodyPr/>
        <a:lstStyle/>
        <a:p>
          <a:pPr latinLnBrk="1"/>
          <a:endParaRPr lang="ko-KR" altLang="en-US"/>
        </a:p>
      </dgm:t>
    </dgm:pt>
    <dgm:pt modelId="{45F1EC55-2D60-42A9-91F7-40A1A53716BE}" type="pres">
      <dgm:prSet presAssocID="{E246A42C-6D40-42F9-B1DA-093D4903175A}" presName="hierChild3" presStyleCnt="0"/>
      <dgm:spPr/>
    </dgm:pt>
    <dgm:pt modelId="{BB266D36-8B58-4B37-85CD-D0FBEF90F5BE}" type="pres">
      <dgm:prSet presAssocID="{BCFD91C0-4AF1-42A4-A016-B367EE0BCA09}" presName="Name25" presStyleLbl="parChTrans1D2" presStyleIdx="2" presStyleCnt="4" custScaleX="2000000"/>
      <dgm:spPr/>
      <dgm:t>
        <a:bodyPr/>
        <a:lstStyle/>
        <a:p>
          <a:pPr latinLnBrk="1"/>
          <a:endParaRPr lang="ko-KR" altLang="en-US"/>
        </a:p>
      </dgm:t>
    </dgm:pt>
    <dgm:pt modelId="{9B0A3925-BAFA-439B-BB96-7F3715379CAA}" type="pres">
      <dgm:prSet presAssocID="{BCFD91C0-4AF1-42A4-A016-B367EE0BCA09}" presName="connTx" presStyleLbl="parChTrans1D2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B1C57D0B-5C79-4785-BE3A-BC534C18CB9C}" type="pres">
      <dgm:prSet presAssocID="{75C4816D-4F3F-42D1-994E-5206DB0EC98B}" presName="Name30" presStyleCnt="0"/>
      <dgm:spPr/>
    </dgm:pt>
    <dgm:pt modelId="{2F565019-DE8D-4001-B2A3-3DD5DD95C2BB}" type="pres">
      <dgm:prSet presAssocID="{75C4816D-4F3F-42D1-994E-5206DB0EC98B}" presName="level2Shape" presStyleLbl="node2" presStyleIdx="2" presStyleCnt="4" custScaleX="489176" custScaleY="353453" custLinFactX="7162" custLinFactY="-72258" custLinFactNeighborX="100000" custLinFactNeighborY="-100000"/>
      <dgm:spPr/>
      <dgm:t>
        <a:bodyPr/>
        <a:lstStyle/>
        <a:p>
          <a:pPr latinLnBrk="1"/>
          <a:endParaRPr lang="ko-KR" altLang="en-US"/>
        </a:p>
      </dgm:t>
    </dgm:pt>
    <dgm:pt modelId="{AAC20109-863D-469A-87A2-4A3FE61906FE}" type="pres">
      <dgm:prSet presAssocID="{75C4816D-4F3F-42D1-994E-5206DB0EC98B}" presName="hierChild3" presStyleCnt="0"/>
      <dgm:spPr/>
    </dgm:pt>
    <dgm:pt modelId="{64287197-2F41-4F58-8054-CF2574AC3638}" type="pres">
      <dgm:prSet presAssocID="{EE552DB7-9EA9-4419-BA18-261FF59ED9C6}" presName="Name25" presStyleLbl="parChTrans1D3" presStyleIdx="3" presStyleCnt="7" custScaleX="2000000"/>
      <dgm:spPr/>
      <dgm:t>
        <a:bodyPr/>
        <a:lstStyle/>
        <a:p>
          <a:pPr latinLnBrk="1"/>
          <a:endParaRPr lang="ko-KR" altLang="en-US"/>
        </a:p>
      </dgm:t>
    </dgm:pt>
    <dgm:pt modelId="{1401CC82-27EA-4129-83BD-A44C46F5C62F}" type="pres">
      <dgm:prSet presAssocID="{EE552DB7-9EA9-4419-BA18-261FF59ED9C6}" presName="connTx" presStyleLbl="parChTrans1D3" presStyleIdx="3" presStyleCnt="7"/>
      <dgm:spPr/>
      <dgm:t>
        <a:bodyPr/>
        <a:lstStyle/>
        <a:p>
          <a:pPr latinLnBrk="1"/>
          <a:endParaRPr lang="ko-KR" altLang="en-US"/>
        </a:p>
      </dgm:t>
    </dgm:pt>
    <dgm:pt modelId="{564D274A-948A-4450-A48D-4D663F34A493}" type="pres">
      <dgm:prSet presAssocID="{73B76296-A962-4F20-9330-0ADDEFC7E0F9}" presName="Name30" presStyleCnt="0"/>
      <dgm:spPr/>
    </dgm:pt>
    <dgm:pt modelId="{951C5260-4A32-4882-9F71-A833B1E16ED9}" type="pres">
      <dgm:prSet presAssocID="{73B76296-A962-4F20-9330-0ADDEFC7E0F9}" presName="level2Shape" presStyleLbl="node3" presStyleIdx="3" presStyleCnt="7" custScaleX="1111346" custScaleY="298251" custLinFactX="64738" custLinFactY="-95186" custLinFactNeighborX="100000" custLinFactNeighborY="-100000"/>
      <dgm:spPr/>
      <dgm:t>
        <a:bodyPr/>
        <a:lstStyle/>
        <a:p>
          <a:pPr latinLnBrk="1"/>
          <a:endParaRPr lang="ko-KR" altLang="en-US"/>
        </a:p>
      </dgm:t>
    </dgm:pt>
    <dgm:pt modelId="{825E1F9C-B94D-426E-BE53-34A1F2A77BAD}" type="pres">
      <dgm:prSet presAssocID="{73B76296-A962-4F20-9330-0ADDEFC7E0F9}" presName="hierChild3" presStyleCnt="0"/>
      <dgm:spPr/>
    </dgm:pt>
    <dgm:pt modelId="{4CE93BFD-FEEB-4264-B44D-969B5016925A}" type="pres">
      <dgm:prSet presAssocID="{8BC43B55-C821-4A41-9D10-123841493280}" presName="Name25" presStyleLbl="parChTrans1D4" presStyleIdx="3" presStyleCnt="6" custScaleX="2000000"/>
      <dgm:spPr/>
      <dgm:t>
        <a:bodyPr/>
        <a:lstStyle/>
        <a:p>
          <a:pPr latinLnBrk="1"/>
          <a:endParaRPr lang="ko-KR" altLang="en-US"/>
        </a:p>
      </dgm:t>
    </dgm:pt>
    <dgm:pt modelId="{8A1DCE0B-7E62-47CE-B154-50F33198D536}" type="pres">
      <dgm:prSet presAssocID="{8BC43B55-C821-4A41-9D10-123841493280}" presName="connTx" presStyleLbl="parChTrans1D4" presStyleIdx="3" presStyleCnt="6"/>
      <dgm:spPr/>
      <dgm:t>
        <a:bodyPr/>
        <a:lstStyle/>
        <a:p>
          <a:pPr latinLnBrk="1"/>
          <a:endParaRPr lang="ko-KR" altLang="en-US"/>
        </a:p>
      </dgm:t>
    </dgm:pt>
    <dgm:pt modelId="{1892D05F-176B-4E96-92BF-6184EBDECD3C}" type="pres">
      <dgm:prSet presAssocID="{0A793CDE-69BC-4C21-B3ED-B49D4F2CD55B}" presName="Name30" presStyleCnt="0"/>
      <dgm:spPr/>
    </dgm:pt>
    <dgm:pt modelId="{42E4B684-AD64-48DD-A671-863CE8F2A875}" type="pres">
      <dgm:prSet presAssocID="{0A793CDE-69BC-4C21-B3ED-B49D4F2CD55B}" presName="level2Shape" presStyleLbl="node4" presStyleIdx="3" presStyleCnt="6" custScaleX="865032" custScaleY="437651" custLinFactX="100000" custLinFactY="-85349" custLinFactNeighborX="164430" custLinFactNeighborY="-100000"/>
      <dgm:spPr/>
      <dgm:t>
        <a:bodyPr/>
        <a:lstStyle/>
        <a:p>
          <a:pPr latinLnBrk="1"/>
          <a:endParaRPr lang="ko-KR" altLang="en-US"/>
        </a:p>
      </dgm:t>
    </dgm:pt>
    <dgm:pt modelId="{6CCA9E78-852D-4F28-A47E-FE1FA427B4AF}" type="pres">
      <dgm:prSet presAssocID="{0A793CDE-69BC-4C21-B3ED-B49D4F2CD55B}" presName="hierChild3" presStyleCnt="0"/>
      <dgm:spPr/>
    </dgm:pt>
    <dgm:pt modelId="{E7C9BEBB-68E8-4695-8DA2-AB0090BE9C47}" type="pres">
      <dgm:prSet presAssocID="{F7665885-CA43-4EAC-BA0C-CCE5B84C4CC4}" presName="Name25" presStyleLbl="parChTrans1D2" presStyleIdx="3" presStyleCnt="4" custScaleX="2000000"/>
      <dgm:spPr/>
      <dgm:t>
        <a:bodyPr/>
        <a:lstStyle/>
        <a:p>
          <a:pPr latinLnBrk="1"/>
          <a:endParaRPr lang="ko-KR" altLang="en-US"/>
        </a:p>
      </dgm:t>
    </dgm:pt>
    <dgm:pt modelId="{047A7C83-E175-41E6-9298-0C7CC8A6CC7B}" type="pres">
      <dgm:prSet presAssocID="{F7665885-CA43-4EAC-BA0C-CCE5B84C4CC4}" presName="connTx" presStyleLbl="parChTrans1D2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B6837F03-8523-479A-A482-A4B75336D1A4}" type="pres">
      <dgm:prSet presAssocID="{F785D5EE-99D7-4129-AA9D-219C26B069E6}" presName="Name30" presStyleCnt="0"/>
      <dgm:spPr/>
    </dgm:pt>
    <dgm:pt modelId="{E519117D-4935-4471-96F9-1B9D71CE0989}" type="pres">
      <dgm:prSet presAssocID="{F785D5EE-99D7-4129-AA9D-219C26B069E6}" presName="level2Shape" presStyleLbl="node2" presStyleIdx="3" presStyleCnt="4" custScaleX="504590" custScaleY="660429" custLinFactX="2320" custLinFactNeighborX="100000" custLinFactNeighborY="4508"/>
      <dgm:spPr/>
      <dgm:t>
        <a:bodyPr/>
        <a:lstStyle/>
        <a:p>
          <a:pPr latinLnBrk="1"/>
          <a:endParaRPr lang="ko-KR" altLang="en-US"/>
        </a:p>
      </dgm:t>
    </dgm:pt>
    <dgm:pt modelId="{9D04AEC7-F654-4756-BF93-372EE9A0C5A7}" type="pres">
      <dgm:prSet presAssocID="{F785D5EE-99D7-4129-AA9D-219C26B069E6}" presName="hierChild3" presStyleCnt="0"/>
      <dgm:spPr/>
    </dgm:pt>
    <dgm:pt modelId="{CB03EBD0-FA02-4D1B-AE5F-C747EE9BA535}" type="pres">
      <dgm:prSet presAssocID="{DE81E94C-56A3-4DD4-94F7-1AC946FC2545}" presName="Name25" presStyleLbl="parChTrans1D3" presStyleIdx="4" presStyleCnt="7" custScaleX="2000000"/>
      <dgm:spPr/>
      <dgm:t>
        <a:bodyPr/>
        <a:lstStyle/>
        <a:p>
          <a:pPr latinLnBrk="1"/>
          <a:endParaRPr lang="ko-KR" altLang="en-US"/>
        </a:p>
      </dgm:t>
    </dgm:pt>
    <dgm:pt modelId="{7841702C-6773-41A8-B6C2-59C93467CB0D}" type="pres">
      <dgm:prSet presAssocID="{DE81E94C-56A3-4DD4-94F7-1AC946FC2545}" presName="connTx" presStyleLbl="parChTrans1D3" presStyleIdx="4" presStyleCnt="7"/>
      <dgm:spPr/>
      <dgm:t>
        <a:bodyPr/>
        <a:lstStyle/>
        <a:p>
          <a:pPr latinLnBrk="1"/>
          <a:endParaRPr lang="ko-KR" altLang="en-US"/>
        </a:p>
      </dgm:t>
    </dgm:pt>
    <dgm:pt modelId="{81AEFB52-3E5C-483E-A3BE-9A078B36BDEA}" type="pres">
      <dgm:prSet presAssocID="{FD5ABEED-CED5-43AB-AD29-AAED66412883}" presName="Name30" presStyleCnt="0"/>
      <dgm:spPr/>
    </dgm:pt>
    <dgm:pt modelId="{06086D31-0F0E-48A3-B69B-E2E41277789B}" type="pres">
      <dgm:prSet presAssocID="{FD5ABEED-CED5-43AB-AD29-AAED66412883}" presName="level2Shape" presStyleLbl="node3" presStyleIdx="4" presStyleCnt="7" custScaleX="1119964" custScaleY="307460" custLinFactX="49487" custLinFactNeighborX="100000" custLinFactNeighborY="-78624"/>
      <dgm:spPr/>
      <dgm:t>
        <a:bodyPr/>
        <a:lstStyle/>
        <a:p>
          <a:pPr latinLnBrk="1"/>
          <a:endParaRPr lang="ko-KR" altLang="en-US"/>
        </a:p>
      </dgm:t>
    </dgm:pt>
    <dgm:pt modelId="{A8980433-30E1-4B80-A3DB-D1E958DC9622}" type="pres">
      <dgm:prSet presAssocID="{FD5ABEED-CED5-43AB-AD29-AAED66412883}" presName="hierChild3" presStyleCnt="0"/>
      <dgm:spPr/>
    </dgm:pt>
    <dgm:pt modelId="{1B37A928-BBF0-4D6B-9D16-6A78A83CF69B}" type="pres">
      <dgm:prSet presAssocID="{127425B7-F2F3-47B7-90DB-DCCBA715A6D4}" presName="Name25" presStyleLbl="parChTrans1D4" presStyleIdx="4" presStyleCnt="6" custScaleX="2000000"/>
      <dgm:spPr/>
      <dgm:t>
        <a:bodyPr/>
        <a:lstStyle/>
        <a:p>
          <a:pPr latinLnBrk="1"/>
          <a:endParaRPr lang="ko-KR" altLang="en-US"/>
        </a:p>
      </dgm:t>
    </dgm:pt>
    <dgm:pt modelId="{D709D395-BA35-4308-BEB6-4D9DC1445167}" type="pres">
      <dgm:prSet presAssocID="{127425B7-F2F3-47B7-90DB-DCCBA715A6D4}" presName="connTx" presStyleLbl="parChTrans1D4" presStyleIdx="4" presStyleCnt="6"/>
      <dgm:spPr/>
      <dgm:t>
        <a:bodyPr/>
        <a:lstStyle/>
        <a:p>
          <a:pPr latinLnBrk="1"/>
          <a:endParaRPr lang="ko-KR" altLang="en-US"/>
        </a:p>
      </dgm:t>
    </dgm:pt>
    <dgm:pt modelId="{96EE5047-0358-4B9C-AA7D-C3436962645B}" type="pres">
      <dgm:prSet presAssocID="{8355A967-1AAD-4AC7-9F1A-AFA995CD51D8}" presName="Name30" presStyleCnt="0"/>
      <dgm:spPr/>
    </dgm:pt>
    <dgm:pt modelId="{F6B7AA7D-C20A-4ED7-AB02-0C6E5E4C1345}" type="pres">
      <dgm:prSet presAssocID="{8355A967-1AAD-4AC7-9F1A-AFA995CD51D8}" presName="level2Shape" presStyleLbl="node4" presStyleIdx="4" presStyleCnt="6" custScaleX="865848" custScaleY="429818" custLinFactX="100000" custLinFactNeighborX="139582" custLinFactNeighborY="-89336"/>
      <dgm:spPr/>
      <dgm:t>
        <a:bodyPr/>
        <a:lstStyle/>
        <a:p>
          <a:pPr latinLnBrk="1"/>
          <a:endParaRPr lang="ko-KR" altLang="en-US"/>
        </a:p>
      </dgm:t>
    </dgm:pt>
    <dgm:pt modelId="{6CA793EB-6A91-44C3-B574-E388E2F1A7F7}" type="pres">
      <dgm:prSet presAssocID="{8355A967-1AAD-4AC7-9F1A-AFA995CD51D8}" presName="hierChild3" presStyleCnt="0"/>
      <dgm:spPr/>
    </dgm:pt>
    <dgm:pt modelId="{83050FAC-8984-4E0D-A1DD-860B3ECAE1A4}" type="pres">
      <dgm:prSet presAssocID="{1CE7121C-269D-4594-A396-BAA6488ECE71}" presName="Name25" presStyleLbl="parChTrans1D3" presStyleIdx="5" presStyleCnt="7" custScaleX="2000000"/>
      <dgm:spPr/>
      <dgm:t>
        <a:bodyPr/>
        <a:lstStyle/>
        <a:p>
          <a:pPr latinLnBrk="1"/>
          <a:endParaRPr lang="ko-KR" altLang="en-US"/>
        </a:p>
      </dgm:t>
    </dgm:pt>
    <dgm:pt modelId="{B8B979B1-1E4F-4DE5-B3EF-5A843A3F141C}" type="pres">
      <dgm:prSet presAssocID="{1CE7121C-269D-4594-A396-BAA6488ECE71}" presName="connTx" presStyleLbl="parChTrans1D3" presStyleIdx="5" presStyleCnt="7"/>
      <dgm:spPr/>
      <dgm:t>
        <a:bodyPr/>
        <a:lstStyle/>
        <a:p>
          <a:pPr latinLnBrk="1"/>
          <a:endParaRPr lang="ko-KR" altLang="en-US"/>
        </a:p>
      </dgm:t>
    </dgm:pt>
    <dgm:pt modelId="{1EB80D87-B488-4BE7-93A7-6C967D3B4351}" type="pres">
      <dgm:prSet presAssocID="{A3BF3ABA-129F-465F-B57B-9F955510A5B1}" presName="Name30" presStyleCnt="0"/>
      <dgm:spPr/>
    </dgm:pt>
    <dgm:pt modelId="{4A065B24-C13F-4685-B07B-AA198FCB2780}" type="pres">
      <dgm:prSet presAssocID="{A3BF3ABA-129F-465F-B57B-9F955510A5B1}" presName="level2Shape" presStyleLbl="node3" presStyleIdx="5" presStyleCnt="7" custScaleX="1121637" custScaleY="319400" custLinFactX="47902" custLinFactY="-20525" custLinFactNeighborX="100000" custLinFactNeighborY="-100000"/>
      <dgm:spPr/>
      <dgm:t>
        <a:bodyPr/>
        <a:lstStyle/>
        <a:p>
          <a:pPr latinLnBrk="1"/>
          <a:endParaRPr lang="ko-KR" altLang="en-US"/>
        </a:p>
      </dgm:t>
    </dgm:pt>
    <dgm:pt modelId="{10DE3602-FAE8-428C-86FE-07A460B310A5}" type="pres">
      <dgm:prSet presAssocID="{A3BF3ABA-129F-465F-B57B-9F955510A5B1}" presName="hierChild3" presStyleCnt="0"/>
      <dgm:spPr/>
    </dgm:pt>
    <dgm:pt modelId="{3A60438E-431C-4E45-BF2F-5CEC753F33BB}" type="pres">
      <dgm:prSet presAssocID="{9F7DF9B9-ED27-4B79-B1F9-7549C36464C9}" presName="Name25" presStyleLbl="parChTrans1D4" presStyleIdx="5" presStyleCnt="6" custScaleX="2000000"/>
      <dgm:spPr/>
      <dgm:t>
        <a:bodyPr/>
        <a:lstStyle/>
        <a:p>
          <a:pPr latinLnBrk="1"/>
          <a:endParaRPr lang="ko-KR" altLang="en-US"/>
        </a:p>
      </dgm:t>
    </dgm:pt>
    <dgm:pt modelId="{D5DFA5F9-45EC-430D-8529-8E3D71E11A02}" type="pres">
      <dgm:prSet presAssocID="{9F7DF9B9-ED27-4B79-B1F9-7549C36464C9}" presName="connTx" presStyleLbl="parChTrans1D4" presStyleIdx="5" presStyleCnt="6"/>
      <dgm:spPr/>
      <dgm:t>
        <a:bodyPr/>
        <a:lstStyle/>
        <a:p>
          <a:pPr latinLnBrk="1"/>
          <a:endParaRPr lang="ko-KR" altLang="en-US"/>
        </a:p>
      </dgm:t>
    </dgm:pt>
    <dgm:pt modelId="{4C9D62FB-7A31-4AF8-A6BF-C49A48374426}" type="pres">
      <dgm:prSet presAssocID="{21F83FE6-C88A-4D34-BF70-A30BBF3EDE53}" presName="Name30" presStyleCnt="0"/>
      <dgm:spPr/>
    </dgm:pt>
    <dgm:pt modelId="{7D4EDD26-9E22-488B-95C2-C979E4AB4BAD}" type="pres">
      <dgm:prSet presAssocID="{21F83FE6-C88A-4D34-BF70-A30BBF3EDE53}" presName="level2Shape" presStyleLbl="node4" presStyleIdx="5" presStyleCnt="6" custScaleX="857136" custScaleY="370618" custLinFactX="100000" custLinFactNeighborX="146621" custLinFactNeighborY="-51283"/>
      <dgm:spPr/>
      <dgm:t>
        <a:bodyPr/>
        <a:lstStyle/>
        <a:p>
          <a:pPr latinLnBrk="1"/>
          <a:endParaRPr lang="ko-KR" altLang="en-US"/>
        </a:p>
      </dgm:t>
    </dgm:pt>
    <dgm:pt modelId="{5010EDFC-6CBB-4D93-83DE-2F1284634B94}" type="pres">
      <dgm:prSet presAssocID="{21F83FE6-C88A-4D34-BF70-A30BBF3EDE53}" presName="hierChild3" presStyleCnt="0"/>
      <dgm:spPr/>
    </dgm:pt>
    <dgm:pt modelId="{0BA2F7FB-4E61-4F55-A7C4-EAE54AF3C854}" type="pres">
      <dgm:prSet presAssocID="{A16F906A-A322-4AAB-94D7-BF8A55B688D2}" presName="Name25" presStyleLbl="parChTrans1D3" presStyleIdx="6" presStyleCnt="7"/>
      <dgm:spPr/>
      <dgm:t>
        <a:bodyPr/>
        <a:lstStyle/>
        <a:p>
          <a:pPr latinLnBrk="1"/>
          <a:endParaRPr lang="ko-KR" altLang="en-US"/>
        </a:p>
      </dgm:t>
    </dgm:pt>
    <dgm:pt modelId="{6E295DFD-945F-4F9C-AAC0-43446308B017}" type="pres">
      <dgm:prSet presAssocID="{A16F906A-A322-4AAB-94D7-BF8A55B688D2}" presName="connTx" presStyleLbl="parChTrans1D3" presStyleIdx="6" presStyleCnt="7"/>
      <dgm:spPr/>
      <dgm:t>
        <a:bodyPr/>
        <a:lstStyle/>
        <a:p>
          <a:pPr latinLnBrk="1"/>
          <a:endParaRPr lang="ko-KR" altLang="en-US"/>
        </a:p>
      </dgm:t>
    </dgm:pt>
    <dgm:pt modelId="{9B23FC81-0E07-4E76-BEDB-41257A1BFAB3}" type="pres">
      <dgm:prSet presAssocID="{A4AFC2AB-5B26-4AF7-993C-3CF670A7B9F5}" presName="Name30" presStyleCnt="0"/>
      <dgm:spPr/>
    </dgm:pt>
    <dgm:pt modelId="{215685B9-4036-4B4F-86AA-AF319544A756}" type="pres">
      <dgm:prSet presAssocID="{A4AFC2AB-5B26-4AF7-993C-3CF670A7B9F5}" presName="level2Shape" presStyleLbl="node3" presStyleIdx="6" presStyleCnt="7" custScaleX="1118880" custScaleY="183050" custLinFactX="53249" custLinFactNeighborX="100000" custLinFactNeighborY="-2783"/>
      <dgm:spPr/>
      <dgm:t>
        <a:bodyPr/>
        <a:lstStyle/>
        <a:p>
          <a:pPr latinLnBrk="1"/>
          <a:endParaRPr lang="ko-KR" altLang="en-US"/>
        </a:p>
      </dgm:t>
    </dgm:pt>
    <dgm:pt modelId="{07982DD3-4A68-4E1C-83EF-90F7EB153DC7}" type="pres">
      <dgm:prSet presAssocID="{A4AFC2AB-5B26-4AF7-993C-3CF670A7B9F5}" presName="hierChild3" presStyleCnt="0"/>
      <dgm:spPr/>
    </dgm:pt>
    <dgm:pt modelId="{3729859E-BECC-4BE0-AAA1-A9B6D4D79550}" type="pres">
      <dgm:prSet presAssocID="{51D9F8E6-05E6-4CC9-8B36-C36AC3E879CC}" presName="bgShapesFlow" presStyleCnt="0"/>
      <dgm:spPr/>
    </dgm:pt>
    <dgm:pt modelId="{3C6CC8FB-64F6-409A-8B90-8B177686A915}" type="pres">
      <dgm:prSet presAssocID="{376BD15B-1B1F-4501-9780-9941743B1E5D}" presName="rectComp" presStyleCnt="0"/>
      <dgm:spPr/>
    </dgm:pt>
    <dgm:pt modelId="{9DDA9B01-7D95-465D-AC07-9E8AD50007C6}" type="pres">
      <dgm:prSet presAssocID="{376BD15B-1B1F-4501-9780-9941743B1E5D}" presName="bgRect" presStyleLbl="bgShp" presStyleIdx="0" presStyleCnt="4" custScaleX="851386"/>
      <dgm:spPr/>
      <dgm:t>
        <a:bodyPr/>
        <a:lstStyle/>
        <a:p>
          <a:pPr latinLnBrk="1"/>
          <a:endParaRPr lang="ko-KR" altLang="en-US"/>
        </a:p>
      </dgm:t>
    </dgm:pt>
    <dgm:pt modelId="{8DAD6D93-880D-4F5A-ABC5-E4752E7A27E9}" type="pres">
      <dgm:prSet presAssocID="{376BD15B-1B1F-4501-9780-9941743B1E5D}" presName="bgRectTx" presStyleLbl="bgShp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AF69BAD-0600-4AB9-971D-6FB16D2FFB93}" type="pres">
      <dgm:prSet presAssocID="{376BD15B-1B1F-4501-9780-9941743B1E5D}" presName="spComp" presStyleCnt="0"/>
      <dgm:spPr/>
    </dgm:pt>
    <dgm:pt modelId="{A7E214D8-AFD8-4E2B-8AE0-CF61AE927C86}" type="pres">
      <dgm:prSet presAssocID="{376BD15B-1B1F-4501-9780-9941743B1E5D}" presName="hSp" presStyleCnt="0"/>
      <dgm:spPr/>
    </dgm:pt>
    <dgm:pt modelId="{694F4A55-F83B-457F-834E-5A41C9F94196}" type="pres">
      <dgm:prSet presAssocID="{3AD1CE35-02E1-4CA1-AFFE-DADA57EFC9FB}" presName="rectComp" presStyleCnt="0"/>
      <dgm:spPr/>
    </dgm:pt>
    <dgm:pt modelId="{3BAC737B-A52F-4507-A482-5C42BF19AC33}" type="pres">
      <dgm:prSet presAssocID="{3AD1CE35-02E1-4CA1-AFFE-DADA57EFC9FB}" presName="bgRect" presStyleLbl="bgShp" presStyleIdx="1" presStyleCnt="4" custScaleX="823784"/>
      <dgm:spPr/>
      <dgm:t>
        <a:bodyPr/>
        <a:lstStyle/>
        <a:p>
          <a:pPr latinLnBrk="1"/>
          <a:endParaRPr lang="ko-KR" altLang="en-US"/>
        </a:p>
      </dgm:t>
    </dgm:pt>
    <dgm:pt modelId="{68AD21B5-E207-49CB-A79C-BFD60B0D1E0C}" type="pres">
      <dgm:prSet presAssocID="{3AD1CE35-02E1-4CA1-AFFE-DADA57EFC9FB}" presName="bgRectTx" presStyleLbl="bgShp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8FC561C-B752-4DAF-B757-8F93F2ECF7CD}" type="pres">
      <dgm:prSet presAssocID="{3AD1CE35-02E1-4CA1-AFFE-DADA57EFC9FB}" presName="spComp" presStyleCnt="0"/>
      <dgm:spPr/>
    </dgm:pt>
    <dgm:pt modelId="{AE261CCE-8314-4ED0-A501-ADDC624B3F4C}" type="pres">
      <dgm:prSet presAssocID="{3AD1CE35-02E1-4CA1-AFFE-DADA57EFC9FB}" presName="hSp" presStyleCnt="0"/>
      <dgm:spPr/>
    </dgm:pt>
    <dgm:pt modelId="{C1C94145-D611-4849-8207-BBEE134FE7CA}" type="pres">
      <dgm:prSet presAssocID="{FF62DCE2-C04E-4C1A-8017-6C5094E0DF52}" presName="rectComp" presStyleCnt="0"/>
      <dgm:spPr/>
    </dgm:pt>
    <dgm:pt modelId="{0FDC2D6F-7833-4758-95C9-A6CD44C1C62B}" type="pres">
      <dgm:prSet presAssocID="{FF62DCE2-C04E-4C1A-8017-6C5094E0DF52}" presName="bgRect" presStyleLbl="bgShp" presStyleIdx="2" presStyleCnt="4" custScaleX="1630754"/>
      <dgm:spPr/>
      <dgm:t>
        <a:bodyPr/>
        <a:lstStyle/>
        <a:p>
          <a:pPr latinLnBrk="1"/>
          <a:endParaRPr lang="ko-KR" altLang="en-US"/>
        </a:p>
      </dgm:t>
    </dgm:pt>
    <dgm:pt modelId="{E19F60C5-AD57-44B0-BD5B-9C0FFBA4AC8A}" type="pres">
      <dgm:prSet presAssocID="{FF62DCE2-C04E-4C1A-8017-6C5094E0DF52}" presName="bgRectTx" presStyleLbl="bgShp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A47E042-23A5-4DFF-AC5A-51542ADC1028}" type="pres">
      <dgm:prSet presAssocID="{FF62DCE2-C04E-4C1A-8017-6C5094E0DF52}" presName="spComp" presStyleCnt="0"/>
      <dgm:spPr/>
    </dgm:pt>
    <dgm:pt modelId="{6945803B-0035-42E5-8DB5-2043ECE11FF8}" type="pres">
      <dgm:prSet presAssocID="{FF62DCE2-C04E-4C1A-8017-6C5094E0DF52}" presName="hSp" presStyleCnt="0"/>
      <dgm:spPr/>
    </dgm:pt>
    <dgm:pt modelId="{63B5BB36-54CB-4C42-A635-4A8C4CDA3033}" type="pres">
      <dgm:prSet presAssocID="{82BB5847-0727-454E-958E-8A95A44290A7}" presName="rectComp" presStyleCnt="0"/>
      <dgm:spPr/>
    </dgm:pt>
    <dgm:pt modelId="{ABFB165A-D328-4886-80FA-47D494638793}" type="pres">
      <dgm:prSet presAssocID="{82BB5847-0727-454E-958E-8A95A44290A7}" presName="bgRect" presStyleLbl="bgShp" presStyleIdx="3" presStyleCnt="4" custScaleX="1413577"/>
      <dgm:spPr/>
      <dgm:t>
        <a:bodyPr/>
        <a:lstStyle/>
        <a:p>
          <a:pPr latinLnBrk="1"/>
          <a:endParaRPr lang="ko-KR" altLang="en-US"/>
        </a:p>
      </dgm:t>
    </dgm:pt>
    <dgm:pt modelId="{65D5557E-4010-4CA3-9A2A-B57BE72251F8}" type="pres">
      <dgm:prSet presAssocID="{82BB5847-0727-454E-958E-8A95A44290A7}" presName="bgRectTx" presStyleLbl="bgShp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69DD86A6-8279-43A7-8482-1FAF2E79F27D}" type="presOf" srcId="{EE552DB7-9EA9-4419-BA18-261FF59ED9C6}" destId="{64287197-2F41-4F58-8054-CF2574AC3638}" srcOrd="0" destOrd="0" presId="urn:microsoft.com/office/officeart/2005/8/layout/hierarchy5"/>
    <dgm:cxn modelId="{358DEADF-9EF7-4670-825C-8A45F96010BD}" srcId="{51D9F8E6-05E6-4CC9-8B36-C36AC3E879CC}" destId="{3AD1CE35-02E1-4CA1-AFFE-DADA57EFC9FB}" srcOrd="2" destOrd="0" parTransId="{755D33C7-75CA-42C2-B0B3-900F576DD372}" sibTransId="{C99AAB12-D37F-4F15-BED5-BE3558D59764}"/>
    <dgm:cxn modelId="{414660DB-3845-483C-AAEA-8658BC901047}" type="presOf" srcId="{DE81E94C-56A3-4DD4-94F7-1AC946FC2545}" destId="{CB03EBD0-FA02-4D1B-AE5F-C747EE9BA535}" srcOrd="0" destOrd="0" presId="urn:microsoft.com/office/officeart/2005/8/layout/hierarchy5"/>
    <dgm:cxn modelId="{0B310252-A277-40E8-BA70-663E427AD0D8}" type="presOf" srcId="{AE46F7FD-F9EB-4ED3-A03A-05BE6CA104C8}" destId="{25B3631E-E546-4FD3-BEBA-14B0E9E67444}" srcOrd="1" destOrd="0" presId="urn:microsoft.com/office/officeart/2005/8/layout/hierarchy5"/>
    <dgm:cxn modelId="{C64D481B-49D9-4966-BA8E-DB70BE1ED1DD}" type="presOf" srcId="{21F83FE6-C88A-4D34-BF70-A30BBF3EDE53}" destId="{7D4EDD26-9E22-488B-95C2-C979E4AB4BAD}" srcOrd="0" destOrd="0" presId="urn:microsoft.com/office/officeart/2005/8/layout/hierarchy5"/>
    <dgm:cxn modelId="{429FB1DB-1416-4665-8048-BDF41C297C51}" type="presOf" srcId="{A16F906A-A322-4AAB-94D7-BF8A55B688D2}" destId="{0BA2F7FB-4E61-4F55-A7C4-EAE54AF3C854}" srcOrd="0" destOrd="0" presId="urn:microsoft.com/office/officeart/2005/8/layout/hierarchy5"/>
    <dgm:cxn modelId="{2052D400-5F3F-45AB-B3B0-EF07E0A36830}" type="presOf" srcId="{8BC43B55-C821-4A41-9D10-123841493280}" destId="{4CE93BFD-FEEB-4264-B44D-969B5016925A}" srcOrd="0" destOrd="0" presId="urn:microsoft.com/office/officeart/2005/8/layout/hierarchy5"/>
    <dgm:cxn modelId="{BAD5C5BD-C60D-4835-81C4-75F64C53CDF3}" type="presOf" srcId="{A4AFC2AB-5B26-4AF7-993C-3CF670A7B9F5}" destId="{215685B9-4036-4B4F-86AA-AF319544A756}" srcOrd="0" destOrd="0" presId="urn:microsoft.com/office/officeart/2005/8/layout/hierarchy5"/>
    <dgm:cxn modelId="{1631893F-B7B1-4762-977F-EA2A1408AD08}" type="presOf" srcId="{B6B39238-6EBC-4240-BDD1-E2FA3DB6BF67}" destId="{17469F7F-0376-487D-B885-EA9E499EC02A}" srcOrd="0" destOrd="0" presId="urn:microsoft.com/office/officeart/2005/8/layout/hierarchy5"/>
    <dgm:cxn modelId="{D58DD9CD-AC98-4D2B-A025-FEA862AC3AFC}" type="presOf" srcId="{044648A7-BD74-41A9-98D5-73D7E0B74E3E}" destId="{762F0030-7473-4F2A-A067-90BFAE392A77}" srcOrd="1" destOrd="0" presId="urn:microsoft.com/office/officeart/2005/8/layout/hierarchy5"/>
    <dgm:cxn modelId="{C9B4741B-0483-4994-9E5D-D61350451CD7}" type="presOf" srcId="{6B7C0307-A31A-4D22-94EE-AE911B5BBE98}" destId="{21DE9026-F63F-4FE7-BC06-A1642A665573}" srcOrd="0" destOrd="0" presId="urn:microsoft.com/office/officeart/2005/8/layout/hierarchy5"/>
    <dgm:cxn modelId="{310CD0D9-246B-4CC2-BD69-7189EBCF6907}" srcId="{F785D5EE-99D7-4129-AA9D-219C26B069E6}" destId="{FD5ABEED-CED5-43AB-AD29-AAED66412883}" srcOrd="0" destOrd="0" parTransId="{DE81E94C-56A3-4DD4-94F7-1AC946FC2545}" sibTransId="{564138D8-297A-4DAA-B679-66A7AC8993F4}"/>
    <dgm:cxn modelId="{12F64797-9422-4726-857B-252E3EFDFDD2}" type="presOf" srcId="{5B51ED2E-6B3B-4477-9394-97525A326206}" destId="{7162B31B-24EF-42AB-918A-0D370C67AB80}" srcOrd="0" destOrd="0" presId="urn:microsoft.com/office/officeart/2005/8/layout/hierarchy5"/>
    <dgm:cxn modelId="{86A2F206-AB4E-4A72-8BE9-4CF74DDA7FD1}" type="presOf" srcId="{71A89E78-C890-4441-9B20-14D1DDCE87C2}" destId="{600022CB-B211-4FF4-AB8D-9AC1556448AD}" srcOrd="1" destOrd="0" presId="urn:microsoft.com/office/officeart/2005/8/layout/hierarchy5"/>
    <dgm:cxn modelId="{782DD4D8-33DA-4E0E-8366-14D1C91D45BA}" type="presOf" srcId="{716EB8FE-51D0-438C-8030-4C06CF5574F8}" destId="{719F875B-A438-4C53-A271-76C665B52D35}" srcOrd="0" destOrd="0" presId="urn:microsoft.com/office/officeart/2005/8/layout/hierarchy5"/>
    <dgm:cxn modelId="{30AB6276-0A5D-426D-A848-AE6646DA037A}" type="presOf" srcId="{FF62DCE2-C04E-4C1A-8017-6C5094E0DF52}" destId="{0FDC2D6F-7833-4758-95C9-A6CD44C1C62B}" srcOrd="0" destOrd="0" presId="urn:microsoft.com/office/officeart/2005/8/layout/hierarchy5"/>
    <dgm:cxn modelId="{61BF3367-5191-4825-8D10-EB2196CD1F7D}" srcId="{51D9F8E6-05E6-4CC9-8B36-C36AC3E879CC}" destId="{71E757F8-D31F-45B3-97F2-4777840705D3}" srcOrd="0" destOrd="0" parTransId="{961C3304-2CD9-4193-94BB-26F4506A9565}" sibTransId="{DC2E61BA-7335-4B62-8EC4-1C1245C94DA7}"/>
    <dgm:cxn modelId="{9AA9417B-6D2E-47FA-B405-2117DB242208}" type="presOf" srcId="{A16F906A-A322-4AAB-94D7-BF8A55B688D2}" destId="{6E295DFD-945F-4F9C-AAC0-43446308B017}" srcOrd="1" destOrd="0" presId="urn:microsoft.com/office/officeart/2005/8/layout/hierarchy5"/>
    <dgm:cxn modelId="{28E3A4C1-E59E-48ED-AFBA-5C2D9A67D410}" srcId="{71E757F8-D31F-45B3-97F2-4777840705D3}" destId="{75C4816D-4F3F-42D1-994E-5206DB0EC98B}" srcOrd="2" destOrd="0" parTransId="{BCFD91C0-4AF1-42A4-A016-B367EE0BCA09}" sibTransId="{A7256330-3A59-46E8-A97D-320EFDA9DE1F}"/>
    <dgm:cxn modelId="{339D7FA3-69E0-4A03-B15F-968DE99D625B}" type="presOf" srcId="{742009BE-2F3C-43A1-8E06-1C45C5C8EB10}" destId="{7AE3B5A8-CAF1-41CC-A497-BCE4F932B3E6}" srcOrd="0" destOrd="0" presId="urn:microsoft.com/office/officeart/2005/8/layout/hierarchy5"/>
    <dgm:cxn modelId="{1BAFF0B6-12FF-4B9D-8BBC-0B45F6A199AE}" srcId="{C74E27B5-D466-410E-B188-F87DF2A0A247}" destId="{2E53ECFB-21B1-4CA5-BB1A-386C3E56A4D1}" srcOrd="0" destOrd="0" parTransId="{FA7452A8-13D8-4E7C-8031-B3A7E569D582}" sibTransId="{922B5593-C49D-4AA1-B847-49C5D76F96C4}"/>
    <dgm:cxn modelId="{019E26D9-897A-4C60-94E0-CCC1CF44009E}" type="presOf" srcId="{F7665885-CA43-4EAC-BA0C-CCE5B84C4CC4}" destId="{047A7C83-E175-41E6-9298-0C7CC8A6CC7B}" srcOrd="1" destOrd="0" presId="urn:microsoft.com/office/officeart/2005/8/layout/hierarchy5"/>
    <dgm:cxn modelId="{4A0264DD-F362-4643-86CA-4DF3AFE30B1F}" srcId="{A3BF3ABA-129F-465F-B57B-9F955510A5B1}" destId="{21F83FE6-C88A-4D34-BF70-A30BBF3EDE53}" srcOrd="0" destOrd="0" parTransId="{9F7DF9B9-ED27-4B79-B1F9-7549C36464C9}" sibTransId="{6199F70D-5E55-461E-B06E-5C4DB1908A91}"/>
    <dgm:cxn modelId="{B525E9C6-21EE-452C-AF5B-60513E06B7CD}" srcId="{5B51ED2E-6B3B-4477-9394-97525A326206}" destId="{716EB8FE-51D0-438C-8030-4C06CF5574F8}" srcOrd="0" destOrd="0" parTransId="{86071B79-7AF3-434D-91F0-733E33932EE7}" sibTransId="{441EB701-1E45-42EE-B190-1EEE0CE8CA21}"/>
    <dgm:cxn modelId="{E954544F-CEA9-4FD1-9BA6-FED162D56387}" type="presOf" srcId="{75C4816D-4F3F-42D1-994E-5206DB0EC98B}" destId="{2F565019-DE8D-4001-B2A3-3DD5DD95C2BB}" srcOrd="0" destOrd="0" presId="urn:microsoft.com/office/officeart/2005/8/layout/hierarchy5"/>
    <dgm:cxn modelId="{80E81AC9-704E-47A0-A70E-CDA9903C420B}" type="presOf" srcId="{1148C535-5558-49A4-A9C0-85D144848AE9}" destId="{4A8C535C-86A2-4663-84E3-8D37B40DDCA9}" srcOrd="0" destOrd="0" presId="urn:microsoft.com/office/officeart/2005/8/layout/hierarchy5"/>
    <dgm:cxn modelId="{DF5BE3F0-83B0-46A9-8A11-EE0A7FE4F2CF}" srcId="{51D9F8E6-05E6-4CC9-8B36-C36AC3E879CC}" destId="{376BD15B-1B1F-4501-9780-9941743B1E5D}" srcOrd="1" destOrd="0" parTransId="{7338EC72-FBE1-437A-AFF9-153FF07DD30E}" sibTransId="{EA7E902B-F364-438A-84CA-BD98F6BF6248}"/>
    <dgm:cxn modelId="{7062CC8C-3E0C-4121-B0BF-C21508130202}" srcId="{716EB8FE-51D0-438C-8030-4C06CF5574F8}" destId="{6B7C0307-A31A-4D22-94EE-AE911B5BBE98}" srcOrd="0" destOrd="0" parTransId="{1148C535-5558-49A4-A9C0-85D144848AE9}" sibTransId="{B641AFAC-6768-49BE-8380-84AB0BB67544}"/>
    <dgm:cxn modelId="{86B6EA74-AF34-43AF-9A04-6D44B66422F2}" type="presOf" srcId="{B6B39238-6EBC-4240-BDD1-E2FA3DB6BF67}" destId="{1A8C1DD7-3D9C-45AD-900E-8A2C741888A6}" srcOrd="1" destOrd="0" presId="urn:microsoft.com/office/officeart/2005/8/layout/hierarchy5"/>
    <dgm:cxn modelId="{9A4E5D19-19B1-4028-9763-78C56B7854D7}" srcId="{51D9F8E6-05E6-4CC9-8B36-C36AC3E879CC}" destId="{FF62DCE2-C04E-4C1A-8017-6C5094E0DF52}" srcOrd="3" destOrd="0" parTransId="{A734C827-88FC-41EE-993E-A5B0CFB83111}" sibTransId="{D64AA24C-589D-4A3C-A687-AAE2BD0E3B25}"/>
    <dgm:cxn modelId="{7FC3C36B-9050-4548-BB6E-4257620C2524}" srcId="{FD5ABEED-CED5-43AB-AD29-AAED66412883}" destId="{8355A967-1AAD-4AC7-9F1A-AFA995CD51D8}" srcOrd="0" destOrd="0" parTransId="{127425B7-F2F3-47B7-90DB-DCCBA715A6D4}" sibTransId="{2229CFDE-A6B6-4E6A-BBA4-FF3686AED0EC}"/>
    <dgm:cxn modelId="{B905389A-86C1-4345-B41D-50E80F55C0FA}" type="presOf" srcId="{F7665885-CA43-4EAC-BA0C-CCE5B84C4CC4}" destId="{E7C9BEBB-68E8-4695-8DA2-AB0090BE9C47}" srcOrd="0" destOrd="0" presId="urn:microsoft.com/office/officeart/2005/8/layout/hierarchy5"/>
    <dgm:cxn modelId="{981D54A6-1E4B-48F9-A857-3ABD0911CF01}" type="presOf" srcId="{1CE7121C-269D-4594-A396-BAA6488ECE71}" destId="{B8B979B1-1E4F-4DE5-B3EF-5A843A3F141C}" srcOrd="1" destOrd="0" presId="urn:microsoft.com/office/officeart/2005/8/layout/hierarchy5"/>
    <dgm:cxn modelId="{B4B803B5-9C7E-420A-B2E2-4C4F3936BFB1}" srcId="{742009BE-2F3C-43A1-8E06-1C45C5C8EB10}" destId="{E246A42C-6D40-42F9-B1DA-093D4903175A}" srcOrd="0" destOrd="0" parTransId="{A33F0029-6358-414A-A353-E0FB064BC6FF}" sibTransId="{B5785C87-9C26-448E-9A0E-D286D93E9A6C}"/>
    <dgm:cxn modelId="{32F47E3A-C3B7-4DBD-9E7C-53B4F970246F}" type="presOf" srcId="{8355A967-1AAD-4AC7-9F1A-AFA995CD51D8}" destId="{F6B7AA7D-C20A-4ED7-AB02-0C6E5E4C1345}" srcOrd="0" destOrd="0" presId="urn:microsoft.com/office/officeart/2005/8/layout/hierarchy5"/>
    <dgm:cxn modelId="{EB59E15D-197E-4E98-96ED-962AD591C598}" type="presOf" srcId="{2E53ECFB-21B1-4CA5-BB1A-386C3E56A4D1}" destId="{869730FF-1E2A-45E6-AA9F-2A7D81A1EA59}" srcOrd="0" destOrd="0" presId="urn:microsoft.com/office/officeart/2005/8/layout/hierarchy5"/>
    <dgm:cxn modelId="{DFE93497-BFDA-4862-81AC-9D68A0D831F5}" srcId="{73B76296-A962-4F20-9330-0ADDEFC7E0F9}" destId="{0A793CDE-69BC-4C21-B3ED-B49D4F2CD55B}" srcOrd="0" destOrd="0" parTransId="{8BC43B55-C821-4A41-9D10-123841493280}" sibTransId="{A90D92D7-5903-422B-9C3E-0D407CE78376}"/>
    <dgm:cxn modelId="{5C4581D1-B4A6-4F42-B885-778F20372073}" type="presOf" srcId="{82BB5847-0727-454E-958E-8A95A44290A7}" destId="{ABFB165A-D328-4886-80FA-47D494638793}" srcOrd="0" destOrd="0" presId="urn:microsoft.com/office/officeart/2005/8/layout/hierarchy5"/>
    <dgm:cxn modelId="{F34E3717-8D9D-43F3-A33B-43E99901F4C9}" type="presOf" srcId="{044648A7-BD74-41A9-98D5-73D7E0B74E3E}" destId="{1CA95A27-CE8C-4581-A023-35724A6F9B81}" srcOrd="0" destOrd="0" presId="urn:microsoft.com/office/officeart/2005/8/layout/hierarchy5"/>
    <dgm:cxn modelId="{86778B0A-742E-463D-82A5-9ABA695E56D3}" type="presOf" srcId="{AE46F7FD-F9EB-4ED3-A03A-05BE6CA104C8}" destId="{9609DC31-B2C0-4FCC-B999-F4003D58EE47}" srcOrd="0" destOrd="0" presId="urn:microsoft.com/office/officeart/2005/8/layout/hierarchy5"/>
    <dgm:cxn modelId="{ED776930-12DA-4335-AFA3-340CC926FF86}" type="presOf" srcId="{127425B7-F2F3-47B7-90DB-DCCBA715A6D4}" destId="{1B37A928-BBF0-4D6B-9D16-6A78A83CF69B}" srcOrd="0" destOrd="0" presId="urn:microsoft.com/office/officeart/2005/8/layout/hierarchy5"/>
    <dgm:cxn modelId="{24EB7F13-6ABE-4D0F-9EAF-1542FB53432D}" type="presOf" srcId="{1148C535-5558-49A4-A9C0-85D144848AE9}" destId="{6CCFF904-6DBD-4FD4-BBC1-F3BDB9168D96}" srcOrd="1" destOrd="0" presId="urn:microsoft.com/office/officeart/2005/8/layout/hierarchy5"/>
    <dgm:cxn modelId="{A20A393F-5045-4A2A-ACC4-EFB8BF85A3D6}" type="presOf" srcId="{F785D5EE-99D7-4129-AA9D-219C26B069E6}" destId="{E519117D-4935-4471-96F9-1B9D71CE0989}" srcOrd="0" destOrd="0" presId="urn:microsoft.com/office/officeart/2005/8/layout/hierarchy5"/>
    <dgm:cxn modelId="{0C45E351-1226-4536-B4F2-766953E6E7AE}" type="presOf" srcId="{1CE7121C-269D-4594-A396-BAA6488ECE71}" destId="{83050FAC-8984-4E0D-A1DD-860B3ECAE1A4}" srcOrd="0" destOrd="0" presId="urn:microsoft.com/office/officeart/2005/8/layout/hierarchy5"/>
    <dgm:cxn modelId="{542176C8-8599-4AA6-ABC7-80B52E3D46A4}" type="presOf" srcId="{82BB5847-0727-454E-958E-8A95A44290A7}" destId="{65D5557E-4010-4CA3-9A2A-B57BE72251F8}" srcOrd="1" destOrd="0" presId="urn:microsoft.com/office/officeart/2005/8/layout/hierarchy5"/>
    <dgm:cxn modelId="{32E75CFA-2A85-4209-8D82-0B87A0BE2E97}" type="presOf" srcId="{BCFD91C0-4AF1-42A4-A016-B367EE0BCA09}" destId="{9B0A3925-BAFA-439B-BB96-7F3715379CAA}" srcOrd="1" destOrd="0" presId="urn:microsoft.com/office/officeart/2005/8/layout/hierarchy5"/>
    <dgm:cxn modelId="{0653EF00-9F78-430D-95B5-85A174856F22}" type="presOf" srcId="{DE81E94C-56A3-4DD4-94F7-1AC946FC2545}" destId="{7841702C-6773-41A8-B6C2-59C93467CB0D}" srcOrd="1" destOrd="0" presId="urn:microsoft.com/office/officeart/2005/8/layout/hierarchy5"/>
    <dgm:cxn modelId="{5A344E02-8A16-4ADE-A4C3-F6FE87F2CD03}" type="presOf" srcId="{71E757F8-D31F-45B3-97F2-4777840705D3}" destId="{2DC3AB1A-CDD8-4940-950F-16D7A7FD3ECC}" srcOrd="0" destOrd="0" presId="urn:microsoft.com/office/officeart/2005/8/layout/hierarchy5"/>
    <dgm:cxn modelId="{B95BF4E1-1DD4-4148-AE49-FD56A0664E8B}" type="presOf" srcId="{BCFD91C0-4AF1-42A4-A016-B367EE0BCA09}" destId="{BB266D36-8B58-4B37-85CD-D0FBEF90F5BE}" srcOrd="0" destOrd="0" presId="urn:microsoft.com/office/officeart/2005/8/layout/hierarchy5"/>
    <dgm:cxn modelId="{6DC12200-B8BA-4748-ABBC-30BEFF62D5A6}" type="presOf" srcId="{FF62DCE2-C04E-4C1A-8017-6C5094E0DF52}" destId="{E19F60C5-AD57-44B0-BD5B-9C0FFBA4AC8A}" srcOrd="1" destOrd="0" presId="urn:microsoft.com/office/officeart/2005/8/layout/hierarchy5"/>
    <dgm:cxn modelId="{CB2A20A5-76C1-4459-94D8-059CDBB53D7C}" type="presOf" srcId="{86071B79-7AF3-434D-91F0-733E33932EE7}" destId="{A7D3060F-4721-4A8D-81DC-069EB1F931FF}" srcOrd="0" destOrd="0" presId="urn:microsoft.com/office/officeart/2005/8/layout/hierarchy5"/>
    <dgm:cxn modelId="{02B49467-B4C7-43DC-9524-BABDF7532FDD}" type="presOf" srcId="{9F7DF9B9-ED27-4B79-B1F9-7549C36464C9}" destId="{D5DFA5F9-45EC-430D-8529-8E3D71E11A02}" srcOrd="1" destOrd="0" presId="urn:microsoft.com/office/officeart/2005/8/layout/hierarchy5"/>
    <dgm:cxn modelId="{BB05048C-A9F5-42A9-855C-BA1A8235D034}" srcId="{A6E180AB-01D7-4FCF-A1FA-66E4F230E4CA}" destId="{742009BE-2F3C-43A1-8E06-1C45C5C8EB10}" srcOrd="1" destOrd="0" parTransId="{71A89E78-C890-4441-9B20-14D1DDCE87C2}" sibTransId="{56B5A33F-AEE5-400D-9899-F432D8F293CC}"/>
    <dgm:cxn modelId="{1C2631EC-6BDF-4101-A3F1-4A303A3CDBA9}" type="presOf" srcId="{73B76296-A962-4F20-9330-0ADDEFC7E0F9}" destId="{951C5260-4A32-4882-9F71-A833B1E16ED9}" srcOrd="0" destOrd="0" presId="urn:microsoft.com/office/officeart/2005/8/layout/hierarchy5"/>
    <dgm:cxn modelId="{913FE773-BB3A-4821-9F8F-50F0F39B7FD5}" type="presOf" srcId="{376BD15B-1B1F-4501-9780-9941743B1E5D}" destId="{9DDA9B01-7D95-465D-AC07-9E8AD50007C6}" srcOrd="0" destOrd="0" presId="urn:microsoft.com/office/officeart/2005/8/layout/hierarchy5"/>
    <dgm:cxn modelId="{02093157-6264-4880-B796-E7F911A5564F}" type="presOf" srcId="{A6E180AB-01D7-4FCF-A1FA-66E4F230E4CA}" destId="{CC112999-FFE3-416C-A42E-FD5DC88AA9F8}" srcOrd="0" destOrd="0" presId="urn:microsoft.com/office/officeart/2005/8/layout/hierarchy5"/>
    <dgm:cxn modelId="{EFC11E50-C979-4EB2-91B8-4BED886003A1}" type="presOf" srcId="{51D9F8E6-05E6-4CC9-8B36-C36AC3E879CC}" destId="{F387F7D7-E0C1-4136-9F1F-3A315464C0E0}" srcOrd="0" destOrd="0" presId="urn:microsoft.com/office/officeart/2005/8/layout/hierarchy5"/>
    <dgm:cxn modelId="{C51282FF-6C5B-4E06-B401-0B5471184E15}" srcId="{A6E180AB-01D7-4FCF-A1FA-66E4F230E4CA}" destId="{C74E27B5-D466-410E-B188-F87DF2A0A247}" srcOrd="0" destOrd="0" parTransId="{B6B39238-6EBC-4240-BDD1-E2FA3DB6BF67}" sibTransId="{04D2BE10-6CA1-4E5D-B4F7-A6907F056E4D}"/>
    <dgm:cxn modelId="{8D4521E1-7646-44FD-BA88-D3049742A574}" type="presOf" srcId="{E246A42C-6D40-42F9-B1DA-093D4903175A}" destId="{3C1E2BB4-7318-4012-97E8-1307F6491F65}" srcOrd="0" destOrd="0" presId="urn:microsoft.com/office/officeart/2005/8/layout/hierarchy5"/>
    <dgm:cxn modelId="{99D6AAB4-C161-464A-96CA-5C7A61324BF3}" srcId="{71E757F8-D31F-45B3-97F2-4777840705D3}" destId="{5B51ED2E-6B3B-4477-9394-97525A326206}" srcOrd="0" destOrd="0" parTransId="{AE46F7FD-F9EB-4ED3-A03A-05BE6CA104C8}" sibTransId="{D0D3F396-F70A-4420-ACE3-DA4E6DBF76CB}"/>
    <dgm:cxn modelId="{77374696-1733-4D63-B68E-CEE468F3FF21}" type="presOf" srcId="{8BC43B55-C821-4A41-9D10-123841493280}" destId="{8A1DCE0B-7E62-47CE-B154-50F33198D536}" srcOrd="1" destOrd="0" presId="urn:microsoft.com/office/officeart/2005/8/layout/hierarchy5"/>
    <dgm:cxn modelId="{7A8243ED-FAD0-4954-AC52-BEBE61CC80F5}" type="presOf" srcId="{A33F0029-6358-414A-A353-E0FB064BC6FF}" destId="{C13055C5-8F5F-4641-8454-ED6C8DE31C1B}" srcOrd="1" destOrd="0" presId="urn:microsoft.com/office/officeart/2005/8/layout/hierarchy5"/>
    <dgm:cxn modelId="{15A6F9EA-8E61-4F71-8DDB-49C5543975BD}" type="presOf" srcId="{EE552DB7-9EA9-4419-BA18-261FF59ED9C6}" destId="{1401CC82-27EA-4129-83BD-A44C46F5C62F}" srcOrd="1" destOrd="0" presId="urn:microsoft.com/office/officeart/2005/8/layout/hierarchy5"/>
    <dgm:cxn modelId="{15C4DDCD-878C-4F60-8896-044D7464CAB7}" type="presOf" srcId="{3AD1CE35-02E1-4CA1-AFFE-DADA57EFC9FB}" destId="{68AD21B5-E207-49CB-A79C-BFD60B0D1E0C}" srcOrd="1" destOrd="0" presId="urn:microsoft.com/office/officeart/2005/8/layout/hierarchy5"/>
    <dgm:cxn modelId="{80D2EBED-B7E0-40F5-A5CD-E4C2BCCD1BFC}" srcId="{75C4816D-4F3F-42D1-994E-5206DB0EC98B}" destId="{73B76296-A962-4F20-9330-0ADDEFC7E0F9}" srcOrd="0" destOrd="0" parTransId="{EE552DB7-9EA9-4419-BA18-261FF59ED9C6}" sibTransId="{E6BDE6E0-C839-43D4-9C02-B38788FAF40D}"/>
    <dgm:cxn modelId="{0AD2FC28-0C8E-46F8-AAE1-18315CB7FD6A}" type="presOf" srcId="{86071B79-7AF3-434D-91F0-733E33932EE7}" destId="{119C9F37-5DDD-4593-92D5-A52AC492936D}" srcOrd="1" destOrd="0" presId="urn:microsoft.com/office/officeart/2005/8/layout/hierarchy5"/>
    <dgm:cxn modelId="{A9B0EE73-CDB4-4231-BE77-C4FE220C8630}" srcId="{51D9F8E6-05E6-4CC9-8B36-C36AC3E879CC}" destId="{82BB5847-0727-454E-958E-8A95A44290A7}" srcOrd="4" destOrd="0" parTransId="{D85BC6CF-B298-4DB0-88EB-BDE9169C5973}" sibTransId="{F29AEF47-643E-4980-AEF5-A6B295CE8D9A}"/>
    <dgm:cxn modelId="{4C6D8189-DFA7-4761-B727-4EEA2C1DD4C2}" srcId="{F785D5EE-99D7-4129-AA9D-219C26B069E6}" destId="{A3BF3ABA-129F-465F-B57B-9F955510A5B1}" srcOrd="1" destOrd="0" parTransId="{1CE7121C-269D-4594-A396-BAA6488ECE71}" sibTransId="{4120DA36-2DFE-46BA-BC21-0E9D1634F4E1}"/>
    <dgm:cxn modelId="{8D9DABAA-B670-45EE-A40C-C50F1FF7243A}" type="presOf" srcId="{71A89E78-C890-4441-9B20-14D1DDCE87C2}" destId="{7CDE69E4-FD96-462F-B4A0-DA22A8ED91F8}" srcOrd="0" destOrd="0" presId="urn:microsoft.com/office/officeart/2005/8/layout/hierarchy5"/>
    <dgm:cxn modelId="{4E268C5F-6A7A-4FF7-9B83-8AFB50A2A899}" type="presOf" srcId="{0A793CDE-69BC-4C21-B3ED-B49D4F2CD55B}" destId="{42E4B684-AD64-48DD-A671-863CE8F2A875}" srcOrd="0" destOrd="0" presId="urn:microsoft.com/office/officeart/2005/8/layout/hierarchy5"/>
    <dgm:cxn modelId="{881D7C2D-7581-4B20-B82C-11010F43BAAA}" type="presOf" srcId="{FA7452A8-13D8-4E7C-8031-B3A7E569D582}" destId="{A1A8BAA4-1A36-4D63-915B-A151C74516FD}" srcOrd="0" destOrd="0" presId="urn:microsoft.com/office/officeart/2005/8/layout/hierarchy5"/>
    <dgm:cxn modelId="{17A82F59-7B7C-4EC8-A973-36FBB5A3E491}" type="presOf" srcId="{A3BF3ABA-129F-465F-B57B-9F955510A5B1}" destId="{4A065B24-C13F-4685-B07B-AA198FCB2780}" srcOrd="0" destOrd="0" presId="urn:microsoft.com/office/officeart/2005/8/layout/hierarchy5"/>
    <dgm:cxn modelId="{224DB09F-A3C4-4F4D-B20D-FF35E96EBF42}" type="presOf" srcId="{3AD1CE35-02E1-4CA1-AFFE-DADA57EFC9FB}" destId="{3BAC737B-A52F-4507-A482-5C42BF19AC33}" srcOrd="0" destOrd="0" presId="urn:microsoft.com/office/officeart/2005/8/layout/hierarchy5"/>
    <dgm:cxn modelId="{8CD028CB-7A3F-4687-A7CB-4F8F6FA9CF4B}" type="presOf" srcId="{FA7452A8-13D8-4E7C-8031-B3A7E569D582}" destId="{E6C9D375-F7C0-488C-95E9-53082A1EEC93}" srcOrd="1" destOrd="0" presId="urn:microsoft.com/office/officeart/2005/8/layout/hierarchy5"/>
    <dgm:cxn modelId="{D3E521DD-22BC-41D3-8CAE-99D275CB51C2}" type="presOf" srcId="{376BD15B-1B1F-4501-9780-9941743B1E5D}" destId="{8DAD6D93-880D-4F5A-ABC5-E4752E7A27E9}" srcOrd="1" destOrd="0" presId="urn:microsoft.com/office/officeart/2005/8/layout/hierarchy5"/>
    <dgm:cxn modelId="{EBDA057C-F188-4035-A85C-B502A0E0CEFB}" type="presOf" srcId="{A33F0029-6358-414A-A353-E0FB064BC6FF}" destId="{590E6B90-8F55-456A-9634-18C4DB66C063}" srcOrd="0" destOrd="0" presId="urn:microsoft.com/office/officeart/2005/8/layout/hierarchy5"/>
    <dgm:cxn modelId="{FD81FBFF-E6B7-4F4F-B169-8CAB743F9477}" type="presOf" srcId="{9F7DF9B9-ED27-4B79-B1F9-7549C36464C9}" destId="{3A60438E-431C-4E45-BF2F-5CEC753F33BB}" srcOrd="0" destOrd="0" presId="urn:microsoft.com/office/officeart/2005/8/layout/hierarchy5"/>
    <dgm:cxn modelId="{DE76C94D-73F8-4E7D-9AB0-01570F22EBB5}" srcId="{71E757F8-D31F-45B3-97F2-4777840705D3}" destId="{F785D5EE-99D7-4129-AA9D-219C26B069E6}" srcOrd="3" destOrd="0" parTransId="{F7665885-CA43-4EAC-BA0C-CCE5B84C4CC4}" sibTransId="{D49C3AC2-1CF1-4AC9-B456-2ADF35634227}"/>
    <dgm:cxn modelId="{69238DD6-B328-4D8C-896D-241F7B1340CB}" srcId="{71E757F8-D31F-45B3-97F2-4777840705D3}" destId="{A6E180AB-01D7-4FCF-A1FA-66E4F230E4CA}" srcOrd="1" destOrd="0" parTransId="{044648A7-BD74-41A9-98D5-73D7E0B74E3E}" sibTransId="{AF5F70B5-7795-4291-942F-0B3478D731FE}"/>
    <dgm:cxn modelId="{624E3A73-3701-4406-BC4B-551935E5FC75}" type="presOf" srcId="{127425B7-F2F3-47B7-90DB-DCCBA715A6D4}" destId="{D709D395-BA35-4308-BEB6-4D9DC1445167}" srcOrd="1" destOrd="0" presId="urn:microsoft.com/office/officeart/2005/8/layout/hierarchy5"/>
    <dgm:cxn modelId="{D75FE2D7-0763-4144-96A4-D579724F2F4C}" type="presOf" srcId="{FD5ABEED-CED5-43AB-AD29-AAED66412883}" destId="{06086D31-0F0E-48A3-B69B-E2E41277789B}" srcOrd="0" destOrd="0" presId="urn:microsoft.com/office/officeart/2005/8/layout/hierarchy5"/>
    <dgm:cxn modelId="{4B18BDBB-7137-4877-BA36-CC5648D3DD56}" srcId="{F785D5EE-99D7-4129-AA9D-219C26B069E6}" destId="{A4AFC2AB-5B26-4AF7-993C-3CF670A7B9F5}" srcOrd="2" destOrd="0" parTransId="{A16F906A-A322-4AAB-94D7-BF8A55B688D2}" sibTransId="{1C14688C-9931-4396-B6BD-8567AF338736}"/>
    <dgm:cxn modelId="{5CF97179-ABDF-4144-BEF3-8F3F2FC692C7}" type="presOf" srcId="{C74E27B5-D466-410E-B188-F87DF2A0A247}" destId="{AACC9F14-2C73-4291-AB44-7A62C6FDFDC3}" srcOrd="0" destOrd="0" presId="urn:microsoft.com/office/officeart/2005/8/layout/hierarchy5"/>
    <dgm:cxn modelId="{77FD9F02-1464-4742-B7B7-BC27150583FE}" type="presParOf" srcId="{F387F7D7-E0C1-4136-9F1F-3A315464C0E0}" destId="{72435A3B-091B-4C2E-8325-8833174FAE57}" srcOrd="0" destOrd="0" presId="urn:microsoft.com/office/officeart/2005/8/layout/hierarchy5"/>
    <dgm:cxn modelId="{9FF60823-E1AC-4DA4-B5A5-C995F249E442}" type="presParOf" srcId="{72435A3B-091B-4C2E-8325-8833174FAE57}" destId="{3F946FAC-B68E-49C4-9E36-983C50DA29F1}" srcOrd="0" destOrd="0" presId="urn:microsoft.com/office/officeart/2005/8/layout/hierarchy5"/>
    <dgm:cxn modelId="{D868B858-3A11-4144-98BE-DFA239A45BFA}" type="presParOf" srcId="{72435A3B-091B-4C2E-8325-8833174FAE57}" destId="{7172368D-081A-404B-975C-48705697B456}" srcOrd="1" destOrd="0" presId="urn:microsoft.com/office/officeart/2005/8/layout/hierarchy5"/>
    <dgm:cxn modelId="{93A8357A-C214-46D5-84E1-9F25B585A684}" type="presParOf" srcId="{7172368D-081A-404B-975C-48705697B456}" destId="{EB55C80B-BCB4-4052-B7F9-BC995DE26810}" srcOrd="0" destOrd="0" presId="urn:microsoft.com/office/officeart/2005/8/layout/hierarchy5"/>
    <dgm:cxn modelId="{FBFDB5B8-34C0-44F1-BFC3-F3E8A46523CD}" type="presParOf" srcId="{EB55C80B-BCB4-4052-B7F9-BC995DE26810}" destId="{2DC3AB1A-CDD8-4940-950F-16D7A7FD3ECC}" srcOrd="0" destOrd="0" presId="urn:microsoft.com/office/officeart/2005/8/layout/hierarchy5"/>
    <dgm:cxn modelId="{78FB5621-FC9F-4A0C-85BD-50189F6E5EBA}" type="presParOf" srcId="{EB55C80B-BCB4-4052-B7F9-BC995DE26810}" destId="{E985CF9A-C6D2-4DD2-B6FB-E4A6628DC40C}" srcOrd="1" destOrd="0" presId="urn:microsoft.com/office/officeart/2005/8/layout/hierarchy5"/>
    <dgm:cxn modelId="{B304F039-AF6A-4D71-B101-2CB7AA2BCA29}" type="presParOf" srcId="{E985CF9A-C6D2-4DD2-B6FB-E4A6628DC40C}" destId="{9609DC31-B2C0-4FCC-B999-F4003D58EE47}" srcOrd="0" destOrd="0" presId="urn:microsoft.com/office/officeart/2005/8/layout/hierarchy5"/>
    <dgm:cxn modelId="{06C8F493-3C2A-4F57-95BA-DA807CCC1AAE}" type="presParOf" srcId="{9609DC31-B2C0-4FCC-B999-F4003D58EE47}" destId="{25B3631E-E546-4FD3-BEBA-14B0E9E67444}" srcOrd="0" destOrd="0" presId="urn:microsoft.com/office/officeart/2005/8/layout/hierarchy5"/>
    <dgm:cxn modelId="{83F4E90C-8777-4395-ADED-A94689C30589}" type="presParOf" srcId="{E985CF9A-C6D2-4DD2-B6FB-E4A6628DC40C}" destId="{1123A056-F295-44FC-911B-B920F055EF5B}" srcOrd="1" destOrd="0" presId="urn:microsoft.com/office/officeart/2005/8/layout/hierarchy5"/>
    <dgm:cxn modelId="{42DDDBA3-A0F7-4B9E-96A7-6C32177C4BDD}" type="presParOf" srcId="{1123A056-F295-44FC-911B-B920F055EF5B}" destId="{7162B31B-24EF-42AB-918A-0D370C67AB80}" srcOrd="0" destOrd="0" presId="urn:microsoft.com/office/officeart/2005/8/layout/hierarchy5"/>
    <dgm:cxn modelId="{0281F099-709B-45EE-8F78-41F5BE2A90B5}" type="presParOf" srcId="{1123A056-F295-44FC-911B-B920F055EF5B}" destId="{406FC2E5-0AF8-4943-9C1C-D59BA3EAC46F}" srcOrd="1" destOrd="0" presId="urn:microsoft.com/office/officeart/2005/8/layout/hierarchy5"/>
    <dgm:cxn modelId="{6375C6CF-305F-4359-B118-3B9DCF0AC711}" type="presParOf" srcId="{406FC2E5-0AF8-4943-9C1C-D59BA3EAC46F}" destId="{A7D3060F-4721-4A8D-81DC-069EB1F931FF}" srcOrd="0" destOrd="0" presId="urn:microsoft.com/office/officeart/2005/8/layout/hierarchy5"/>
    <dgm:cxn modelId="{39365003-3D0D-48D0-9C3F-4A1FAAA481A2}" type="presParOf" srcId="{A7D3060F-4721-4A8D-81DC-069EB1F931FF}" destId="{119C9F37-5DDD-4593-92D5-A52AC492936D}" srcOrd="0" destOrd="0" presId="urn:microsoft.com/office/officeart/2005/8/layout/hierarchy5"/>
    <dgm:cxn modelId="{85E92A53-61BE-4AFF-956B-738301D5489D}" type="presParOf" srcId="{406FC2E5-0AF8-4943-9C1C-D59BA3EAC46F}" destId="{D20F57B0-DAEA-488F-9727-7629BEAF771C}" srcOrd="1" destOrd="0" presId="urn:microsoft.com/office/officeart/2005/8/layout/hierarchy5"/>
    <dgm:cxn modelId="{F0ED214D-DF60-4940-AE9F-DBAD692E5478}" type="presParOf" srcId="{D20F57B0-DAEA-488F-9727-7629BEAF771C}" destId="{719F875B-A438-4C53-A271-76C665B52D35}" srcOrd="0" destOrd="0" presId="urn:microsoft.com/office/officeart/2005/8/layout/hierarchy5"/>
    <dgm:cxn modelId="{3AF99A07-F6CB-48E0-A810-A74A21A8F2ED}" type="presParOf" srcId="{D20F57B0-DAEA-488F-9727-7629BEAF771C}" destId="{3ABD0648-939F-43B2-A02F-E2E718617D1C}" srcOrd="1" destOrd="0" presId="urn:microsoft.com/office/officeart/2005/8/layout/hierarchy5"/>
    <dgm:cxn modelId="{BF88D386-04F7-4B49-93D4-DBB4C40FA248}" type="presParOf" srcId="{3ABD0648-939F-43B2-A02F-E2E718617D1C}" destId="{4A8C535C-86A2-4663-84E3-8D37B40DDCA9}" srcOrd="0" destOrd="0" presId="urn:microsoft.com/office/officeart/2005/8/layout/hierarchy5"/>
    <dgm:cxn modelId="{F04BB013-0873-4CC6-8FDB-70987F4C7AC2}" type="presParOf" srcId="{4A8C535C-86A2-4663-84E3-8D37B40DDCA9}" destId="{6CCFF904-6DBD-4FD4-BBC1-F3BDB9168D96}" srcOrd="0" destOrd="0" presId="urn:microsoft.com/office/officeart/2005/8/layout/hierarchy5"/>
    <dgm:cxn modelId="{C2357AE4-5EE7-412F-9DCD-31FCC5ACA9E0}" type="presParOf" srcId="{3ABD0648-939F-43B2-A02F-E2E718617D1C}" destId="{95B896B3-B550-440F-A0FD-74399B3C13DC}" srcOrd="1" destOrd="0" presId="urn:microsoft.com/office/officeart/2005/8/layout/hierarchy5"/>
    <dgm:cxn modelId="{89EF7A26-AAF4-4F5D-94E7-1AF170A136CB}" type="presParOf" srcId="{95B896B3-B550-440F-A0FD-74399B3C13DC}" destId="{21DE9026-F63F-4FE7-BC06-A1642A665573}" srcOrd="0" destOrd="0" presId="urn:microsoft.com/office/officeart/2005/8/layout/hierarchy5"/>
    <dgm:cxn modelId="{003FBA53-7C0C-4F16-B576-1C19A2430118}" type="presParOf" srcId="{95B896B3-B550-440F-A0FD-74399B3C13DC}" destId="{1E83801F-0886-453E-BAB7-2E118B1561CC}" srcOrd="1" destOrd="0" presId="urn:microsoft.com/office/officeart/2005/8/layout/hierarchy5"/>
    <dgm:cxn modelId="{46E0D332-F355-4BD6-BD6D-9896B97D96B1}" type="presParOf" srcId="{E985CF9A-C6D2-4DD2-B6FB-E4A6628DC40C}" destId="{1CA95A27-CE8C-4581-A023-35724A6F9B81}" srcOrd="2" destOrd="0" presId="urn:microsoft.com/office/officeart/2005/8/layout/hierarchy5"/>
    <dgm:cxn modelId="{F3A83A4F-F48D-4A88-A237-15F05FD79575}" type="presParOf" srcId="{1CA95A27-CE8C-4581-A023-35724A6F9B81}" destId="{762F0030-7473-4F2A-A067-90BFAE392A77}" srcOrd="0" destOrd="0" presId="urn:microsoft.com/office/officeart/2005/8/layout/hierarchy5"/>
    <dgm:cxn modelId="{D0E8C0C8-11C4-4949-AA2B-8B0AA89631F1}" type="presParOf" srcId="{E985CF9A-C6D2-4DD2-B6FB-E4A6628DC40C}" destId="{2EE46890-1902-4BA2-A94F-D549B4A20045}" srcOrd="3" destOrd="0" presId="urn:microsoft.com/office/officeart/2005/8/layout/hierarchy5"/>
    <dgm:cxn modelId="{5FA970F6-278E-4E42-93B1-51DD9403EFEB}" type="presParOf" srcId="{2EE46890-1902-4BA2-A94F-D549B4A20045}" destId="{CC112999-FFE3-416C-A42E-FD5DC88AA9F8}" srcOrd="0" destOrd="0" presId="urn:microsoft.com/office/officeart/2005/8/layout/hierarchy5"/>
    <dgm:cxn modelId="{FB334E79-044C-4E9A-8614-DD643DE68AB8}" type="presParOf" srcId="{2EE46890-1902-4BA2-A94F-D549B4A20045}" destId="{81636CF4-4C6E-4450-B946-D69F9ABECA91}" srcOrd="1" destOrd="0" presId="urn:microsoft.com/office/officeart/2005/8/layout/hierarchy5"/>
    <dgm:cxn modelId="{56011E7D-9BC2-4108-8EF7-2F9116AC06EB}" type="presParOf" srcId="{81636CF4-4C6E-4450-B946-D69F9ABECA91}" destId="{17469F7F-0376-487D-B885-EA9E499EC02A}" srcOrd="0" destOrd="0" presId="urn:microsoft.com/office/officeart/2005/8/layout/hierarchy5"/>
    <dgm:cxn modelId="{DAFE3435-D5D3-4165-9984-8F9DF6A37E30}" type="presParOf" srcId="{17469F7F-0376-487D-B885-EA9E499EC02A}" destId="{1A8C1DD7-3D9C-45AD-900E-8A2C741888A6}" srcOrd="0" destOrd="0" presId="urn:microsoft.com/office/officeart/2005/8/layout/hierarchy5"/>
    <dgm:cxn modelId="{43C67AD1-3589-4426-A6FD-C96F79D28685}" type="presParOf" srcId="{81636CF4-4C6E-4450-B946-D69F9ABECA91}" destId="{5F8F30EF-127E-45F5-9EFC-9F455A56AADD}" srcOrd="1" destOrd="0" presId="urn:microsoft.com/office/officeart/2005/8/layout/hierarchy5"/>
    <dgm:cxn modelId="{6CDA6618-45C1-4674-8729-AED52A604CA1}" type="presParOf" srcId="{5F8F30EF-127E-45F5-9EFC-9F455A56AADD}" destId="{AACC9F14-2C73-4291-AB44-7A62C6FDFDC3}" srcOrd="0" destOrd="0" presId="urn:microsoft.com/office/officeart/2005/8/layout/hierarchy5"/>
    <dgm:cxn modelId="{2B82387A-8448-4CC1-A9B4-16AA0F18310A}" type="presParOf" srcId="{5F8F30EF-127E-45F5-9EFC-9F455A56AADD}" destId="{1BCBECFE-5611-4EE9-985B-6ADEB2CD1A5C}" srcOrd="1" destOrd="0" presId="urn:microsoft.com/office/officeart/2005/8/layout/hierarchy5"/>
    <dgm:cxn modelId="{3CED19D3-287B-4B0C-9012-398FE5E1DA78}" type="presParOf" srcId="{1BCBECFE-5611-4EE9-985B-6ADEB2CD1A5C}" destId="{A1A8BAA4-1A36-4D63-915B-A151C74516FD}" srcOrd="0" destOrd="0" presId="urn:microsoft.com/office/officeart/2005/8/layout/hierarchy5"/>
    <dgm:cxn modelId="{AE1D9F9E-E487-4461-9471-BA9644D2BD13}" type="presParOf" srcId="{A1A8BAA4-1A36-4D63-915B-A151C74516FD}" destId="{E6C9D375-F7C0-488C-95E9-53082A1EEC93}" srcOrd="0" destOrd="0" presId="urn:microsoft.com/office/officeart/2005/8/layout/hierarchy5"/>
    <dgm:cxn modelId="{0CE96278-6DCA-479A-8A08-86C695A5C8E8}" type="presParOf" srcId="{1BCBECFE-5611-4EE9-985B-6ADEB2CD1A5C}" destId="{10BAA22C-F57E-478E-864A-9CFA527268E5}" srcOrd="1" destOrd="0" presId="urn:microsoft.com/office/officeart/2005/8/layout/hierarchy5"/>
    <dgm:cxn modelId="{2CBC53FF-B306-4334-BDC4-82913AAA49BA}" type="presParOf" srcId="{10BAA22C-F57E-478E-864A-9CFA527268E5}" destId="{869730FF-1E2A-45E6-AA9F-2A7D81A1EA59}" srcOrd="0" destOrd="0" presId="urn:microsoft.com/office/officeart/2005/8/layout/hierarchy5"/>
    <dgm:cxn modelId="{2A835B96-2015-44D6-98F6-5344026AA43A}" type="presParOf" srcId="{10BAA22C-F57E-478E-864A-9CFA527268E5}" destId="{4537566A-C20D-47EB-8998-5231D62F1ABA}" srcOrd="1" destOrd="0" presId="urn:microsoft.com/office/officeart/2005/8/layout/hierarchy5"/>
    <dgm:cxn modelId="{2AC6788D-CADA-4C8B-88EF-4F55C007DE2A}" type="presParOf" srcId="{81636CF4-4C6E-4450-B946-D69F9ABECA91}" destId="{7CDE69E4-FD96-462F-B4A0-DA22A8ED91F8}" srcOrd="2" destOrd="0" presId="urn:microsoft.com/office/officeart/2005/8/layout/hierarchy5"/>
    <dgm:cxn modelId="{4363A7DF-1C92-493F-AB62-00A41E60C36C}" type="presParOf" srcId="{7CDE69E4-FD96-462F-B4A0-DA22A8ED91F8}" destId="{600022CB-B211-4FF4-AB8D-9AC1556448AD}" srcOrd="0" destOrd="0" presId="urn:microsoft.com/office/officeart/2005/8/layout/hierarchy5"/>
    <dgm:cxn modelId="{975FD914-CC99-42F3-8750-E8ACB9664D3B}" type="presParOf" srcId="{81636CF4-4C6E-4450-B946-D69F9ABECA91}" destId="{408D6DA1-1D33-4BB2-BC9F-D67E2EE5D48A}" srcOrd="3" destOrd="0" presId="urn:microsoft.com/office/officeart/2005/8/layout/hierarchy5"/>
    <dgm:cxn modelId="{A41F5D80-2DA4-49DD-9C5E-ACEC894F5FCC}" type="presParOf" srcId="{408D6DA1-1D33-4BB2-BC9F-D67E2EE5D48A}" destId="{7AE3B5A8-CAF1-41CC-A497-BCE4F932B3E6}" srcOrd="0" destOrd="0" presId="urn:microsoft.com/office/officeart/2005/8/layout/hierarchy5"/>
    <dgm:cxn modelId="{21F54D83-9E9C-4330-89F6-A054F9F75E38}" type="presParOf" srcId="{408D6DA1-1D33-4BB2-BC9F-D67E2EE5D48A}" destId="{43ABEFE0-C90D-4CD2-9312-E392479D9C4A}" srcOrd="1" destOrd="0" presId="urn:microsoft.com/office/officeart/2005/8/layout/hierarchy5"/>
    <dgm:cxn modelId="{7D75D161-FAEF-479E-8B0C-29A40B97E8D7}" type="presParOf" srcId="{43ABEFE0-C90D-4CD2-9312-E392479D9C4A}" destId="{590E6B90-8F55-456A-9634-18C4DB66C063}" srcOrd="0" destOrd="0" presId="urn:microsoft.com/office/officeart/2005/8/layout/hierarchy5"/>
    <dgm:cxn modelId="{850ECCE9-BE88-4C86-8722-A6392FEAF99F}" type="presParOf" srcId="{590E6B90-8F55-456A-9634-18C4DB66C063}" destId="{C13055C5-8F5F-4641-8454-ED6C8DE31C1B}" srcOrd="0" destOrd="0" presId="urn:microsoft.com/office/officeart/2005/8/layout/hierarchy5"/>
    <dgm:cxn modelId="{8777782D-F3B8-4813-B461-2D84D667C9F6}" type="presParOf" srcId="{43ABEFE0-C90D-4CD2-9312-E392479D9C4A}" destId="{BE45BA8D-7D9C-4047-A80C-349E92A0557B}" srcOrd="1" destOrd="0" presId="urn:microsoft.com/office/officeart/2005/8/layout/hierarchy5"/>
    <dgm:cxn modelId="{2AE3DDC7-5711-4470-B5AD-C0DABE58DD7B}" type="presParOf" srcId="{BE45BA8D-7D9C-4047-A80C-349E92A0557B}" destId="{3C1E2BB4-7318-4012-97E8-1307F6491F65}" srcOrd="0" destOrd="0" presId="urn:microsoft.com/office/officeart/2005/8/layout/hierarchy5"/>
    <dgm:cxn modelId="{8E59C39E-C821-4D72-8774-3CEC5557EA9C}" type="presParOf" srcId="{BE45BA8D-7D9C-4047-A80C-349E92A0557B}" destId="{45F1EC55-2D60-42A9-91F7-40A1A53716BE}" srcOrd="1" destOrd="0" presId="urn:microsoft.com/office/officeart/2005/8/layout/hierarchy5"/>
    <dgm:cxn modelId="{270C0784-B826-4B89-90C9-57EC79AF7AB1}" type="presParOf" srcId="{E985CF9A-C6D2-4DD2-B6FB-E4A6628DC40C}" destId="{BB266D36-8B58-4B37-85CD-D0FBEF90F5BE}" srcOrd="4" destOrd="0" presId="urn:microsoft.com/office/officeart/2005/8/layout/hierarchy5"/>
    <dgm:cxn modelId="{B6CB26B0-DFDA-4F6D-8E80-21FA8F9525C4}" type="presParOf" srcId="{BB266D36-8B58-4B37-85CD-D0FBEF90F5BE}" destId="{9B0A3925-BAFA-439B-BB96-7F3715379CAA}" srcOrd="0" destOrd="0" presId="urn:microsoft.com/office/officeart/2005/8/layout/hierarchy5"/>
    <dgm:cxn modelId="{795AC8EA-78FC-4AC8-BFC0-C123AE4AEE6E}" type="presParOf" srcId="{E985CF9A-C6D2-4DD2-B6FB-E4A6628DC40C}" destId="{B1C57D0B-5C79-4785-BE3A-BC534C18CB9C}" srcOrd="5" destOrd="0" presId="urn:microsoft.com/office/officeart/2005/8/layout/hierarchy5"/>
    <dgm:cxn modelId="{5BC754AF-BFE6-4846-8721-9D9D4FC82E30}" type="presParOf" srcId="{B1C57D0B-5C79-4785-BE3A-BC534C18CB9C}" destId="{2F565019-DE8D-4001-B2A3-3DD5DD95C2BB}" srcOrd="0" destOrd="0" presId="urn:microsoft.com/office/officeart/2005/8/layout/hierarchy5"/>
    <dgm:cxn modelId="{83400D93-9D21-4AEB-9B02-847CAE9CF0CA}" type="presParOf" srcId="{B1C57D0B-5C79-4785-BE3A-BC534C18CB9C}" destId="{AAC20109-863D-469A-87A2-4A3FE61906FE}" srcOrd="1" destOrd="0" presId="urn:microsoft.com/office/officeart/2005/8/layout/hierarchy5"/>
    <dgm:cxn modelId="{2EAFCCC0-94D0-48D6-A6E7-1BA8932AA986}" type="presParOf" srcId="{AAC20109-863D-469A-87A2-4A3FE61906FE}" destId="{64287197-2F41-4F58-8054-CF2574AC3638}" srcOrd="0" destOrd="0" presId="urn:microsoft.com/office/officeart/2005/8/layout/hierarchy5"/>
    <dgm:cxn modelId="{B8CB7D4E-05F6-4532-A719-C594FA73E46B}" type="presParOf" srcId="{64287197-2F41-4F58-8054-CF2574AC3638}" destId="{1401CC82-27EA-4129-83BD-A44C46F5C62F}" srcOrd="0" destOrd="0" presId="urn:microsoft.com/office/officeart/2005/8/layout/hierarchy5"/>
    <dgm:cxn modelId="{F6CF71D1-8278-4783-85E0-64173DE2F62B}" type="presParOf" srcId="{AAC20109-863D-469A-87A2-4A3FE61906FE}" destId="{564D274A-948A-4450-A48D-4D663F34A493}" srcOrd="1" destOrd="0" presId="urn:microsoft.com/office/officeart/2005/8/layout/hierarchy5"/>
    <dgm:cxn modelId="{309A9DEE-2334-4743-B989-4459BB608332}" type="presParOf" srcId="{564D274A-948A-4450-A48D-4D663F34A493}" destId="{951C5260-4A32-4882-9F71-A833B1E16ED9}" srcOrd="0" destOrd="0" presId="urn:microsoft.com/office/officeart/2005/8/layout/hierarchy5"/>
    <dgm:cxn modelId="{B43151AC-CEE8-4BDF-B409-EDF78312C7AC}" type="presParOf" srcId="{564D274A-948A-4450-A48D-4D663F34A493}" destId="{825E1F9C-B94D-426E-BE53-34A1F2A77BAD}" srcOrd="1" destOrd="0" presId="urn:microsoft.com/office/officeart/2005/8/layout/hierarchy5"/>
    <dgm:cxn modelId="{42523136-BCFB-48AD-8E7B-6E8AC89DAE82}" type="presParOf" srcId="{825E1F9C-B94D-426E-BE53-34A1F2A77BAD}" destId="{4CE93BFD-FEEB-4264-B44D-969B5016925A}" srcOrd="0" destOrd="0" presId="urn:microsoft.com/office/officeart/2005/8/layout/hierarchy5"/>
    <dgm:cxn modelId="{1A785649-BFE8-4DBE-AEEB-75585B05B9E9}" type="presParOf" srcId="{4CE93BFD-FEEB-4264-B44D-969B5016925A}" destId="{8A1DCE0B-7E62-47CE-B154-50F33198D536}" srcOrd="0" destOrd="0" presId="urn:microsoft.com/office/officeart/2005/8/layout/hierarchy5"/>
    <dgm:cxn modelId="{6EBAB456-A895-4202-B016-30F4B006ACDA}" type="presParOf" srcId="{825E1F9C-B94D-426E-BE53-34A1F2A77BAD}" destId="{1892D05F-176B-4E96-92BF-6184EBDECD3C}" srcOrd="1" destOrd="0" presId="urn:microsoft.com/office/officeart/2005/8/layout/hierarchy5"/>
    <dgm:cxn modelId="{34861903-1F08-46D4-BC6C-A32B38FEDCF1}" type="presParOf" srcId="{1892D05F-176B-4E96-92BF-6184EBDECD3C}" destId="{42E4B684-AD64-48DD-A671-863CE8F2A875}" srcOrd="0" destOrd="0" presId="urn:microsoft.com/office/officeart/2005/8/layout/hierarchy5"/>
    <dgm:cxn modelId="{1211B84A-F7FF-4D5C-B0C8-E9692B614E1A}" type="presParOf" srcId="{1892D05F-176B-4E96-92BF-6184EBDECD3C}" destId="{6CCA9E78-852D-4F28-A47E-FE1FA427B4AF}" srcOrd="1" destOrd="0" presId="urn:microsoft.com/office/officeart/2005/8/layout/hierarchy5"/>
    <dgm:cxn modelId="{2C2E84C6-3C08-49A4-8736-2D9025E4F00E}" type="presParOf" srcId="{E985CF9A-C6D2-4DD2-B6FB-E4A6628DC40C}" destId="{E7C9BEBB-68E8-4695-8DA2-AB0090BE9C47}" srcOrd="6" destOrd="0" presId="urn:microsoft.com/office/officeart/2005/8/layout/hierarchy5"/>
    <dgm:cxn modelId="{24B7DF5F-4D17-4E1F-8AB1-D35FAA4D1E4E}" type="presParOf" srcId="{E7C9BEBB-68E8-4695-8DA2-AB0090BE9C47}" destId="{047A7C83-E175-41E6-9298-0C7CC8A6CC7B}" srcOrd="0" destOrd="0" presId="urn:microsoft.com/office/officeart/2005/8/layout/hierarchy5"/>
    <dgm:cxn modelId="{88866791-5D12-463E-9277-458A09695962}" type="presParOf" srcId="{E985CF9A-C6D2-4DD2-B6FB-E4A6628DC40C}" destId="{B6837F03-8523-479A-A482-A4B75336D1A4}" srcOrd="7" destOrd="0" presId="urn:microsoft.com/office/officeart/2005/8/layout/hierarchy5"/>
    <dgm:cxn modelId="{6F8B55B4-8193-40B1-92C1-596277AB1BF8}" type="presParOf" srcId="{B6837F03-8523-479A-A482-A4B75336D1A4}" destId="{E519117D-4935-4471-96F9-1B9D71CE0989}" srcOrd="0" destOrd="0" presId="urn:microsoft.com/office/officeart/2005/8/layout/hierarchy5"/>
    <dgm:cxn modelId="{3B7C0CF7-86D1-4363-B96E-78F1944D7B42}" type="presParOf" srcId="{B6837F03-8523-479A-A482-A4B75336D1A4}" destId="{9D04AEC7-F654-4756-BF93-372EE9A0C5A7}" srcOrd="1" destOrd="0" presId="urn:microsoft.com/office/officeart/2005/8/layout/hierarchy5"/>
    <dgm:cxn modelId="{27CDD72D-ADB5-415A-92F2-9E5C6451A796}" type="presParOf" srcId="{9D04AEC7-F654-4756-BF93-372EE9A0C5A7}" destId="{CB03EBD0-FA02-4D1B-AE5F-C747EE9BA535}" srcOrd="0" destOrd="0" presId="urn:microsoft.com/office/officeart/2005/8/layout/hierarchy5"/>
    <dgm:cxn modelId="{E74ABF63-8738-4303-B214-E28BCC7300F6}" type="presParOf" srcId="{CB03EBD0-FA02-4D1B-AE5F-C747EE9BA535}" destId="{7841702C-6773-41A8-B6C2-59C93467CB0D}" srcOrd="0" destOrd="0" presId="urn:microsoft.com/office/officeart/2005/8/layout/hierarchy5"/>
    <dgm:cxn modelId="{02094827-001C-43B4-9DDF-0E4E3B6FD91E}" type="presParOf" srcId="{9D04AEC7-F654-4756-BF93-372EE9A0C5A7}" destId="{81AEFB52-3E5C-483E-A3BE-9A078B36BDEA}" srcOrd="1" destOrd="0" presId="urn:microsoft.com/office/officeart/2005/8/layout/hierarchy5"/>
    <dgm:cxn modelId="{4DDD9EA0-EAD0-4E8E-B0D1-E479744803D5}" type="presParOf" srcId="{81AEFB52-3E5C-483E-A3BE-9A078B36BDEA}" destId="{06086D31-0F0E-48A3-B69B-E2E41277789B}" srcOrd="0" destOrd="0" presId="urn:microsoft.com/office/officeart/2005/8/layout/hierarchy5"/>
    <dgm:cxn modelId="{856956C1-A133-4DDC-9083-BCC854CEDAE5}" type="presParOf" srcId="{81AEFB52-3E5C-483E-A3BE-9A078B36BDEA}" destId="{A8980433-30E1-4B80-A3DB-D1E958DC9622}" srcOrd="1" destOrd="0" presId="urn:microsoft.com/office/officeart/2005/8/layout/hierarchy5"/>
    <dgm:cxn modelId="{4AD9F305-343E-42C5-AA69-B50A04967E20}" type="presParOf" srcId="{A8980433-30E1-4B80-A3DB-D1E958DC9622}" destId="{1B37A928-BBF0-4D6B-9D16-6A78A83CF69B}" srcOrd="0" destOrd="0" presId="urn:microsoft.com/office/officeart/2005/8/layout/hierarchy5"/>
    <dgm:cxn modelId="{E59AF531-67CA-4D17-AFA7-856E65CEB5B8}" type="presParOf" srcId="{1B37A928-BBF0-4D6B-9D16-6A78A83CF69B}" destId="{D709D395-BA35-4308-BEB6-4D9DC1445167}" srcOrd="0" destOrd="0" presId="urn:microsoft.com/office/officeart/2005/8/layout/hierarchy5"/>
    <dgm:cxn modelId="{A58D30BA-7036-40E0-B3F4-88D2FD4E17A4}" type="presParOf" srcId="{A8980433-30E1-4B80-A3DB-D1E958DC9622}" destId="{96EE5047-0358-4B9C-AA7D-C3436962645B}" srcOrd="1" destOrd="0" presId="urn:microsoft.com/office/officeart/2005/8/layout/hierarchy5"/>
    <dgm:cxn modelId="{B83C005B-A13E-4126-8CCE-95719F1D8B6B}" type="presParOf" srcId="{96EE5047-0358-4B9C-AA7D-C3436962645B}" destId="{F6B7AA7D-C20A-4ED7-AB02-0C6E5E4C1345}" srcOrd="0" destOrd="0" presId="urn:microsoft.com/office/officeart/2005/8/layout/hierarchy5"/>
    <dgm:cxn modelId="{78757057-C04C-4F92-AB20-867E6CB82CE9}" type="presParOf" srcId="{96EE5047-0358-4B9C-AA7D-C3436962645B}" destId="{6CA793EB-6A91-44C3-B574-E388E2F1A7F7}" srcOrd="1" destOrd="0" presId="urn:microsoft.com/office/officeart/2005/8/layout/hierarchy5"/>
    <dgm:cxn modelId="{8C8B660C-2E60-4A2C-A976-66EE82441D20}" type="presParOf" srcId="{9D04AEC7-F654-4756-BF93-372EE9A0C5A7}" destId="{83050FAC-8984-4E0D-A1DD-860B3ECAE1A4}" srcOrd="2" destOrd="0" presId="urn:microsoft.com/office/officeart/2005/8/layout/hierarchy5"/>
    <dgm:cxn modelId="{166EF248-35C8-4A4F-A5BA-DB911AD28465}" type="presParOf" srcId="{83050FAC-8984-4E0D-A1DD-860B3ECAE1A4}" destId="{B8B979B1-1E4F-4DE5-B3EF-5A843A3F141C}" srcOrd="0" destOrd="0" presId="urn:microsoft.com/office/officeart/2005/8/layout/hierarchy5"/>
    <dgm:cxn modelId="{5E31653D-AA28-4FEA-86F8-9847EB3B7CF2}" type="presParOf" srcId="{9D04AEC7-F654-4756-BF93-372EE9A0C5A7}" destId="{1EB80D87-B488-4BE7-93A7-6C967D3B4351}" srcOrd="3" destOrd="0" presId="urn:microsoft.com/office/officeart/2005/8/layout/hierarchy5"/>
    <dgm:cxn modelId="{58733B0A-F238-4E39-8054-ADA0AA290627}" type="presParOf" srcId="{1EB80D87-B488-4BE7-93A7-6C967D3B4351}" destId="{4A065B24-C13F-4685-B07B-AA198FCB2780}" srcOrd="0" destOrd="0" presId="urn:microsoft.com/office/officeart/2005/8/layout/hierarchy5"/>
    <dgm:cxn modelId="{FF04DC44-CB38-41D1-B264-2BD901FABFFC}" type="presParOf" srcId="{1EB80D87-B488-4BE7-93A7-6C967D3B4351}" destId="{10DE3602-FAE8-428C-86FE-07A460B310A5}" srcOrd="1" destOrd="0" presId="urn:microsoft.com/office/officeart/2005/8/layout/hierarchy5"/>
    <dgm:cxn modelId="{F163D0D0-9874-4F60-8DDB-2F15F735852C}" type="presParOf" srcId="{10DE3602-FAE8-428C-86FE-07A460B310A5}" destId="{3A60438E-431C-4E45-BF2F-5CEC753F33BB}" srcOrd="0" destOrd="0" presId="urn:microsoft.com/office/officeart/2005/8/layout/hierarchy5"/>
    <dgm:cxn modelId="{0D2667C2-A13A-4E9B-BBBC-88DF3CE7CA81}" type="presParOf" srcId="{3A60438E-431C-4E45-BF2F-5CEC753F33BB}" destId="{D5DFA5F9-45EC-430D-8529-8E3D71E11A02}" srcOrd="0" destOrd="0" presId="urn:microsoft.com/office/officeart/2005/8/layout/hierarchy5"/>
    <dgm:cxn modelId="{65F97E07-6EB3-43EE-A8B4-A4CAD343EEA6}" type="presParOf" srcId="{10DE3602-FAE8-428C-86FE-07A460B310A5}" destId="{4C9D62FB-7A31-4AF8-A6BF-C49A48374426}" srcOrd="1" destOrd="0" presId="urn:microsoft.com/office/officeart/2005/8/layout/hierarchy5"/>
    <dgm:cxn modelId="{3C55F4C7-BE14-455C-BAC0-6A19FA81EAD6}" type="presParOf" srcId="{4C9D62FB-7A31-4AF8-A6BF-C49A48374426}" destId="{7D4EDD26-9E22-488B-95C2-C979E4AB4BAD}" srcOrd="0" destOrd="0" presId="urn:microsoft.com/office/officeart/2005/8/layout/hierarchy5"/>
    <dgm:cxn modelId="{FBE17E82-E6A3-4512-8D11-E1F3CA8D6BE4}" type="presParOf" srcId="{4C9D62FB-7A31-4AF8-A6BF-C49A48374426}" destId="{5010EDFC-6CBB-4D93-83DE-2F1284634B94}" srcOrd="1" destOrd="0" presId="urn:microsoft.com/office/officeart/2005/8/layout/hierarchy5"/>
    <dgm:cxn modelId="{11AE5066-51F8-4C49-A4A6-C9A21E5D3061}" type="presParOf" srcId="{9D04AEC7-F654-4756-BF93-372EE9A0C5A7}" destId="{0BA2F7FB-4E61-4F55-A7C4-EAE54AF3C854}" srcOrd="4" destOrd="0" presId="urn:microsoft.com/office/officeart/2005/8/layout/hierarchy5"/>
    <dgm:cxn modelId="{249E0177-9718-4FDC-B902-C6100BE274CD}" type="presParOf" srcId="{0BA2F7FB-4E61-4F55-A7C4-EAE54AF3C854}" destId="{6E295DFD-945F-4F9C-AAC0-43446308B017}" srcOrd="0" destOrd="0" presId="urn:microsoft.com/office/officeart/2005/8/layout/hierarchy5"/>
    <dgm:cxn modelId="{FDA8903A-C149-4167-B504-2090990137C8}" type="presParOf" srcId="{9D04AEC7-F654-4756-BF93-372EE9A0C5A7}" destId="{9B23FC81-0E07-4E76-BEDB-41257A1BFAB3}" srcOrd="5" destOrd="0" presId="urn:microsoft.com/office/officeart/2005/8/layout/hierarchy5"/>
    <dgm:cxn modelId="{1A7198A4-A32A-43EA-BD29-8513BFC6BD80}" type="presParOf" srcId="{9B23FC81-0E07-4E76-BEDB-41257A1BFAB3}" destId="{215685B9-4036-4B4F-86AA-AF319544A756}" srcOrd="0" destOrd="0" presId="urn:microsoft.com/office/officeart/2005/8/layout/hierarchy5"/>
    <dgm:cxn modelId="{F2271A3E-9F2B-4289-8699-1FBE9FE4AE43}" type="presParOf" srcId="{9B23FC81-0E07-4E76-BEDB-41257A1BFAB3}" destId="{07982DD3-4A68-4E1C-83EF-90F7EB153DC7}" srcOrd="1" destOrd="0" presId="urn:microsoft.com/office/officeart/2005/8/layout/hierarchy5"/>
    <dgm:cxn modelId="{B17BE59A-AE71-4224-987F-1812F0D587F4}" type="presParOf" srcId="{F387F7D7-E0C1-4136-9F1F-3A315464C0E0}" destId="{3729859E-BECC-4BE0-AAA1-A9B6D4D79550}" srcOrd="1" destOrd="0" presId="urn:microsoft.com/office/officeart/2005/8/layout/hierarchy5"/>
    <dgm:cxn modelId="{2832C649-DEF9-417D-A4D6-730CDB60D054}" type="presParOf" srcId="{3729859E-BECC-4BE0-AAA1-A9B6D4D79550}" destId="{3C6CC8FB-64F6-409A-8B90-8B177686A915}" srcOrd="0" destOrd="0" presId="urn:microsoft.com/office/officeart/2005/8/layout/hierarchy5"/>
    <dgm:cxn modelId="{AD4E6173-8C73-44BC-A18D-AC4283171EA5}" type="presParOf" srcId="{3C6CC8FB-64F6-409A-8B90-8B177686A915}" destId="{9DDA9B01-7D95-465D-AC07-9E8AD50007C6}" srcOrd="0" destOrd="0" presId="urn:microsoft.com/office/officeart/2005/8/layout/hierarchy5"/>
    <dgm:cxn modelId="{0191F000-73B1-4880-ADF9-F2DDA5C2A4AA}" type="presParOf" srcId="{3C6CC8FB-64F6-409A-8B90-8B177686A915}" destId="{8DAD6D93-880D-4F5A-ABC5-E4752E7A27E9}" srcOrd="1" destOrd="0" presId="urn:microsoft.com/office/officeart/2005/8/layout/hierarchy5"/>
    <dgm:cxn modelId="{02BD14A2-3B3A-46AE-88CB-EECF27E6B656}" type="presParOf" srcId="{3729859E-BECC-4BE0-AAA1-A9B6D4D79550}" destId="{2AF69BAD-0600-4AB9-971D-6FB16D2FFB93}" srcOrd="1" destOrd="0" presId="urn:microsoft.com/office/officeart/2005/8/layout/hierarchy5"/>
    <dgm:cxn modelId="{7F0554B4-9ABE-4B9D-99D1-FF3ED37B0842}" type="presParOf" srcId="{2AF69BAD-0600-4AB9-971D-6FB16D2FFB93}" destId="{A7E214D8-AFD8-4E2B-8AE0-CF61AE927C86}" srcOrd="0" destOrd="0" presId="urn:microsoft.com/office/officeart/2005/8/layout/hierarchy5"/>
    <dgm:cxn modelId="{50982294-9CB9-4B44-BBC7-A539B432B748}" type="presParOf" srcId="{3729859E-BECC-4BE0-AAA1-A9B6D4D79550}" destId="{694F4A55-F83B-457F-834E-5A41C9F94196}" srcOrd="2" destOrd="0" presId="urn:microsoft.com/office/officeart/2005/8/layout/hierarchy5"/>
    <dgm:cxn modelId="{97C7B4C9-BC4F-4E3E-88AD-D92B01507768}" type="presParOf" srcId="{694F4A55-F83B-457F-834E-5A41C9F94196}" destId="{3BAC737B-A52F-4507-A482-5C42BF19AC33}" srcOrd="0" destOrd="0" presId="urn:microsoft.com/office/officeart/2005/8/layout/hierarchy5"/>
    <dgm:cxn modelId="{E8943D9C-2192-4CAE-8B20-5BA1834B7EDD}" type="presParOf" srcId="{694F4A55-F83B-457F-834E-5A41C9F94196}" destId="{68AD21B5-E207-49CB-A79C-BFD60B0D1E0C}" srcOrd="1" destOrd="0" presId="urn:microsoft.com/office/officeart/2005/8/layout/hierarchy5"/>
    <dgm:cxn modelId="{05E9CCAC-3E09-477F-BAC5-CBA555AB37F0}" type="presParOf" srcId="{3729859E-BECC-4BE0-AAA1-A9B6D4D79550}" destId="{38FC561C-B752-4DAF-B757-8F93F2ECF7CD}" srcOrd="3" destOrd="0" presId="urn:microsoft.com/office/officeart/2005/8/layout/hierarchy5"/>
    <dgm:cxn modelId="{2FFE3FAF-D468-4CF2-B0B5-7A79401FF573}" type="presParOf" srcId="{38FC561C-B752-4DAF-B757-8F93F2ECF7CD}" destId="{AE261CCE-8314-4ED0-A501-ADDC624B3F4C}" srcOrd="0" destOrd="0" presId="urn:microsoft.com/office/officeart/2005/8/layout/hierarchy5"/>
    <dgm:cxn modelId="{2388F50A-01E4-4B58-AB0D-65C89A6F71E8}" type="presParOf" srcId="{3729859E-BECC-4BE0-AAA1-A9B6D4D79550}" destId="{C1C94145-D611-4849-8207-BBEE134FE7CA}" srcOrd="4" destOrd="0" presId="urn:microsoft.com/office/officeart/2005/8/layout/hierarchy5"/>
    <dgm:cxn modelId="{988CB09E-B59F-4A09-A8FD-5F932575FC33}" type="presParOf" srcId="{C1C94145-D611-4849-8207-BBEE134FE7CA}" destId="{0FDC2D6F-7833-4758-95C9-A6CD44C1C62B}" srcOrd="0" destOrd="0" presId="urn:microsoft.com/office/officeart/2005/8/layout/hierarchy5"/>
    <dgm:cxn modelId="{85F79735-6162-4B22-B62C-840E70BF8B51}" type="presParOf" srcId="{C1C94145-D611-4849-8207-BBEE134FE7CA}" destId="{E19F60C5-AD57-44B0-BD5B-9C0FFBA4AC8A}" srcOrd="1" destOrd="0" presId="urn:microsoft.com/office/officeart/2005/8/layout/hierarchy5"/>
    <dgm:cxn modelId="{568CA45B-D824-4FE2-9323-A6BA2010D8D8}" type="presParOf" srcId="{3729859E-BECC-4BE0-AAA1-A9B6D4D79550}" destId="{9A47E042-23A5-4DFF-AC5A-51542ADC1028}" srcOrd="5" destOrd="0" presId="urn:microsoft.com/office/officeart/2005/8/layout/hierarchy5"/>
    <dgm:cxn modelId="{2040FC90-A332-4305-8944-4D302B0E06A9}" type="presParOf" srcId="{9A47E042-23A5-4DFF-AC5A-51542ADC1028}" destId="{6945803B-0035-42E5-8DB5-2043ECE11FF8}" srcOrd="0" destOrd="0" presId="urn:microsoft.com/office/officeart/2005/8/layout/hierarchy5"/>
    <dgm:cxn modelId="{13E56D7F-E089-467E-8C64-8E9C92159036}" type="presParOf" srcId="{3729859E-BECC-4BE0-AAA1-A9B6D4D79550}" destId="{63B5BB36-54CB-4C42-A635-4A8C4CDA3033}" srcOrd="6" destOrd="0" presId="urn:microsoft.com/office/officeart/2005/8/layout/hierarchy5"/>
    <dgm:cxn modelId="{72BF6626-31D2-4510-85F7-E34D89F58521}" type="presParOf" srcId="{63B5BB36-54CB-4C42-A635-4A8C4CDA3033}" destId="{ABFB165A-D328-4886-80FA-47D494638793}" srcOrd="0" destOrd="0" presId="urn:microsoft.com/office/officeart/2005/8/layout/hierarchy5"/>
    <dgm:cxn modelId="{FF004EB7-E317-4427-989A-9B6286D0BC3A}" type="presParOf" srcId="{63B5BB36-54CB-4C42-A635-4A8C4CDA3033}" destId="{65D5557E-4010-4CA3-9A2A-B57BE72251F8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28AF455-C58E-411C-A23D-EAE5B556CB39}" type="doc">
      <dgm:prSet loTypeId="urn:microsoft.com/office/officeart/2005/8/layout/matrix1" loCatId="matrix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515CB13-90A0-45B5-B320-529FDE08E305}">
      <dgm:prSet phldrT="[텍스트]" custT="1"/>
      <dgm:spPr/>
      <dgm:t>
        <a:bodyPr/>
        <a:lstStyle/>
        <a:p>
          <a:pPr algn="ctr" latinLnBrk="1">
            <a:lnSpc>
              <a:spcPct val="90000"/>
            </a:lnSpc>
          </a:pPr>
          <a:r>
            <a:rPr lang="ko-KR" altLang="en-US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주관연구기관</a:t>
          </a:r>
          <a:r>
            <a:rPr lang="en-US" altLang="ko-KR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(</a:t>
          </a:r>
          <a:r>
            <a:rPr lang="ko-KR" altLang="en-US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한국전자통신연구원</a:t>
          </a:r>
          <a:r>
            <a:rPr lang="en-US" altLang="ko-KR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)</a:t>
          </a:r>
        </a:p>
        <a:p>
          <a:pPr algn="l" latinLnBrk="1">
            <a:lnSpc>
              <a:spcPct val="100000"/>
            </a:lnSpc>
          </a:pP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- 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연구계획 수립 및 총괄 수행 관리</a:t>
          </a: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- 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핵심기술 개발 및 </a:t>
          </a: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IPR 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확보</a:t>
          </a: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- 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국내외 표준화</a:t>
          </a: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- 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요구사항 수렴 및 성능목표 확정</a:t>
          </a: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- 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검증플랫폼 설계</a:t>
          </a:r>
          <a:endParaRPr lang="en-US" altLang="ko-KR" sz="1200" b="0" cap="none" spc="0" dirty="0" smtClean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6B7FFC35-B58C-4E12-AF9C-7D9C6EB92F53}" type="parTrans" cxnId="{A0D8E9F9-D916-40DA-8E03-0D6B584D2A00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E2507B27-DD57-4855-B52F-1EE454793B5C}" type="sibTrans" cxnId="{A0D8E9F9-D916-40DA-8E03-0D6B584D2A00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3C3D4F38-82B1-4BB8-AD1C-0ED3F08C89AA}">
      <dgm:prSet phldrT="[텍스트]" custT="1"/>
      <dgm:spPr/>
      <dgm:t>
        <a:bodyPr/>
        <a:lstStyle/>
        <a:p>
          <a:pPr latinLnBrk="1"/>
          <a: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ko-KR" altLang="en-US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공동연구기관 </a:t>
          </a:r>
          <a:r>
            <a:rPr lang="en-US" altLang="ko-KR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(</a:t>
          </a:r>
          <a:r>
            <a:rPr lang="ko-KR" altLang="en-US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㈜ </a:t>
          </a:r>
          <a:r>
            <a:rPr lang="ko-KR" altLang="en-US" sz="1400" b="1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오디즌</a:t>
          </a:r>
          <a:r>
            <a:rPr lang="en-US" altLang="ko-KR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)</a:t>
          </a:r>
          <a:endParaRPr lang="ko-KR" altLang="en-US" sz="1400" b="1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2CBACD87-DA4C-485A-8BE1-2EDAD8C6D872}" type="parTrans" cxnId="{DF648FC4-6182-4E67-A8EC-D3E60FCCE8A6}">
      <dgm:prSet custT="1"/>
      <dgm:spPr/>
      <dgm:t>
        <a:bodyPr/>
        <a:lstStyle/>
        <a:p>
          <a:pPr latinLnBrk="1"/>
          <a:endParaRPr lang="ko-KR" altLang="en-US" sz="12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127EF7E6-3EA3-4EB1-AEBB-44098B4F04D1}" type="sibTrans" cxnId="{DF648FC4-6182-4E67-A8EC-D3E60FCCE8A6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76AEDEE2-890A-4A5C-8878-62CA8BEE1574}">
      <dgm:prSet phldrT="[텍스트]" custT="1"/>
      <dgm:spPr/>
      <dgm:t>
        <a:bodyPr/>
        <a:lstStyle/>
        <a:p>
          <a:pPr latinLnBrk="1"/>
          <a: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ko-KR" altLang="en-US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공동연구기관 </a:t>
          </a:r>
          <a:r>
            <a:rPr lang="en-US" altLang="ko-KR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(</a:t>
          </a:r>
          <a:r>
            <a:rPr lang="ko-KR" altLang="en-US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배재대</a:t>
          </a:r>
          <a:r>
            <a:rPr lang="en-US" altLang="ko-KR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)</a:t>
          </a:r>
          <a:endParaRPr lang="ko-KR" altLang="en-US" sz="1400" b="1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D44CCF8B-AD63-40A8-980B-27E4E2E6F0B2}" type="parTrans" cxnId="{FF9F9E80-0DD2-4599-8A92-9A2F937E3AC1}">
      <dgm:prSet custT="1"/>
      <dgm:spPr/>
      <dgm:t>
        <a:bodyPr/>
        <a:lstStyle/>
        <a:p>
          <a:pPr latinLnBrk="1"/>
          <a:endParaRPr lang="ko-KR" altLang="en-US" sz="12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8AD2A813-383D-4911-937D-77B39A2FBC07}" type="sibTrans" cxnId="{FF9F9E80-0DD2-4599-8A92-9A2F937E3AC1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252430F1-E1FE-461E-99C2-828E62C9D515}">
      <dgm:prSet phldrT="[텍스트]" custT="1"/>
      <dgm:spPr/>
      <dgm:t>
        <a:bodyPr/>
        <a:lstStyle/>
        <a:p>
          <a:pPr latinLnBrk="1"/>
          <a: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ko-KR" altLang="en-US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위탁연구기관</a:t>
          </a:r>
          <a:endParaRPr lang="ko-KR" altLang="en-US" sz="1400" b="1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52D4CCA8-AFD2-4A11-A426-C9AD4DD393F5}" type="parTrans" cxnId="{9C57967F-580B-477E-8D4C-784A44924A20}">
      <dgm:prSet custT="1"/>
      <dgm:spPr/>
      <dgm:t>
        <a:bodyPr/>
        <a:lstStyle/>
        <a:p>
          <a:pPr latinLnBrk="1"/>
          <a:endParaRPr lang="ko-KR" altLang="en-US" sz="12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C740717B-0B99-4924-BE4F-69344E0C5898}" type="sibTrans" cxnId="{9C57967F-580B-477E-8D4C-784A44924A20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771F23BD-900B-4BE2-8816-086AB2CFFD6E}">
      <dgm:prSet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주요 </a:t>
          </a:r>
          <a:r>
            <a:rPr lang="ko-KR" altLang="en-US" sz="1200" b="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음원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선정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F476E997-897C-4829-835D-BD7D85BB8475}" type="parTrans" cxnId="{246EFE88-DB9A-4D2B-8A5C-5744C463B054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315B1BA6-C4FC-40E0-B86C-D1F6EBEA9EE0}" type="sibTrans" cxnId="{246EFE88-DB9A-4D2B-8A5C-5744C463B054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32FBCBFA-2333-45CF-B95D-3D71AFE2592A}">
      <dgm:prSet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품질 요구사항 정의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ECAC6471-0117-45A2-AC8F-43649D0D0D66}" type="parTrans" cxnId="{95DD1FF6-043B-42A5-89C2-D8D967C3595D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FC7041AB-1109-4471-B549-475F78F62A70}" type="sibTrans" cxnId="{95DD1FF6-043B-42A5-89C2-D8D967C3595D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FC819012-C297-433D-9A69-C0D1DD98EC93}">
      <dgm:prSet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이용자 </a:t>
          </a:r>
          <a:r>
            <a:rPr lang="ko-KR" altLang="en-US" sz="1200" b="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창조형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음악 </a:t>
          </a:r>
          <a:r>
            <a:rPr lang="ko-KR" altLang="en-US" sz="1200" b="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콘텐츠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서비스 저작</a:t>
          </a:r>
          <a:r>
            <a:rPr lang="en-US" altLang="ko-KR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/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재생 도구 구현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460552A6-8682-4D67-B25E-A16A4BBCCD33}" type="parTrans" cxnId="{EEEB0B1B-5854-490A-AB40-E7EDDD0DD9DF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A4EE4312-DEC1-4683-B001-1181F3E4BA58}" type="sibTrans" cxnId="{EEEB0B1B-5854-490A-AB40-E7EDDD0DD9DF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41FA574B-F6A2-4FC7-9E00-5CFBA4836B32}">
      <dgm:prSet phldrT="[텍스트]" custT="1"/>
      <dgm:spPr/>
      <dgm:t>
        <a:bodyPr/>
        <a:lstStyle/>
        <a:p>
          <a:pPr latinLnBrk="1"/>
          <a:r>
            <a:rPr lang="ko-KR" altLang="en-US" sz="1200" b="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음원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별 특징 연구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161B1BFD-B558-477F-9039-0769F5B05927}" type="parTrans" cxnId="{18B35293-D720-4E4E-9DA1-59B93E44D805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3718CDD5-C3A7-40A5-8984-FA0BAB5D4995}" type="sibTrans" cxnId="{18B35293-D720-4E4E-9DA1-59B93E44D805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C68B28D8-8763-4C23-B3B2-518FB818A532}">
      <dgm:prSet phldrT="[텍스트]"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음악의 분위기 연구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FEB9E3A5-E1F0-4811-86A7-185722371E24}" type="parTrans" cxnId="{52125A7E-D246-4A3E-81B8-C510D8023DBF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55DFD592-55DB-4A79-8EB4-394981C8EBC3}" type="sibTrans" cxnId="{52125A7E-D246-4A3E-81B8-C510D8023DBF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D07B0133-1E95-4C85-A0F3-BBE4A60F307E}">
      <dgm:prSet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주요 </a:t>
          </a:r>
          <a:r>
            <a:rPr lang="ko-KR" altLang="en-US" sz="1200" b="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음원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선정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36F067F2-CE7D-46CC-8284-51F1B2042F06}" type="parTrans" cxnId="{6F186D7E-DAAA-4C55-9809-BC4ACAC64DC0}">
      <dgm:prSet/>
      <dgm:spPr/>
      <dgm:t>
        <a:bodyPr/>
        <a:lstStyle/>
        <a:p>
          <a:pPr latinLnBrk="1"/>
          <a:endParaRPr lang="ko-KR" altLang="en-US" sz="40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60F9D177-B7DC-4F54-812F-7461447226A7}" type="sibTrans" cxnId="{6F186D7E-DAAA-4C55-9809-BC4ACAC64DC0}">
      <dgm:prSet/>
      <dgm:spPr/>
      <dgm:t>
        <a:bodyPr/>
        <a:lstStyle/>
        <a:p>
          <a:pPr latinLnBrk="1"/>
          <a:endParaRPr lang="ko-KR" altLang="en-US" sz="40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3373D87F-DD13-4FC0-8400-3CD03C80D3EE}">
      <dgm:prSet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품질 요구사항 정의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754AF5B6-4C1F-4190-9960-1BD93A75EB7D}" type="parTrans" cxnId="{77B18853-67AD-4A81-83F6-AF85FFA8F634}">
      <dgm:prSet/>
      <dgm:spPr/>
      <dgm:t>
        <a:bodyPr/>
        <a:lstStyle/>
        <a:p>
          <a:pPr latinLnBrk="1"/>
          <a:endParaRPr lang="ko-KR" altLang="en-US" sz="40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67ED6F7F-B29D-4C88-A6BB-9CF502DD8321}" type="sibTrans" cxnId="{77B18853-67AD-4A81-83F6-AF85FFA8F634}">
      <dgm:prSet/>
      <dgm:spPr/>
      <dgm:t>
        <a:bodyPr/>
        <a:lstStyle/>
        <a:p>
          <a:pPr latinLnBrk="1"/>
          <a:endParaRPr lang="ko-KR" altLang="en-US" sz="40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69AB7F45-9138-4657-B237-7E775262EBB9}">
      <dgm:prSet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서비스 모델에 맞는 모듈 최적화 및 성능 검증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5584CFAA-6C99-4D07-AF7C-7C9A897273FD}" type="parTrans" cxnId="{D714BB6F-5D42-407D-9472-05A6434C16D6}">
      <dgm:prSet/>
      <dgm:spPr/>
      <dgm:t>
        <a:bodyPr/>
        <a:lstStyle/>
        <a:p>
          <a:pPr latinLnBrk="1"/>
          <a:endParaRPr lang="ko-KR" altLang="en-US" sz="40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CB0F5EB5-523E-4C49-A965-A3AB431EC637}" type="sibTrans" cxnId="{D714BB6F-5D42-407D-9472-05A6434C16D6}">
      <dgm:prSet/>
      <dgm:spPr/>
      <dgm:t>
        <a:bodyPr/>
        <a:lstStyle/>
        <a:p>
          <a:pPr latinLnBrk="1"/>
          <a:endParaRPr lang="ko-KR" altLang="en-US" sz="40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0A863366-7F6B-4A46-AFD7-FF5EA4DF3CDA}">
      <dgm:prSet custT="1"/>
      <dgm:spPr/>
      <dgm:t>
        <a:bodyPr/>
        <a:lstStyle/>
        <a:p>
          <a:pPr latinLnBrk="1"/>
          <a:r>
            <a:rPr lang="ko-KR" altLang="en-US" sz="1200" b="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음원분리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성능 향상 연구 협력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71FDAB41-5465-4B59-87A7-8A06974E98D1}" type="parTrans" cxnId="{EB6DEB1F-5598-43E8-B533-79568E8E44FB}">
      <dgm:prSet/>
      <dgm:spPr/>
      <dgm:t>
        <a:bodyPr/>
        <a:lstStyle/>
        <a:p>
          <a:pPr latinLnBrk="1"/>
          <a:endParaRPr lang="ko-KR" altLang="en-US" sz="40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7484BF31-77B0-4FA9-97A6-63974261C796}" type="sibTrans" cxnId="{EB6DEB1F-5598-43E8-B533-79568E8E44FB}">
      <dgm:prSet/>
      <dgm:spPr/>
      <dgm:t>
        <a:bodyPr/>
        <a:lstStyle/>
        <a:p>
          <a:pPr latinLnBrk="1"/>
          <a:endParaRPr lang="ko-KR" altLang="en-US" sz="40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F8791A86-EC84-45BF-A475-67E8ADF42C3D}">
      <dgm:prSet phldrT="[텍스트]" custT="1"/>
      <dgm:spPr/>
      <dgm:t>
        <a:bodyPr/>
        <a:lstStyle/>
        <a:p>
          <a:pPr latinLnBrk="1"/>
          <a: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ko-KR" altLang="en-US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공동연구기관 </a:t>
          </a:r>
          <a:r>
            <a:rPr lang="en-US" altLang="ko-KR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(</a:t>
          </a:r>
          <a:r>
            <a:rPr lang="ko-KR" altLang="en-US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㈜ </a:t>
          </a:r>
          <a:r>
            <a:rPr lang="ko-KR" altLang="en-US" sz="1400" b="1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엔터기술</a:t>
          </a:r>
          <a:r>
            <a:rPr lang="en-US" altLang="ko-KR" sz="1400" b="1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)</a:t>
          </a:r>
          <a:endParaRPr lang="ko-KR" altLang="en-US" sz="1400" b="1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B933EBB4-C233-4BE4-A0DB-32F52D511DB5}" type="sibTrans" cxnId="{CA203ECD-6821-4CA1-9325-ABE9C5C0049D}">
      <dgm:prSet/>
      <dgm:spPr/>
      <dgm:t>
        <a:bodyPr/>
        <a:lstStyle/>
        <a:p>
          <a:pPr latinLnBrk="1"/>
          <a:endParaRPr lang="ko-KR" altLang="en-US" sz="48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634A60B9-C742-4E11-B0E5-F33E36209758}" type="parTrans" cxnId="{CA203ECD-6821-4CA1-9325-ABE9C5C0049D}">
      <dgm:prSet custT="1"/>
      <dgm:spPr/>
      <dgm:t>
        <a:bodyPr/>
        <a:lstStyle/>
        <a:p>
          <a:pPr latinLnBrk="1"/>
          <a:endParaRPr lang="ko-KR" altLang="en-US" sz="1200" b="0" cap="none" spc="0">
            <a:ln w="18415" cmpd="sng">
              <a:solidFill>
                <a:srgbClr val="FFFFFF"/>
              </a:solidFill>
              <a:prstDash val="solid"/>
            </a:ln>
            <a:solidFill>
              <a:srgbClr val="FFFFFF"/>
            </a:solidFill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38FDD91E-7D3C-4F92-8BEE-7F5F738F3CC8}">
      <dgm:prSet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국내외 반주기 시장 활용도 평가 및 사업화 추진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AE2033D8-A22A-4721-A341-DFFF789DB243}" type="parTrans" cxnId="{7593B598-AD68-4BA4-96BC-7FE2C2D7A05D}">
      <dgm:prSet/>
      <dgm:spPr/>
      <dgm:t>
        <a:bodyPr/>
        <a:lstStyle/>
        <a:p>
          <a:pPr latinLnBrk="1"/>
          <a:endParaRPr lang="ko-KR" altLang="en-US" sz="2400"/>
        </a:p>
      </dgm:t>
    </dgm:pt>
    <dgm:pt modelId="{967A4E78-35C3-4CB7-B084-72B43D697CDB}" type="sibTrans" cxnId="{7593B598-AD68-4BA4-96BC-7FE2C2D7A05D}">
      <dgm:prSet/>
      <dgm:spPr/>
      <dgm:t>
        <a:bodyPr/>
        <a:lstStyle/>
        <a:p>
          <a:pPr latinLnBrk="1"/>
          <a:endParaRPr lang="ko-KR" altLang="en-US" sz="2400"/>
        </a:p>
      </dgm:t>
    </dgm:pt>
    <dgm:pt modelId="{F5005CCF-BB9F-4259-ACDB-3CD7DFD8F6FC}">
      <dgm:prSet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시장 활용도 평가 및 사업화 추진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11CB5B2E-491D-4F5C-B5E6-247712DD1678}" type="parTrans" cxnId="{219D010F-F585-469D-9AF9-F290F92CCCBD}">
      <dgm:prSet/>
      <dgm:spPr/>
      <dgm:t>
        <a:bodyPr/>
        <a:lstStyle/>
        <a:p>
          <a:pPr latinLnBrk="1"/>
          <a:endParaRPr lang="ko-KR" altLang="en-US" sz="2400"/>
        </a:p>
      </dgm:t>
    </dgm:pt>
    <dgm:pt modelId="{690718D3-590A-4CBB-844E-2CB6B91ACD35}" type="sibTrans" cxnId="{219D010F-F585-469D-9AF9-F290F92CCCBD}">
      <dgm:prSet/>
      <dgm:spPr/>
      <dgm:t>
        <a:bodyPr/>
        <a:lstStyle/>
        <a:p>
          <a:pPr latinLnBrk="1"/>
          <a:endParaRPr lang="ko-KR" altLang="en-US" sz="2400"/>
        </a:p>
      </dgm:t>
    </dgm:pt>
    <dgm:pt modelId="{7FD6A1FD-5252-4E0A-BBFB-5C18C0B6A455}">
      <dgm:prSet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중국 시장 사업화 추진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4265BDD2-F60A-4B2D-8E28-F25A2D55661C}" type="parTrans" cxnId="{FCEC59BC-053A-4AA5-8931-197CDAEA6687}">
      <dgm:prSet/>
      <dgm:spPr/>
      <dgm:t>
        <a:bodyPr/>
        <a:lstStyle/>
        <a:p>
          <a:pPr latinLnBrk="1"/>
          <a:endParaRPr lang="ko-KR" altLang="en-US" sz="2400"/>
        </a:p>
      </dgm:t>
    </dgm:pt>
    <dgm:pt modelId="{E814596E-E798-4FFB-913D-004BA29FFDC6}" type="sibTrans" cxnId="{FCEC59BC-053A-4AA5-8931-197CDAEA6687}">
      <dgm:prSet/>
      <dgm:spPr/>
      <dgm:t>
        <a:bodyPr/>
        <a:lstStyle/>
        <a:p>
          <a:pPr latinLnBrk="1"/>
          <a:endParaRPr lang="ko-KR" altLang="en-US" sz="2400"/>
        </a:p>
      </dgm:t>
    </dgm:pt>
    <dgm:pt modelId="{E8C40A5E-F737-4608-BB72-F875FEA0A634}">
      <dgm:prSet custT="1"/>
      <dgm:spPr/>
      <dgm:t>
        <a:bodyPr/>
        <a:lstStyle/>
        <a:p>
          <a:pPr latinLnBrk="1"/>
          <a:r>
            <a:rPr lang="ko-KR" altLang="en-US" sz="1200" b="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다객체</a:t>
          </a:r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오디오 부호화 모듈 최적화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F918B7FD-FA3F-4368-83B3-38DC78EF50DA}" type="parTrans" cxnId="{7864197A-136A-4A5B-A28A-8D0653EF3AB0}">
      <dgm:prSet/>
      <dgm:spPr/>
      <dgm:t>
        <a:bodyPr/>
        <a:lstStyle/>
        <a:p>
          <a:pPr latinLnBrk="1"/>
          <a:endParaRPr lang="ko-KR" altLang="en-US" sz="2400"/>
        </a:p>
      </dgm:t>
    </dgm:pt>
    <dgm:pt modelId="{65DE4FA7-F25E-4777-B609-75F3A8327463}" type="sibTrans" cxnId="{7864197A-136A-4A5B-A28A-8D0653EF3AB0}">
      <dgm:prSet/>
      <dgm:spPr/>
      <dgm:t>
        <a:bodyPr/>
        <a:lstStyle/>
        <a:p>
          <a:pPr latinLnBrk="1"/>
          <a:endParaRPr lang="ko-KR" altLang="en-US" sz="2400"/>
        </a:p>
      </dgm:t>
    </dgm:pt>
    <dgm:pt modelId="{AA549434-CC36-4FC7-A916-A34E50BC2621}">
      <dgm:prSet custT="1"/>
      <dgm:spPr/>
      <dgm:t>
        <a:bodyPr/>
        <a:lstStyle/>
        <a:p>
          <a:pPr latinLnBrk="1"/>
          <a:r>
            <a:rPr lang="ko-KR" altLang="en-US" sz="1200" b="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음악 교육 시장을 포함한 다각적인 시장 활성화</a:t>
          </a:r>
          <a:endParaRPr lang="ko-KR" altLang="en-US" sz="1200" b="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gm:t>
    </dgm:pt>
    <dgm:pt modelId="{A89ED58E-33CF-42C9-84AC-17FD288F445A}" type="parTrans" cxnId="{D65763DA-3921-4930-BBC6-16522EC75778}">
      <dgm:prSet/>
      <dgm:spPr/>
      <dgm:t>
        <a:bodyPr/>
        <a:lstStyle/>
        <a:p>
          <a:pPr latinLnBrk="1"/>
          <a:endParaRPr lang="ko-KR" altLang="en-US" sz="2400"/>
        </a:p>
      </dgm:t>
    </dgm:pt>
    <dgm:pt modelId="{FD6B77C0-5623-459F-A020-F5E3BA28025A}" type="sibTrans" cxnId="{D65763DA-3921-4930-BBC6-16522EC75778}">
      <dgm:prSet/>
      <dgm:spPr/>
      <dgm:t>
        <a:bodyPr/>
        <a:lstStyle/>
        <a:p>
          <a:pPr latinLnBrk="1"/>
          <a:endParaRPr lang="ko-KR" altLang="en-US" sz="2400"/>
        </a:p>
      </dgm:t>
    </dgm:pt>
    <dgm:pt modelId="{ADDF138F-3FDB-418B-B631-A922B174D0EE}" type="pres">
      <dgm:prSet presAssocID="{128AF455-C58E-411C-A23D-EAE5B556CB39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3F554F6-328E-4D44-A7BB-EAB689A38C8D}" type="pres">
      <dgm:prSet presAssocID="{128AF455-C58E-411C-A23D-EAE5B556CB39}" presName="matrix" presStyleCnt="0"/>
      <dgm:spPr/>
    </dgm:pt>
    <dgm:pt modelId="{645D25C1-D8E6-4E44-8C65-7491A841339D}" type="pres">
      <dgm:prSet presAssocID="{128AF455-C58E-411C-A23D-EAE5B556CB39}" presName="tile1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D034FD48-4BC8-4E0D-A6AD-A33D0E5F289F}" type="pres">
      <dgm:prSet presAssocID="{128AF455-C58E-411C-A23D-EAE5B556CB39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CED4779-0346-4C77-9518-A3B22451B4D2}" type="pres">
      <dgm:prSet presAssocID="{128AF455-C58E-411C-A23D-EAE5B556CB39}" presName="tile2" presStyleLbl="node1" presStyleIdx="1" presStyleCnt="4" custLinFactNeighborX="855"/>
      <dgm:spPr/>
      <dgm:t>
        <a:bodyPr/>
        <a:lstStyle/>
        <a:p>
          <a:pPr latinLnBrk="1"/>
          <a:endParaRPr lang="ko-KR" altLang="en-US"/>
        </a:p>
      </dgm:t>
    </dgm:pt>
    <dgm:pt modelId="{A209C4C4-9344-4AF8-B7F3-5185E692D360}" type="pres">
      <dgm:prSet presAssocID="{128AF455-C58E-411C-A23D-EAE5B556CB39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433EBC0-E6E1-47D7-B8DE-5AEDC1E3132E}" type="pres">
      <dgm:prSet presAssocID="{128AF455-C58E-411C-A23D-EAE5B556CB39}" presName="tile3" presStyleLbl="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348BC3E1-320B-47D4-B0EA-07444C89F3D8}" type="pres">
      <dgm:prSet presAssocID="{128AF455-C58E-411C-A23D-EAE5B556CB39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B691A37-D3D4-4AF4-AED4-E5DE7D932D1E}" type="pres">
      <dgm:prSet presAssocID="{128AF455-C58E-411C-A23D-EAE5B556CB39}" presName="tile4" presStyleLbl="node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55A0F83E-EFF0-47FE-81A4-BD7D65572E4A}" type="pres">
      <dgm:prSet presAssocID="{128AF455-C58E-411C-A23D-EAE5B556CB39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EF295D2-EA68-4F20-8738-C197AEB78FE5}" type="pres">
      <dgm:prSet presAssocID="{128AF455-C58E-411C-A23D-EAE5B556CB39}" presName="centerTile" presStyleLbl="fgShp" presStyleIdx="0" presStyleCnt="1" custScaleX="102953" custScaleY="150694" custLinFactNeighborX="-6491" custLinFactNeighborY="25673">
        <dgm:presLayoutVars>
          <dgm:chMax val="0"/>
          <dgm:chPref val="0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FF9F9E80-0DD2-4599-8A92-9A2F937E3AC1}" srcId="{E515CB13-90A0-45B5-B320-529FDE08E305}" destId="{76AEDEE2-890A-4A5C-8878-62CA8BEE1574}" srcOrd="2" destOrd="0" parTransId="{D44CCF8B-AD63-40A8-980B-27E4E2E6F0B2}" sibTransId="{8AD2A813-383D-4911-937D-77B39A2FBC07}"/>
    <dgm:cxn modelId="{219D010F-F585-469D-9AF9-F290F92CCCBD}" srcId="{3C3D4F38-82B1-4BB8-AD1C-0ED3F08C89AA}" destId="{F5005CCF-BB9F-4259-ACDB-3CD7DFD8F6FC}" srcOrd="2" destOrd="0" parTransId="{11CB5B2E-491D-4F5C-B5E6-247712DD1678}" sibTransId="{690718D3-590A-4CBB-844E-2CB6B91ACD35}"/>
    <dgm:cxn modelId="{95DD1FF6-043B-42A5-89C2-D8D967C3595D}" srcId="{3C3D4F38-82B1-4BB8-AD1C-0ED3F08C89AA}" destId="{32FBCBFA-2333-45CF-B95D-3D71AFE2592A}" srcOrd="1" destOrd="0" parTransId="{ECAC6471-0117-45A2-AC8F-43649D0D0D66}" sibTransId="{FC7041AB-1109-4471-B549-475F78F62A70}"/>
    <dgm:cxn modelId="{F666E036-D1C1-46BB-8B1C-4781DD7030A1}" type="presOf" srcId="{C68B28D8-8763-4C23-B3B2-518FB818A532}" destId="{3B691A37-D3D4-4AF4-AED4-E5DE7D932D1E}" srcOrd="0" destOrd="2" presId="urn:microsoft.com/office/officeart/2005/8/layout/matrix1"/>
    <dgm:cxn modelId="{E3ACEE06-70CC-45E1-8F81-206AD72CE5C6}" type="presOf" srcId="{FC819012-C297-433D-9A69-C0D1DD98EC93}" destId="{A209C4C4-9344-4AF8-B7F3-5185E692D360}" srcOrd="1" destOrd="4" presId="urn:microsoft.com/office/officeart/2005/8/layout/matrix1"/>
    <dgm:cxn modelId="{246EFE88-DB9A-4D2B-8A5C-5744C463B054}" srcId="{3C3D4F38-82B1-4BB8-AD1C-0ED3F08C89AA}" destId="{771F23BD-900B-4BE2-8816-086AB2CFFD6E}" srcOrd="0" destOrd="0" parTransId="{F476E997-897C-4829-835D-BD7D85BB8475}" sibTransId="{315B1BA6-C4FC-40E0-B86C-D1F6EBEA9EE0}"/>
    <dgm:cxn modelId="{E1D61DA6-8B64-4BE9-B855-6F3EBD616D44}" type="presOf" srcId="{41FA574B-F6A2-4FC7-9E00-5CFBA4836B32}" destId="{55A0F83E-EFF0-47FE-81A4-BD7D65572E4A}" srcOrd="1" destOrd="1" presId="urn:microsoft.com/office/officeart/2005/8/layout/matrix1"/>
    <dgm:cxn modelId="{FC0E1E2E-B5B9-483E-8F66-531F9E13A1C2}" type="presOf" srcId="{3C3D4F38-82B1-4BB8-AD1C-0ED3F08C89AA}" destId="{A209C4C4-9344-4AF8-B7F3-5185E692D360}" srcOrd="1" destOrd="0" presId="urn:microsoft.com/office/officeart/2005/8/layout/matrix1"/>
    <dgm:cxn modelId="{A7B113B7-F163-4323-A5C2-96E704079DBF}" type="presOf" srcId="{38FDD91E-7D3C-4F92-8BEE-7F5F738F3CC8}" destId="{D034FD48-4BC8-4E0D-A6AD-A33D0E5F289F}" srcOrd="1" destOrd="3" presId="urn:microsoft.com/office/officeart/2005/8/layout/matrix1"/>
    <dgm:cxn modelId="{6235A0E0-84B3-41F3-A29C-A68A58BF2975}" type="presOf" srcId="{F8791A86-EC84-45BF-A475-67E8ADF42C3D}" destId="{645D25C1-D8E6-4E44-8C65-7491A841339D}" srcOrd="0" destOrd="0" presId="urn:microsoft.com/office/officeart/2005/8/layout/matrix1"/>
    <dgm:cxn modelId="{EBED6BA3-4220-4996-AFE1-892A0F5F759E}" type="presOf" srcId="{D07B0133-1E95-4C85-A0F3-BBE4A60F307E}" destId="{D034FD48-4BC8-4E0D-A6AD-A33D0E5F289F}" srcOrd="1" destOrd="1" presId="urn:microsoft.com/office/officeart/2005/8/layout/matrix1"/>
    <dgm:cxn modelId="{298B1299-954D-40E5-906B-AA871157EFCD}" type="presOf" srcId="{C68B28D8-8763-4C23-B3B2-518FB818A532}" destId="{55A0F83E-EFF0-47FE-81A4-BD7D65572E4A}" srcOrd="1" destOrd="2" presId="urn:microsoft.com/office/officeart/2005/8/layout/matrix1"/>
    <dgm:cxn modelId="{ADA066AC-684E-4286-9834-2FD0992E7A9A}" type="presOf" srcId="{771F23BD-900B-4BE2-8816-086AB2CFFD6E}" destId="{A209C4C4-9344-4AF8-B7F3-5185E692D360}" srcOrd="1" destOrd="1" presId="urn:microsoft.com/office/officeart/2005/8/layout/matrix1"/>
    <dgm:cxn modelId="{D65763DA-3921-4930-BBC6-16522EC75778}" srcId="{FC819012-C297-433D-9A69-C0D1DD98EC93}" destId="{AA549434-CC36-4FC7-A916-A34E50BC2621}" srcOrd="0" destOrd="0" parTransId="{A89ED58E-33CF-42C9-84AC-17FD288F445A}" sibTransId="{FD6B77C0-5623-459F-A020-F5E3BA28025A}"/>
    <dgm:cxn modelId="{CC3A1479-7E80-47EC-B6E4-2DD784334EC6}" type="presOf" srcId="{771F23BD-900B-4BE2-8816-086AB2CFFD6E}" destId="{0CED4779-0346-4C77-9518-A3B22451B4D2}" srcOrd="0" destOrd="1" presId="urn:microsoft.com/office/officeart/2005/8/layout/matrix1"/>
    <dgm:cxn modelId="{7864197A-136A-4A5B-A28A-8D0653EF3AB0}" srcId="{69AB7F45-9138-4657-B237-7E775262EBB9}" destId="{E8C40A5E-F737-4608-BB72-F875FEA0A634}" srcOrd="0" destOrd="0" parTransId="{F918B7FD-FA3F-4368-83B3-38DC78EF50DA}" sibTransId="{65DE4FA7-F25E-4777-B609-75F3A8327463}"/>
    <dgm:cxn modelId="{738A4572-A854-402C-BD91-39B0A86F83D5}" type="presOf" srcId="{252430F1-E1FE-461E-99C2-828E62C9D515}" destId="{3B691A37-D3D4-4AF4-AED4-E5DE7D932D1E}" srcOrd="0" destOrd="0" presId="urn:microsoft.com/office/officeart/2005/8/layout/matrix1"/>
    <dgm:cxn modelId="{18B35293-D720-4E4E-9DA1-59B93E44D805}" srcId="{252430F1-E1FE-461E-99C2-828E62C9D515}" destId="{41FA574B-F6A2-4FC7-9E00-5CFBA4836B32}" srcOrd="0" destOrd="0" parTransId="{161B1BFD-B558-477F-9039-0769F5B05927}" sibTransId="{3718CDD5-C3A7-40A5-8984-FA0BAB5D4995}"/>
    <dgm:cxn modelId="{5BA0DDF8-DC30-4582-9563-2F98816B9B9F}" type="presOf" srcId="{F5005CCF-BB9F-4259-ACDB-3CD7DFD8F6FC}" destId="{A209C4C4-9344-4AF8-B7F3-5185E692D360}" srcOrd="1" destOrd="3" presId="urn:microsoft.com/office/officeart/2005/8/layout/matrix1"/>
    <dgm:cxn modelId="{DF648FC4-6182-4E67-A8EC-D3E60FCCE8A6}" srcId="{E515CB13-90A0-45B5-B320-529FDE08E305}" destId="{3C3D4F38-82B1-4BB8-AD1C-0ED3F08C89AA}" srcOrd="1" destOrd="0" parTransId="{2CBACD87-DA4C-485A-8BE1-2EDAD8C6D872}" sibTransId="{127EF7E6-3EA3-4EB1-AEBB-44098B4F04D1}"/>
    <dgm:cxn modelId="{7ECA6B45-3AF6-4AE6-86C3-AAA769AFEA4B}" type="presOf" srcId="{69AB7F45-9138-4657-B237-7E775262EBB9}" destId="{D034FD48-4BC8-4E0D-A6AD-A33D0E5F289F}" srcOrd="1" destOrd="5" presId="urn:microsoft.com/office/officeart/2005/8/layout/matrix1"/>
    <dgm:cxn modelId="{EB6DEB1F-5598-43E8-B533-79568E8E44FB}" srcId="{76AEDEE2-890A-4A5C-8878-62CA8BEE1574}" destId="{0A863366-7F6B-4A46-AFD7-FF5EA4DF3CDA}" srcOrd="0" destOrd="0" parTransId="{71FDAB41-5465-4B59-87A7-8A06974E98D1}" sibTransId="{7484BF31-77B0-4FA9-97A6-63974261C796}"/>
    <dgm:cxn modelId="{FDB8DE00-4F62-493F-A939-9DF9B6A5A442}" type="presOf" srcId="{0A863366-7F6B-4A46-AFD7-FF5EA4DF3CDA}" destId="{348BC3E1-320B-47D4-B0EA-07444C89F3D8}" srcOrd="1" destOrd="1" presId="urn:microsoft.com/office/officeart/2005/8/layout/matrix1"/>
    <dgm:cxn modelId="{F48EFED3-472A-4E9E-BFF5-DC872A841ECA}" type="presOf" srcId="{76AEDEE2-890A-4A5C-8878-62CA8BEE1574}" destId="{F433EBC0-E6E1-47D7-B8DE-5AEDC1E3132E}" srcOrd="0" destOrd="0" presId="urn:microsoft.com/office/officeart/2005/8/layout/matrix1"/>
    <dgm:cxn modelId="{044335FD-305B-4371-8162-60384036B9F7}" type="presOf" srcId="{252430F1-E1FE-461E-99C2-828E62C9D515}" destId="{55A0F83E-EFF0-47FE-81A4-BD7D65572E4A}" srcOrd="1" destOrd="0" presId="urn:microsoft.com/office/officeart/2005/8/layout/matrix1"/>
    <dgm:cxn modelId="{703D6963-8288-4DC2-AB50-6CA8A919BD38}" type="presOf" srcId="{3C3D4F38-82B1-4BB8-AD1C-0ED3F08C89AA}" destId="{0CED4779-0346-4C77-9518-A3B22451B4D2}" srcOrd="0" destOrd="0" presId="urn:microsoft.com/office/officeart/2005/8/layout/matrix1"/>
    <dgm:cxn modelId="{1E05845A-E47D-4B2B-B3AF-ACBC6DFFE773}" type="presOf" srcId="{32FBCBFA-2333-45CF-B95D-3D71AFE2592A}" destId="{0CED4779-0346-4C77-9518-A3B22451B4D2}" srcOrd="0" destOrd="2" presId="urn:microsoft.com/office/officeart/2005/8/layout/matrix1"/>
    <dgm:cxn modelId="{A2D3E8FB-44D8-4D4B-910B-7A90987EB7BC}" type="presOf" srcId="{D07B0133-1E95-4C85-A0F3-BBE4A60F307E}" destId="{645D25C1-D8E6-4E44-8C65-7491A841339D}" srcOrd="0" destOrd="1" presId="urn:microsoft.com/office/officeart/2005/8/layout/matrix1"/>
    <dgm:cxn modelId="{7593B598-AD68-4BA4-96BC-7FE2C2D7A05D}" srcId="{F8791A86-EC84-45BF-A475-67E8ADF42C3D}" destId="{38FDD91E-7D3C-4F92-8BEE-7F5F738F3CC8}" srcOrd="2" destOrd="0" parTransId="{AE2033D8-A22A-4721-A341-DFFF789DB243}" sibTransId="{967A4E78-35C3-4CB7-B084-72B43D697CDB}"/>
    <dgm:cxn modelId="{AEF6589E-2F9F-4E98-BF74-E9BB8C6C3707}" type="presOf" srcId="{F5005CCF-BB9F-4259-ACDB-3CD7DFD8F6FC}" destId="{0CED4779-0346-4C77-9518-A3B22451B4D2}" srcOrd="0" destOrd="3" presId="urn:microsoft.com/office/officeart/2005/8/layout/matrix1"/>
    <dgm:cxn modelId="{72C51924-9D5F-4273-89C7-7C8885D12393}" type="presOf" srcId="{E8C40A5E-F737-4608-BB72-F875FEA0A634}" destId="{D034FD48-4BC8-4E0D-A6AD-A33D0E5F289F}" srcOrd="1" destOrd="6" presId="urn:microsoft.com/office/officeart/2005/8/layout/matrix1"/>
    <dgm:cxn modelId="{EE446E74-4599-42C9-94F9-BF544780BBF4}" type="presOf" srcId="{0A863366-7F6B-4A46-AFD7-FF5EA4DF3CDA}" destId="{F433EBC0-E6E1-47D7-B8DE-5AEDC1E3132E}" srcOrd="0" destOrd="1" presId="urn:microsoft.com/office/officeart/2005/8/layout/matrix1"/>
    <dgm:cxn modelId="{1715A1E3-D151-4AB2-8CF4-9F33F96E1721}" type="presOf" srcId="{7FD6A1FD-5252-4E0A-BBFB-5C18C0B6A455}" destId="{645D25C1-D8E6-4E44-8C65-7491A841339D}" srcOrd="0" destOrd="4" presId="urn:microsoft.com/office/officeart/2005/8/layout/matrix1"/>
    <dgm:cxn modelId="{77B18853-67AD-4A81-83F6-AF85FFA8F634}" srcId="{F8791A86-EC84-45BF-A475-67E8ADF42C3D}" destId="{3373D87F-DD13-4FC0-8400-3CD03C80D3EE}" srcOrd="1" destOrd="0" parTransId="{754AF5B6-4C1F-4190-9960-1BD93A75EB7D}" sibTransId="{67ED6F7F-B29D-4C88-A6BB-9CF502DD8321}"/>
    <dgm:cxn modelId="{70A9890A-E2CF-45A2-8B7D-0C84F00B384C}" type="presOf" srcId="{32FBCBFA-2333-45CF-B95D-3D71AFE2592A}" destId="{A209C4C4-9344-4AF8-B7F3-5185E692D360}" srcOrd="1" destOrd="2" presId="urn:microsoft.com/office/officeart/2005/8/layout/matrix1"/>
    <dgm:cxn modelId="{7632C264-05D1-4BEC-9B94-225D455461D0}" type="presOf" srcId="{E8C40A5E-F737-4608-BB72-F875FEA0A634}" destId="{645D25C1-D8E6-4E44-8C65-7491A841339D}" srcOrd="0" destOrd="6" presId="urn:microsoft.com/office/officeart/2005/8/layout/matrix1"/>
    <dgm:cxn modelId="{ACDAD61C-6EB9-4885-8FB8-DE3D975AACCF}" type="presOf" srcId="{3373D87F-DD13-4FC0-8400-3CD03C80D3EE}" destId="{D034FD48-4BC8-4E0D-A6AD-A33D0E5F289F}" srcOrd="1" destOrd="2" presId="urn:microsoft.com/office/officeart/2005/8/layout/matrix1"/>
    <dgm:cxn modelId="{3072E062-042D-4B72-85AC-2EBC9D87873F}" type="presOf" srcId="{F8791A86-EC84-45BF-A475-67E8ADF42C3D}" destId="{D034FD48-4BC8-4E0D-A6AD-A33D0E5F289F}" srcOrd="1" destOrd="0" presId="urn:microsoft.com/office/officeart/2005/8/layout/matrix1"/>
    <dgm:cxn modelId="{FCEC59BC-053A-4AA5-8931-197CDAEA6687}" srcId="{38FDD91E-7D3C-4F92-8BEE-7F5F738F3CC8}" destId="{7FD6A1FD-5252-4E0A-BBFB-5C18C0B6A455}" srcOrd="0" destOrd="0" parTransId="{4265BDD2-F60A-4B2D-8E28-F25A2D55661C}" sibTransId="{E814596E-E798-4FFB-913D-004BA29FFDC6}"/>
    <dgm:cxn modelId="{217DAE6D-2C2D-4D9C-9725-5AA00DA25F8E}" type="presOf" srcId="{E515CB13-90A0-45B5-B320-529FDE08E305}" destId="{9EF295D2-EA68-4F20-8738-C197AEB78FE5}" srcOrd="0" destOrd="0" presId="urn:microsoft.com/office/officeart/2005/8/layout/matrix1"/>
    <dgm:cxn modelId="{9C57967F-580B-477E-8D4C-784A44924A20}" srcId="{E515CB13-90A0-45B5-B320-529FDE08E305}" destId="{252430F1-E1FE-461E-99C2-828E62C9D515}" srcOrd="3" destOrd="0" parTransId="{52D4CCA8-AFD2-4A11-A426-C9AD4DD393F5}" sibTransId="{C740717B-0B99-4924-BE4F-69344E0C5898}"/>
    <dgm:cxn modelId="{B3F156BC-04F0-418C-9D81-2A54496A7E7B}" type="presOf" srcId="{69AB7F45-9138-4657-B237-7E775262EBB9}" destId="{645D25C1-D8E6-4E44-8C65-7491A841339D}" srcOrd="0" destOrd="5" presId="urn:microsoft.com/office/officeart/2005/8/layout/matrix1"/>
    <dgm:cxn modelId="{4A9F5ECC-7405-4AD7-8AE1-D00835FF20C8}" type="presOf" srcId="{38FDD91E-7D3C-4F92-8BEE-7F5F738F3CC8}" destId="{645D25C1-D8E6-4E44-8C65-7491A841339D}" srcOrd="0" destOrd="3" presId="urn:microsoft.com/office/officeart/2005/8/layout/matrix1"/>
    <dgm:cxn modelId="{0C98A0D6-9DE7-42EF-B162-0297F23BFAF9}" type="presOf" srcId="{AA549434-CC36-4FC7-A916-A34E50BC2621}" destId="{0CED4779-0346-4C77-9518-A3B22451B4D2}" srcOrd="0" destOrd="5" presId="urn:microsoft.com/office/officeart/2005/8/layout/matrix1"/>
    <dgm:cxn modelId="{9DD2E451-D6B4-4DD8-9355-7B5DFC17A591}" type="presOf" srcId="{76AEDEE2-890A-4A5C-8878-62CA8BEE1574}" destId="{348BC3E1-320B-47D4-B0EA-07444C89F3D8}" srcOrd="1" destOrd="0" presId="urn:microsoft.com/office/officeart/2005/8/layout/matrix1"/>
    <dgm:cxn modelId="{D714BB6F-5D42-407D-9472-05A6434C16D6}" srcId="{F8791A86-EC84-45BF-A475-67E8ADF42C3D}" destId="{69AB7F45-9138-4657-B237-7E775262EBB9}" srcOrd="3" destOrd="0" parTransId="{5584CFAA-6C99-4D07-AF7C-7C9A897273FD}" sibTransId="{CB0F5EB5-523E-4C49-A965-A3AB431EC637}"/>
    <dgm:cxn modelId="{EEEB0B1B-5854-490A-AB40-E7EDDD0DD9DF}" srcId="{3C3D4F38-82B1-4BB8-AD1C-0ED3F08C89AA}" destId="{FC819012-C297-433D-9A69-C0D1DD98EC93}" srcOrd="3" destOrd="0" parTransId="{460552A6-8682-4D67-B25E-A16A4BBCCD33}" sibTransId="{A4EE4312-DEC1-4683-B001-1181F3E4BA58}"/>
    <dgm:cxn modelId="{72201933-1F89-4FD0-A7E1-EC307D3E3AD0}" type="presOf" srcId="{7FD6A1FD-5252-4E0A-BBFB-5C18C0B6A455}" destId="{D034FD48-4BC8-4E0D-A6AD-A33D0E5F289F}" srcOrd="1" destOrd="4" presId="urn:microsoft.com/office/officeart/2005/8/layout/matrix1"/>
    <dgm:cxn modelId="{A80E45E5-A410-4B95-83A2-8DAEA3CA3C67}" type="presOf" srcId="{3373D87F-DD13-4FC0-8400-3CD03C80D3EE}" destId="{645D25C1-D8E6-4E44-8C65-7491A841339D}" srcOrd="0" destOrd="2" presId="urn:microsoft.com/office/officeart/2005/8/layout/matrix1"/>
    <dgm:cxn modelId="{2D375283-EF32-44A8-BA0C-8CAA2D96186D}" type="presOf" srcId="{128AF455-C58E-411C-A23D-EAE5B556CB39}" destId="{ADDF138F-3FDB-418B-B631-A922B174D0EE}" srcOrd="0" destOrd="0" presId="urn:microsoft.com/office/officeart/2005/8/layout/matrix1"/>
    <dgm:cxn modelId="{C4BE5CFA-2573-4E8B-9819-34DFF1163006}" type="presOf" srcId="{FC819012-C297-433D-9A69-C0D1DD98EC93}" destId="{0CED4779-0346-4C77-9518-A3B22451B4D2}" srcOrd="0" destOrd="4" presId="urn:microsoft.com/office/officeart/2005/8/layout/matrix1"/>
    <dgm:cxn modelId="{6F186D7E-DAAA-4C55-9809-BC4ACAC64DC0}" srcId="{F8791A86-EC84-45BF-A475-67E8ADF42C3D}" destId="{D07B0133-1E95-4C85-A0F3-BBE4A60F307E}" srcOrd="0" destOrd="0" parTransId="{36F067F2-CE7D-46CC-8284-51F1B2042F06}" sibTransId="{60F9D177-B7DC-4F54-812F-7461447226A7}"/>
    <dgm:cxn modelId="{A0D8E9F9-D916-40DA-8E03-0D6B584D2A00}" srcId="{128AF455-C58E-411C-A23D-EAE5B556CB39}" destId="{E515CB13-90A0-45B5-B320-529FDE08E305}" srcOrd="0" destOrd="0" parTransId="{6B7FFC35-B58C-4E12-AF9C-7D9C6EB92F53}" sibTransId="{E2507B27-DD57-4855-B52F-1EE454793B5C}"/>
    <dgm:cxn modelId="{293AB0E0-B736-49FC-916E-DB623CAADB25}" type="presOf" srcId="{AA549434-CC36-4FC7-A916-A34E50BC2621}" destId="{A209C4C4-9344-4AF8-B7F3-5185E692D360}" srcOrd="1" destOrd="5" presId="urn:microsoft.com/office/officeart/2005/8/layout/matrix1"/>
    <dgm:cxn modelId="{CA203ECD-6821-4CA1-9325-ABE9C5C0049D}" srcId="{E515CB13-90A0-45B5-B320-529FDE08E305}" destId="{F8791A86-EC84-45BF-A475-67E8ADF42C3D}" srcOrd="0" destOrd="0" parTransId="{634A60B9-C742-4E11-B0E5-F33E36209758}" sibTransId="{B933EBB4-C233-4BE4-A0DB-32F52D511DB5}"/>
    <dgm:cxn modelId="{D840CB4C-0FC9-43B0-AEF6-11524CC76D1A}" type="presOf" srcId="{41FA574B-F6A2-4FC7-9E00-5CFBA4836B32}" destId="{3B691A37-D3D4-4AF4-AED4-E5DE7D932D1E}" srcOrd="0" destOrd="1" presId="urn:microsoft.com/office/officeart/2005/8/layout/matrix1"/>
    <dgm:cxn modelId="{52125A7E-D246-4A3E-81B8-C510D8023DBF}" srcId="{252430F1-E1FE-461E-99C2-828E62C9D515}" destId="{C68B28D8-8763-4C23-B3B2-518FB818A532}" srcOrd="1" destOrd="0" parTransId="{FEB9E3A5-E1F0-4811-86A7-185722371E24}" sibTransId="{55DFD592-55DB-4A79-8EB4-394981C8EBC3}"/>
    <dgm:cxn modelId="{5FCF5DAD-23D5-47AF-BFEA-34998F214357}" type="presParOf" srcId="{ADDF138F-3FDB-418B-B631-A922B174D0EE}" destId="{73F554F6-328E-4D44-A7BB-EAB689A38C8D}" srcOrd="0" destOrd="0" presId="urn:microsoft.com/office/officeart/2005/8/layout/matrix1"/>
    <dgm:cxn modelId="{DF36BC57-BFD1-42C9-A706-2E0B57D93AEE}" type="presParOf" srcId="{73F554F6-328E-4D44-A7BB-EAB689A38C8D}" destId="{645D25C1-D8E6-4E44-8C65-7491A841339D}" srcOrd="0" destOrd="0" presId="urn:microsoft.com/office/officeart/2005/8/layout/matrix1"/>
    <dgm:cxn modelId="{89E1B15E-D570-4CD3-B6E9-734825ECBBB1}" type="presParOf" srcId="{73F554F6-328E-4D44-A7BB-EAB689A38C8D}" destId="{D034FD48-4BC8-4E0D-A6AD-A33D0E5F289F}" srcOrd="1" destOrd="0" presId="urn:microsoft.com/office/officeart/2005/8/layout/matrix1"/>
    <dgm:cxn modelId="{3F22B575-91E4-4913-A8D1-77B17FC40812}" type="presParOf" srcId="{73F554F6-328E-4D44-A7BB-EAB689A38C8D}" destId="{0CED4779-0346-4C77-9518-A3B22451B4D2}" srcOrd="2" destOrd="0" presId="urn:microsoft.com/office/officeart/2005/8/layout/matrix1"/>
    <dgm:cxn modelId="{CAE7E456-0620-49AA-B98E-15B192A7E9B6}" type="presParOf" srcId="{73F554F6-328E-4D44-A7BB-EAB689A38C8D}" destId="{A209C4C4-9344-4AF8-B7F3-5185E692D360}" srcOrd="3" destOrd="0" presId="urn:microsoft.com/office/officeart/2005/8/layout/matrix1"/>
    <dgm:cxn modelId="{4BC56EC5-2DDD-4758-9E27-D7846D606C0E}" type="presParOf" srcId="{73F554F6-328E-4D44-A7BB-EAB689A38C8D}" destId="{F433EBC0-E6E1-47D7-B8DE-5AEDC1E3132E}" srcOrd="4" destOrd="0" presId="urn:microsoft.com/office/officeart/2005/8/layout/matrix1"/>
    <dgm:cxn modelId="{404AA549-09C2-4BA8-9EDC-9E93AE0509A6}" type="presParOf" srcId="{73F554F6-328E-4D44-A7BB-EAB689A38C8D}" destId="{348BC3E1-320B-47D4-B0EA-07444C89F3D8}" srcOrd="5" destOrd="0" presId="urn:microsoft.com/office/officeart/2005/8/layout/matrix1"/>
    <dgm:cxn modelId="{B6761F34-1F36-45CC-9944-6B63D9183506}" type="presParOf" srcId="{73F554F6-328E-4D44-A7BB-EAB689A38C8D}" destId="{3B691A37-D3D4-4AF4-AED4-E5DE7D932D1E}" srcOrd="6" destOrd="0" presId="urn:microsoft.com/office/officeart/2005/8/layout/matrix1"/>
    <dgm:cxn modelId="{17C317FB-AE2D-4581-B537-DE20BD2D1791}" type="presParOf" srcId="{73F554F6-328E-4D44-A7BB-EAB689A38C8D}" destId="{55A0F83E-EFF0-47FE-81A4-BD7D65572E4A}" srcOrd="7" destOrd="0" presId="urn:microsoft.com/office/officeart/2005/8/layout/matrix1"/>
    <dgm:cxn modelId="{A5287C9D-BB25-485C-A2CA-E833329E0CF1}" type="presParOf" srcId="{ADDF138F-3FDB-418B-B631-A922B174D0EE}" destId="{9EF295D2-EA68-4F20-8738-C197AEB78FE5}" srcOrd="1" destOrd="0" presId="urn:microsoft.com/office/officeart/2005/8/layout/matrix1"/>
  </dgm:cxnLst>
  <dgm:bg/>
  <dgm:whole>
    <a:effectLst/>
  </dgm:whole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6EAC032-5EBF-4D0D-A6D7-296D1749072C}" type="doc">
      <dgm:prSet loTypeId="urn:microsoft.com/office/officeart/2005/8/layout/cycle4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3EF6340-71EB-4A21-8B89-B318B98B0528}">
      <dgm:prSet phldrT="[텍스트]" custT="1"/>
      <dgm:spPr/>
      <dgm:t>
        <a:bodyPr/>
        <a:lstStyle/>
        <a:p>
          <a:pPr latinLnBrk="1"/>
          <a:r>
            <a:rPr lang="ko-KR" altLang="en-US" sz="20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분리</a:t>
          </a:r>
          <a: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CDBA595-388D-4395-95F5-5099DEC0BE95}" type="parTrans" cxnId="{D890DB12-6308-4DDA-838A-A5E60C4CBC25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907A5B-D419-4D4C-A64F-F9247A64363C}" type="sibTrans" cxnId="{D890DB12-6308-4DDA-838A-A5E60C4CBC25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0ACB0D7-4A6D-4363-B6FA-07ED210BFB29}">
      <dgm:prSet phldrT="[텍스트]" custT="1"/>
      <dgm:spPr/>
      <dgm:t>
        <a:bodyPr/>
        <a:lstStyle/>
        <a:p>
          <a:pPr latinLnBrk="1"/>
          <a:r>
            <a:rPr lang="ko-KR" altLang="en-US" sz="20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부호화 기술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45FC1E9-14BB-467F-8DCD-139EF585D46B}" type="parTrans" cxnId="{B3CE3F24-01FA-47D4-AC47-7E95D3FB2576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DB6A8D3-FA32-4549-AD1D-6A333D60A33F}" type="sibTrans" cxnId="{B3CE3F24-01FA-47D4-AC47-7E95D3FB2576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7F30EA-FC7F-4D2F-9B20-4A5DB2027BED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분위기 제어</a:t>
          </a:r>
          <a: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5056576-3C67-4F0B-8F69-84220E4E6333}" type="parTrans" cxnId="{BF4B077B-0510-499A-BE7D-7019B048F4C0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3CF1212-0066-4209-BF31-92266735F4D2}" type="sibTrans" cxnId="{BF4B077B-0510-499A-BE7D-7019B048F4C0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EF389D8-95DA-46AE-B404-C99E26D1EE18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저작도구 및 </a:t>
          </a:r>
          <a: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재생단말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0256A28-D666-422A-B05B-DEF643C69363}" type="parTrans" cxnId="{54975EA4-454E-4C22-AD8D-F2C79E783046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FA283B2-F9C6-400C-A27F-861CFD63EF9E}" type="sibTrans" cxnId="{54975EA4-454E-4C22-AD8D-F2C79E783046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DD1D085-3352-4F21-B54A-C589C3FF1714}" type="pres">
      <dgm:prSet presAssocID="{A6EAC032-5EBF-4D0D-A6D7-296D1749072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ABCD7FD-DB97-46FB-979B-009F85FFF7CA}" type="pres">
      <dgm:prSet presAssocID="{A6EAC032-5EBF-4D0D-A6D7-296D1749072C}" presName="children" presStyleCnt="0"/>
      <dgm:spPr/>
    </dgm:pt>
    <dgm:pt modelId="{971DB006-B136-40E1-9F8F-4CAC82A98233}" type="pres">
      <dgm:prSet presAssocID="{A6EAC032-5EBF-4D0D-A6D7-296D1749072C}" presName="childPlaceholder" presStyleCnt="0"/>
      <dgm:spPr/>
    </dgm:pt>
    <dgm:pt modelId="{6EDE5A9E-FC36-4085-BFED-084B9D5F09AF}" type="pres">
      <dgm:prSet presAssocID="{A6EAC032-5EBF-4D0D-A6D7-296D1749072C}" presName="circle" presStyleCnt="0"/>
      <dgm:spPr/>
    </dgm:pt>
    <dgm:pt modelId="{F13BEA2F-D448-4A19-9CFD-C25168266274}" type="pres">
      <dgm:prSet presAssocID="{A6EAC032-5EBF-4D0D-A6D7-296D1749072C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2DA7243-B7B2-4772-A1EB-C3657D101D1C}" type="pres">
      <dgm:prSet presAssocID="{A6EAC032-5EBF-4D0D-A6D7-296D1749072C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AD86FF0-8087-45CC-89E6-A96900047259}" type="pres">
      <dgm:prSet presAssocID="{A6EAC032-5EBF-4D0D-A6D7-296D1749072C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028C305-8E4F-41FF-8DFB-80D7F7618434}" type="pres">
      <dgm:prSet presAssocID="{A6EAC032-5EBF-4D0D-A6D7-296D1749072C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685D5A1-A206-43EF-9843-2A9AB5E33557}" type="pres">
      <dgm:prSet presAssocID="{A6EAC032-5EBF-4D0D-A6D7-296D1749072C}" presName="quadrantPlaceholder" presStyleCnt="0"/>
      <dgm:spPr/>
    </dgm:pt>
    <dgm:pt modelId="{8C08B622-0609-45C8-AB4C-E7B7B5257E74}" type="pres">
      <dgm:prSet presAssocID="{A6EAC032-5EBF-4D0D-A6D7-296D1749072C}" presName="center1" presStyleLbl="fgShp" presStyleIdx="0" presStyleCnt="2"/>
      <dgm:spPr/>
    </dgm:pt>
    <dgm:pt modelId="{C3E71246-A1C9-42D4-90EE-3D20A1BFF15D}" type="pres">
      <dgm:prSet presAssocID="{A6EAC032-5EBF-4D0D-A6D7-296D1749072C}" presName="center2" presStyleLbl="fgShp" presStyleIdx="1" presStyleCnt="2"/>
      <dgm:spPr/>
    </dgm:pt>
  </dgm:ptLst>
  <dgm:cxnLst>
    <dgm:cxn modelId="{900B0614-3BB8-43CC-ADEC-F0BD726C6139}" type="presOf" srcId="{487F30EA-FC7F-4D2F-9B20-4A5DB2027BED}" destId="{BAD86FF0-8087-45CC-89E6-A96900047259}" srcOrd="0" destOrd="0" presId="urn:microsoft.com/office/officeart/2005/8/layout/cycle4"/>
    <dgm:cxn modelId="{54975EA4-454E-4C22-AD8D-F2C79E783046}" srcId="{A6EAC032-5EBF-4D0D-A6D7-296D1749072C}" destId="{DEF389D8-95DA-46AE-B404-C99E26D1EE18}" srcOrd="3" destOrd="0" parTransId="{E0256A28-D666-422A-B05B-DEF643C69363}" sibTransId="{5FA283B2-F9C6-400C-A27F-861CFD63EF9E}"/>
    <dgm:cxn modelId="{4641C77F-5B3D-44A9-BC53-AF6BB72495B1}" type="presOf" srcId="{F3EF6340-71EB-4A21-8B89-B318B98B0528}" destId="{F13BEA2F-D448-4A19-9CFD-C25168266274}" srcOrd="0" destOrd="0" presId="urn:microsoft.com/office/officeart/2005/8/layout/cycle4"/>
    <dgm:cxn modelId="{4E73DC70-A6DA-46D3-B63D-463EF634745D}" type="presOf" srcId="{DEF389D8-95DA-46AE-B404-C99E26D1EE18}" destId="{2028C305-8E4F-41FF-8DFB-80D7F7618434}" srcOrd="0" destOrd="0" presId="urn:microsoft.com/office/officeart/2005/8/layout/cycle4"/>
    <dgm:cxn modelId="{D890DB12-6308-4DDA-838A-A5E60C4CBC25}" srcId="{A6EAC032-5EBF-4D0D-A6D7-296D1749072C}" destId="{F3EF6340-71EB-4A21-8B89-B318B98B0528}" srcOrd="0" destOrd="0" parTransId="{DCDBA595-388D-4395-95F5-5099DEC0BE95}" sibTransId="{DA907A5B-D419-4D4C-A64F-F9247A64363C}"/>
    <dgm:cxn modelId="{B3CE3F24-01FA-47D4-AC47-7E95D3FB2576}" srcId="{A6EAC032-5EBF-4D0D-A6D7-296D1749072C}" destId="{90ACB0D7-4A6D-4363-B6FA-07ED210BFB29}" srcOrd="1" destOrd="0" parTransId="{345FC1E9-14BB-467F-8DCD-139EF585D46B}" sibTransId="{BDB6A8D3-FA32-4549-AD1D-6A333D60A33F}"/>
    <dgm:cxn modelId="{0EE11047-A181-45F3-8EFD-B8D2E9D242CE}" type="presOf" srcId="{A6EAC032-5EBF-4D0D-A6D7-296D1749072C}" destId="{0DD1D085-3352-4F21-B54A-C589C3FF1714}" srcOrd="0" destOrd="0" presId="urn:microsoft.com/office/officeart/2005/8/layout/cycle4"/>
    <dgm:cxn modelId="{BF4B077B-0510-499A-BE7D-7019B048F4C0}" srcId="{A6EAC032-5EBF-4D0D-A6D7-296D1749072C}" destId="{487F30EA-FC7F-4D2F-9B20-4A5DB2027BED}" srcOrd="2" destOrd="0" parTransId="{85056576-3C67-4F0B-8F69-84220E4E6333}" sibTransId="{B3CF1212-0066-4209-BF31-92266735F4D2}"/>
    <dgm:cxn modelId="{10F383B7-B0E3-4DF1-B709-D8149818669A}" type="presOf" srcId="{90ACB0D7-4A6D-4363-B6FA-07ED210BFB29}" destId="{F2DA7243-B7B2-4772-A1EB-C3657D101D1C}" srcOrd="0" destOrd="0" presId="urn:microsoft.com/office/officeart/2005/8/layout/cycle4"/>
    <dgm:cxn modelId="{AB52C4C9-AE66-42BF-AD6B-5D60F927F70E}" type="presParOf" srcId="{0DD1D085-3352-4F21-B54A-C589C3FF1714}" destId="{0ABCD7FD-DB97-46FB-979B-009F85FFF7CA}" srcOrd="0" destOrd="0" presId="urn:microsoft.com/office/officeart/2005/8/layout/cycle4"/>
    <dgm:cxn modelId="{D4CED6D7-AF04-440F-843C-992AB24303FE}" type="presParOf" srcId="{0ABCD7FD-DB97-46FB-979B-009F85FFF7CA}" destId="{971DB006-B136-40E1-9F8F-4CAC82A98233}" srcOrd="0" destOrd="0" presId="urn:microsoft.com/office/officeart/2005/8/layout/cycle4"/>
    <dgm:cxn modelId="{6F61F80E-CA8F-431B-8D15-2279DD38F540}" type="presParOf" srcId="{0DD1D085-3352-4F21-B54A-C589C3FF1714}" destId="{6EDE5A9E-FC36-4085-BFED-084B9D5F09AF}" srcOrd="1" destOrd="0" presId="urn:microsoft.com/office/officeart/2005/8/layout/cycle4"/>
    <dgm:cxn modelId="{0BCD4AC2-1062-49AC-B618-9F2D56C192EE}" type="presParOf" srcId="{6EDE5A9E-FC36-4085-BFED-084B9D5F09AF}" destId="{F13BEA2F-D448-4A19-9CFD-C25168266274}" srcOrd="0" destOrd="0" presId="urn:microsoft.com/office/officeart/2005/8/layout/cycle4"/>
    <dgm:cxn modelId="{3317C9F1-1D81-4B0E-9E68-D1B751329E34}" type="presParOf" srcId="{6EDE5A9E-FC36-4085-BFED-084B9D5F09AF}" destId="{F2DA7243-B7B2-4772-A1EB-C3657D101D1C}" srcOrd="1" destOrd="0" presId="urn:microsoft.com/office/officeart/2005/8/layout/cycle4"/>
    <dgm:cxn modelId="{4920BFCD-227D-48B5-9F16-0F162EF29038}" type="presParOf" srcId="{6EDE5A9E-FC36-4085-BFED-084B9D5F09AF}" destId="{BAD86FF0-8087-45CC-89E6-A96900047259}" srcOrd="2" destOrd="0" presId="urn:microsoft.com/office/officeart/2005/8/layout/cycle4"/>
    <dgm:cxn modelId="{D7209D34-564E-4C96-916F-A6BC9D3ED209}" type="presParOf" srcId="{6EDE5A9E-FC36-4085-BFED-084B9D5F09AF}" destId="{2028C305-8E4F-41FF-8DFB-80D7F7618434}" srcOrd="3" destOrd="0" presId="urn:microsoft.com/office/officeart/2005/8/layout/cycle4"/>
    <dgm:cxn modelId="{68760B7A-74DF-4994-9E45-390A067F9535}" type="presParOf" srcId="{6EDE5A9E-FC36-4085-BFED-084B9D5F09AF}" destId="{F685D5A1-A206-43EF-9843-2A9AB5E33557}" srcOrd="4" destOrd="0" presId="urn:microsoft.com/office/officeart/2005/8/layout/cycle4"/>
    <dgm:cxn modelId="{032B04F8-D342-4ECD-AF2E-294B653C223A}" type="presParOf" srcId="{0DD1D085-3352-4F21-B54A-C589C3FF1714}" destId="{8C08B622-0609-45C8-AB4C-E7B7B5257E74}" srcOrd="2" destOrd="0" presId="urn:microsoft.com/office/officeart/2005/8/layout/cycle4"/>
    <dgm:cxn modelId="{9D71B9E9-CC6C-4299-A15C-7F2AD5E22C37}" type="presParOf" srcId="{0DD1D085-3352-4F21-B54A-C589C3FF1714}" destId="{C3E71246-A1C9-42D4-90EE-3D20A1BFF15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A6EAC032-5EBF-4D0D-A6D7-296D1749072C}" type="doc">
      <dgm:prSet loTypeId="urn:microsoft.com/office/officeart/2005/8/layout/cycle4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3EF6340-71EB-4A21-8B89-B318B98B0528}">
      <dgm:prSet phldrT="[텍스트]" custT="1"/>
      <dgm:spPr/>
      <dgm:t>
        <a:bodyPr/>
        <a:lstStyle/>
        <a:p>
          <a:pPr latinLnBrk="1"/>
          <a:r>
            <a:rPr lang="ko-KR" altLang="en-US" sz="20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분리</a:t>
          </a:r>
          <a: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CDBA595-388D-4395-95F5-5099DEC0BE95}" type="parTrans" cxnId="{D890DB12-6308-4DDA-838A-A5E60C4CBC25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907A5B-D419-4D4C-A64F-F9247A64363C}" type="sibTrans" cxnId="{D890DB12-6308-4DDA-838A-A5E60C4CBC25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0ACB0D7-4A6D-4363-B6FA-07ED210BFB29}">
      <dgm:prSet phldrT="[텍스트]" custT="1"/>
      <dgm:spPr/>
      <dgm:t>
        <a:bodyPr/>
        <a:lstStyle/>
        <a:p>
          <a:pPr latinLnBrk="1"/>
          <a:r>
            <a:rPr lang="ko-KR" altLang="en-US" sz="20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부호화 기술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45FC1E9-14BB-467F-8DCD-139EF585D46B}" type="parTrans" cxnId="{B3CE3F24-01FA-47D4-AC47-7E95D3FB2576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DB6A8D3-FA32-4549-AD1D-6A333D60A33F}" type="sibTrans" cxnId="{B3CE3F24-01FA-47D4-AC47-7E95D3FB2576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7F30EA-FC7F-4D2F-9B20-4A5DB2027BED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분위기 제어</a:t>
          </a:r>
          <a: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5056576-3C67-4F0B-8F69-84220E4E6333}" type="parTrans" cxnId="{BF4B077B-0510-499A-BE7D-7019B048F4C0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3CF1212-0066-4209-BF31-92266735F4D2}" type="sibTrans" cxnId="{BF4B077B-0510-499A-BE7D-7019B048F4C0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EF389D8-95DA-46AE-B404-C99E26D1EE18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저작도구 및 </a:t>
          </a:r>
          <a: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재생단말</a:t>
          </a:r>
          <a:endParaRPr lang="ko-KR" alt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0256A28-D666-422A-B05B-DEF643C69363}" type="parTrans" cxnId="{54975EA4-454E-4C22-AD8D-F2C79E783046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FA283B2-F9C6-400C-A27F-861CFD63EF9E}" type="sibTrans" cxnId="{54975EA4-454E-4C22-AD8D-F2C79E783046}">
      <dgm:prSet/>
      <dgm:spPr/>
      <dgm:t>
        <a:bodyPr/>
        <a:lstStyle/>
        <a:p>
          <a:pPr latinLnBrk="1"/>
          <a:endParaRPr lang="ko-KR" altLang="en-US" sz="16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DD1D085-3352-4F21-B54A-C589C3FF1714}" type="pres">
      <dgm:prSet presAssocID="{A6EAC032-5EBF-4D0D-A6D7-296D1749072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ABCD7FD-DB97-46FB-979B-009F85FFF7CA}" type="pres">
      <dgm:prSet presAssocID="{A6EAC032-5EBF-4D0D-A6D7-296D1749072C}" presName="children" presStyleCnt="0"/>
      <dgm:spPr/>
    </dgm:pt>
    <dgm:pt modelId="{971DB006-B136-40E1-9F8F-4CAC82A98233}" type="pres">
      <dgm:prSet presAssocID="{A6EAC032-5EBF-4D0D-A6D7-296D1749072C}" presName="childPlaceholder" presStyleCnt="0"/>
      <dgm:spPr/>
    </dgm:pt>
    <dgm:pt modelId="{6EDE5A9E-FC36-4085-BFED-084B9D5F09AF}" type="pres">
      <dgm:prSet presAssocID="{A6EAC032-5EBF-4D0D-A6D7-296D1749072C}" presName="circle" presStyleCnt="0"/>
      <dgm:spPr/>
    </dgm:pt>
    <dgm:pt modelId="{F13BEA2F-D448-4A19-9CFD-C25168266274}" type="pres">
      <dgm:prSet presAssocID="{A6EAC032-5EBF-4D0D-A6D7-296D1749072C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2DA7243-B7B2-4772-A1EB-C3657D101D1C}" type="pres">
      <dgm:prSet presAssocID="{A6EAC032-5EBF-4D0D-A6D7-296D1749072C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AD86FF0-8087-45CC-89E6-A96900047259}" type="pres">
      <dgm:prSet presAssocID="{A6EAC032-5EBF-4D0D-A6D7-296D1749072C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028C305-8E4F-41FF-8DFB-80D7F7618434}" type="pres">
      <dgm:prSet presAssocID="{A6EAC032-5EBF-4D0D-A6D7-296D1749072C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685D5A1-A206-43EF-9843-2A9AB5E33557}" type="pres">
      <dgm:prSet presAssocID="{A6EAC032-5EBF-4D0D-A6D7-296D1749072C}" presName="quadrantPlaceholder" presStyleCnt="0"/>
      <dgm:spPr/>
    </dgm:pt>
    <dgm:pt modelId="{8C08B622-0609-45C8-AB4C-E7B7B5257E74}" type="pres">
      <dgm:prSet presAssocID="{A6EAC032-5EBF-4D0D-A6D7-296D1749072C}" presName="center1" presStyleLbl="fgShp" presStyleIdx="0" presStyleCnt="2"/>
      <dgm:spPr/>
    </dgm:pt>
    <dgm:pt modelId="{C3E71246-A1C9-42D4-90EE-3D20A1BFF15D}" type="pres">
      <dgm:prSet presAssocID="{A6EAC032-5EBF-4D0D-A6D7-296D1749072C}" presName="center2" presStyleLbl="fgShp" presStyleIdx="1" presStyleCnt="2"/>
      <dgm:spPr/>
    </dgm:pt>
  </dgm:ptLst>
  <dgm:cxnLst>
    <dgm:cxn modelId="{54975EA4-454E-4C22-AD8D-F2C79E783046}" srcId="{A6EAC032-5EBF-4D0D-A6D7-296D1749072C}" destId="{DEF389D8-95DA-46AE-B404-C99E26D1EE18}" srcOrd="3" destOrd="0" parTransId="{E0256A28-D666-422A-B05B-DEF643C69363}" sibTransId="{5FA283B2-F9C6-400C-A27F-861CFD63EF9E}"/>
    <dgm:cxn modelId="{D890DB12-6308-4DDA-838A-A5E60C4CBC25}" srcId="{A6EAC032-5EBF-4D0D-A6D7-296D1749072C}" destId="{F3EF6340-71EB-4A21-8B89-B318B98B0528}" srcOrd="0" destOrd="0" parTransId="{DCDBA595-388D-4395-95F5-5099DEC0BE95}" sibTransId="{DA907A5B-D419-4D4C-A64F-F9247A64363C}"/>
    <dgm:cxn modelId="{B3CE3F24-01FA-47D4-AC47-7E95D3FB2576}" srcId="{A6EAC032-5EBF-4D0D-A6D7-296D1749072C}" destId="{90ACB0D7-4A6D-4363-B6FA-07ED210BFB29}" srcOrd="1" destOrd="0" parTransId="{345FC1E9-14BB-467F-8DCD-139EF585D46B}" sibTransId="{BDB6A8D3-FA32-4549-AD1D-6A333D60A33F}"/>
    <dgm:cxn modelId="{3AD21483-3734-42CC-B727-9E21E628F280}" type="presOf" srcId="{DEF389D8-95DA-46AE-B404-C99E26D1EE18}" destId="{2028C305-8E4F-41FF-8DFB-80D7F7618434}" srcOrd="0" destOrd="0" presId="urn:microsoft.com/office/officeart/2005/8/layout/cycle4"/>
    <dgm:cxn modelId="{3F461C82-DB6A-439C-9528-5BB3E3DEA9B1}" type="presOf" srcId="{F3EF6340-71EB-4A21-8B89-B318B98B0528}" destId="{F13BEA2F-D448-4A19-9CFD-C25168266274}" srcOrd="0" destOrd="0" presId="urn:microsoft.com/office/officeart/2005/8/layout/cycle4"/>
    <dgm:cxn modelId="{D5D3067D-A5A7-443D-AE4D-08CAA9DDAACA}" type="presOf" srcId="{487F30EA-FC7F-4D2F-9B20-4A5DB2027BED}" destId="{BAD86FF0-8087-45CC-89E6-A96900047259}" srcOrd="0" destOrd="0" presId="urn:microsoft.com/office/officeart/2005/8/layout/cycle4"/>
    <dgm:cxn modelId="{BF4B077B-0510-499A-BE7D-7019B048F4C0}" srcId="{A6EAC032-5EBF-4D0D-A6D7-296D1749072C}" destId="{487F30EA-FC7F-4D2F-9B20-4A5DB2027BED}" srcOrd="2" destOrd="0" parTransId="{85056576-3C67-4F0B-8F69-84220E4E6333}" sibTransId="{B3CF1212-0066-4209-BF31-92266735F4D2}"/>
    <dgm:cxn modelId="{83F50D3B-FCED-4D3B-AB32-1034A85973A3}" type="presOf" srcId="{A6EAC032-5EBF-4D0D-A6D7-296D1749072C}" destId="{0DD1D085-3352-4F21-B54A-C589C3FF1714}" srcOrd="0" destOrd="0" presId="urn:microsoft.com/office/officeart/2005/8/layout/cycle4"/>
    <dgm:cxn modelId="{C8556CE1-1DCD-48DC-8BF9-DAA0777C4FC6}" type="presOf" srcId="{90ACB0D7-4A6D-4363-B6FA-07ED210BFB29}" destId="{F2DA7243-B7B2-4772-A1EB-C3657D101D1C}" srcOrd="0" destOrd="0" presId="urn:microsoft.com/office/officeart/2005/8/layout/cycle4"/>
    <dgm:cxn modelId="{FD39C5C2-9EEE-4BB8-8AF7-06C5D5ED8A13}" type="presParOf" srcId="{0DD1D085-3352-4F21-B54A-C589C3FF1714}" destId="{0ABCD7FD-DB97-46FB-979B-009F85FFF7CA}" srcOrd="0" destOrd="0" presId="urn:microsoft.com/office/officeart/2005/8/layout/cycle4"/>
    <dgm:cxn modelId="{D3538EE2-9CC5-4ABE-BD95-6E3A2798C9E5}" type="presParOf" srcId="{0ABCD7FD-DB97-46FB-979B-009F85FFF7CA}" destId="{971DB006-B136-40E1-9F8F-4CAC82A98233}" srcOrd="0" destOrd="0" presId="urn:microsoft.com/office/officeart/2005/8/layout/cycle4"/>
    <dgm:cxn modelId="{850A5E41-1264-4ED6-857C-271621EF2FBB}" type="presParOf" srcId="{0DD1D085-3352-4F21-B54A-C589C3FF1714}" destId="{6EDE5A9E-FC36-4085-BFED-084B9D5F09AF}" srcOrd="1" destOrd="0" presId="urn:microsoft.com/office/officeart/2005/8/layout/cycle4"/>
    <dgm:cxn modelId="{8141C844-6C38-4CED-9A3C-E3E0E25E2C38}" type="presParOf" srcId="{6EDE5A9E-FC36-4085-BFED-084B9D5F09AF}" destId="{F13BEA2F-D448-4A19-9CFD-C25168266274}" srcOrd="0" destOrd="0" presId="urn:microsoft.com/office/officeart/2005/8/layout/cycle4"/>
    <dgm:cxn modelId="{188F6621-1988-48C8-90FE-4C6446FA5645}" type="presParOf" srcId="{6EDE5A9E-FC36-4085-BFED-084B9D5F09AF}" destId="{F2DA7243-B7B2-4772-A1EB-C3657D101D1C}" srcOrd="1" destOrd="0" presId="urn:microsoft.com/office/officeart/2005/8/layout/cycle4"/>
    <dgm:cxn modelId="{8721279A-F8AC-4E1F-B263-FD3208E152CF}" type="presParOf" srcId="{6EDE5A9E-FC36-4085-BFED-084B9D5F09AF}" destId="{BAD86FF0-8087-45CC-89E6-A96900047259}" srcOrd="2" destOrd="0" presId="urn:microsoft.com/office/officeart/2005/8/layout/cycle4"/>
    <dgm:cxn modelId="{692EB303-4F0A-40CB-BB69-3D081E9A29D6}" type="presParOf" srcId="{6EDE5A9E-FC36-4085-BFED-084B9D5F09AF}" destId="{2028C305-8E4F-41FF-8DFB-80D7F7618434}" srcOrd="3" destOrd="0" presId="urn:microsoft.com/office/officeart/2005/8/layout/cycle4"/>
    <dgm:cxn modelId="{D649A898-A795-4F35-9CF4-7BFF39A66666}" type="presParOf" srcId="{6EDE5A9E-FC36-4085-BFED-084B9D5F09AF}" destId="{F685D5A1-A206-43EF-9843-2A9AB5E33557}" srcOrd="4" destOrd="0" presId="urn:microsoft.com/office/officeart/2005/8/layout/cycle4"/>
    <dgm:cxn modelId="{1512B448-BBC9-40CC-A9E4-DDA6B95BB3C3}" type="presParOf" srcId="{0DD1D085-3352-4F21-B54A-C589C3FF1714}" destId="{8C08B622-0609-45C8-AB4C-E7B7B5257E74}" srcOrd="2" destOrd="0" presId="urn:microsoft.com/office/officeart/2005/8/layout/cycle4"/>
    <dgm:cxn modelId="{7BBD7097-1537-487D-A6E8-C4CC1EC7D415}" type="presParOf" srcId="{0DD1D085-3352-4F21-B54A-C589C3FF1714}" destId="{C3E71246-A1C9-42D4-90EE-3D20A1BFF15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5574ED7-5762-4377-A212-76FC85672E8F}" type="doc">
      <dgm:prSet loTypeId="urn:microsoft.com/office/officeart/2005/8/layout/cycle4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B477F1F-4800-47F4-A635-BC413A1590DE}">
      <dgm:prSet phldrT="[텍스트]" custT="1"/>
      <dgm:spPr/>
      <dgm:t>
        <a:bodyPr/>
        <a:lstStyle/>
        <a:p>
          <a:pPr latinLnBrk="1"/>
          <a:r>
            <a:rPr lang="ko-KR" altLang="en-US" sz="175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분리</a:t>
          </a:r>
          <a: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17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75090D6-9F06-44BC-9D1C-CB31CA222989}" type="parTrans" cxnId="{26CB155F-3F93-47D1-960C-58CCFC793493}">
      <dgm:prSet/>
      <dgm:spPr/>
      <dgm:t>
        <a:bodyPr/>
        <a:lstStyle/>
        <a:p>
          <a:pPr latinLnBrk="1"/>
          <a:endParaRPr lang="ko-KR" altLang="en-US" sz="17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AEDDBDF-40BE-4357-874A-1D3DC2162AAF}" type="sibTrans" cxnId="{26CB155F-3F93-47D1-960C-58CCFC793493}">
      <dgm:prSet/>
      <dgm:spPr/>
      <dgm:t>
        <a:bodyPr/>
        <a:lstStyle/>
        <a:p>
          <a:pPr latinLnBrk="1"/>
          <a:endParaRPr lang="ko-KR" altLang="en-US" sz="17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9CA0E8C-5FF0-478B-8DBD-566DA0DE7BA2}">
      <dgm:prSet custT="1"/>
      <dgm:spPr/>
      <dgm:t>
        <a:bodyPr/>
        <a:lstStyle/>
        <a:p>
          <a:pPr latinLnBrk="1"/>
          <a:r>
            <a:rPr lang="ko-KR" altLang="en-US" sz="175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부호화</a:t>
          </a:r>
          <a: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17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A157EC3-D601-4085-9543-F4C3BE71C1CD}" type="parTrans" cxnId="{F9972CDC-FEE5-4470-BFB9-BBC66032E6DA}">
      <dgm:prSet/>
      <dgm:spPr/>
      <dgm:t>
        <a:bodyPr/>
        <a:lstStyle/>
        <a:p>
          <a:pPr latinLnBrk="1"/>
          <a:endParaRPr lang="ko-KR" altLang="en-US" sz="17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EE10B07-75CF-4818-80E9-E6B2903195FC}" type="sibTrans" cxnId="{F9972CDC-FEE5-4470-BFB9-BBC66032E6DA}">
      <dgm:prSet/>
      <dgm:spPr/>
      <dgm:t>
        <a:bodyPr/>
        <a:lstStyle/>
        <a:p>
          <a:pPr latinLnBrk="1"/>
          <a:endParaRPr lang="ko-KR" altLang="en-US" sz="17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C4960B7-81C5-4246-9E42-BE7A121F39AF}">
      <dgm:prSet custT="1"/>
      <dgm:spPr/>
      <dgm:t>
        <a:bodyPr/>
        <a:lstStyle/>
        <a:p>
          <a:pPr latinLnBrk="1"/>
          <a:r>
            <a:rPr lang="ko-KR" altLang="en-US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분위기</a:t>
          </a:r>
          <a: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제어</a:t>
          </a:r>
          <a: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17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B4F1B64-928F-4AB6-A7C8-E90FFF0E3C8D}" type="parTrans" cxnId="{42947E87-BB95-4F8D-808E-4769775A9A08}">
      <dgm:prSet/>
      <dgm:spPr/>
      <dgm:t>
        <a:bodyPr/>
        <a:lstStyle/>
        <a:p>
          <a:pPr latinLnBrk="1"/>
          <a:endParaRPr lang="ko-KR" altLang="en-US" sz="17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38C477E-9C93-4826-ADBC-C6D328D20278}" type="sibTrans" cxnId="{42947E87-BB95-4F8D-808E-4769775A9A08}">
      <dgm:prSet/>
      <dgm:spPr/>
      <dgm:t>
        <a:bodyPr/>
        <a:lstStyle/>
        <a:p>
          <a:pPr latinLnBrk="1"/>
          <a:endParaRPr lang="ko-KR" altLang="en-US" sz="17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5FEFAD9-88BC-43B9-A902-F02B8CE5516F}">
      <dgm:prSet custT="1"/>
      <dgm:spPr/>
      <dgm:t>
        <a:bodyPr/>
        <a:lstStyle/>
        <a:p>
          <a:pPr latinLnBrk="1"/>
          <a:r>
            <a:rPr lang="ko-KR" altLang="en-US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저작도구 및 </a:t>
          </a:r>
          <a: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재생단말</a:t>
          </a:r>
          <a:endParaRPr lang="ko-KR" altLang="en-US" sz="175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1260C0B-FCA4-4720-8377-4101894A3979}" type="parTrans" cxnId="{E2312123-AA8B-4EF9-8487-F9E19129D9AD}">
      <dgm:prSet/>
      <dgm:spPr/>
      <dgm:t>
        <a:bodyPr/>
        <a:lstStyle/>
        <a:p>
          <a:pPr latinLnBrk="1"/>
          <a:endParaRPr lang="ko-KR" altLang="en-US" sz="17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3905F02-22C4-43E0-86DD-0F2F7086A27C}" type="sibTrans" cxnId="{E2312123-AA8B-4EF9-8487-F9E19129D9AD}">
      <dgm:prSet/>
      <dgm:spPr/>
      <dgm:t>
        <a:bodyPr/>
        <a:lstStyle/>
        <a:p>
          <a:pPr latinLnBrk="1"/>
          <a:endParaRPr lang="ko-KR" altLang="en-US" sz="17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6BD9FA7-B3A9-48F8-95EE-AD2A3C59F0B9}" type="pres">
      <dgm:prSet presAssocID="{95574ED7-5762-4377-A212-76FC85672E8F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E80604-AD52-4427-A907-077528E4D709}" type="pres">
      <dgm:prSet presAssocID="{95574ED7-5762-4377-A212-76FC85672E8F}" presName="children" presStyleCnt="0"/>
      <dgm:spPr/>
    </dgm:pt>
    <dgm:pt modelId="{8F3514EE-85D9-4367-9ADD-683F1084F851}" type="pres">
      <dgm:prSet presAssocID="{95574ED7-5762-4377-A212-76FC85672E8F}" presName="childPlaceholder" presStyleCnt="0"/>
      <dgm:spPr/>
    </dgm:pt>
    <dgm:pt modelId="{266BACBD-236E-4F54-B1ED-58B43FBD9578}" type="pres">
      <dgm:prSet presAssocID="{95574ED7-5762-4377-A212-76FC85672E8F}" presName="circle" presStyleCnt="0"/>
      <dgm:spPr/>
    </dgm:pt>
    <dgm:pt modelId="{386CDA35-8510-419A-85FA-CE3F58DC0361}" type="pres">
      <dgm:prSet presAssocID="{95574ED7-5762-4377-A212-76FC85672E8F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B69AAA3-83A1-4DE3-9A67-4A82FE6BE011}" type="pres">
      <dgm:prSet presAssocID="{95574ED7-5762-4377-A212-76FC85672E8F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3488865-C8FE-4A8B-AD8A-82024BA1B7DD}" type="pres">
      <dgm:prSet presAssocID="{95574ED7-5762-4377-A212-76FC85672E8F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0851B74-C26D-4A24-8792-3A3A769A62F8}" type="pres">
      <dgm:prSet presAssocID="{95574ED7-5762-4377-A212-76FC85672E8F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CE7A4B6-A21C-4009-A706-2527B949548C}" type="pres">
      <dgm:prSet presAssocID="{95574ED7-5762-4377-A212-76FC85672E8F}" presName="quadrantPlaceholder" presStyleCnt="0"/>
      <dgm:spPr/>
    </dgm:pt>
    <dgm:pt modelId="{7C61902A-D4A0-41A0-9972-32D2FC0358F6}" type="pres">
      <dgm:prSet presAssocID="{95574ED7-5762-4377-A212-76FC85672E8F}" presName="center1" presStyleLbl="fgShp" presStyleIdx="0" presStyleCnt="2"/>
      <dgm:spPr/>
    </dgm:pt>
    <dgm:pt modelId="{401D3185-AC94-44D0-9A78-B5914F594C5F}" type="pres">
      <dgm:prSet presAssocID="{95574ED7-5762-4377-A212-76FC85672E8F}" presName="center2" presStyleLbl="fgShp" presStyleIdx="1" presStyleCnt="2"/>
      <dgm:spPr/>
    </dgm:pt>
  </dgm:ptLst>
  <dgm:cxnLst>
    <dgm:cxn modelId="{66C73B40-9F13-43FE-A9D1-28ECBBA06237}" type="presOf" srcId="{39CA0E8C-5FF0-478B-8DBD-566DA0DE7BA2}" destId="{5B69AAA3-83A1-4DE3-9A67-4A82FE6BE011}" srcOrd="0" destOrd="0" presId="urn:microsoft.com/office/officeart/2005/8/layout/cycle4"/>
    <dgm:cxn modelId="{E2312123-AA8B-4EF9-8487-F9E19129D9AD}" srcId="{95574ED7-5762-4377-A212-76FC85672E8F}" destId="{D5FEFAD9-88BC-43B9-A902-F02B8CE5516F}" srcOrd="3" destOrd="0" parTransId="{51260C0B-FCA4-4720-8377-4101894A3979}" sibTransId="{B3905F02-22C4-43E0-86DD-0F2F7086A27C}"/>
    <dgm:cxn modelId="{C1976EAA-6904-4F16-B1AF-A2BF55C0FDA9}" type="presOf" srcId="{8C4960B7-81C5-4246-9E42-BE7A121F39AF}" destId="{83488865-C8FE-4A8B-AD8A-82024BA1B7DD}" srcOrd="0" destOrd="0" presId="urn:microsoft.com/office/officeart/2005/8/layout/cycle4"/>
    <dgm:cxn modelId="{42947E87-BB95-4F8D-808E-4769775A9A08}" srcId="{95574ED7-5762-4377-A212-76FC85672E8F}" destId="{8C4960B7-81C5-4246-9E42-BE7A121F39AF}" srcOrd="2" destOrd="0" parTransId="{1B4F1B64-928F-4AB6-A7C8-E90FFF0E3C8D}" sibTransId="{538C477E-9C93-4826-ADBC-C6D328D20278}"/>
    <dgm:cxn modelId="{F9972CDC-FEE5-4470-BFB9-BBC66032E6DA}" srcId="{95574ED7-5762-4377-A212-76FC85672E8F}" destId="{39CA0E8C-5FF0-478B-8DBD-566DA0DE7BA2}" srcOrd="1" destOrd="0" parTransId="{0A157EC3-D601-4085-9543-F4C3BE71C1CD}" sibTransId="{5EE10B07-75CF-4818-80E9-E6B2903195FC}"/>
    <dgm:cxn modelId="{A5A92198-3D82-47CD-95AD-D69EC69CDF2F}" type="presOf" srcId="{FB477F1F-4800-47F4-A635-BC413A1590DE}" destId="{386CDA35-8510-419A-85FA-CE3F58DC0361}" srcOrd="0" destOrd="0" presId="urn:microsoft.com/office/officeart/2005/8/layout/cycle4"/>
    <dgm:cxn modelId="{E02FDBE3-AD1B-4238-9DB0-C09A22C77125}" type="presOf" srcId="{95574ED7-5762-4377-A212-76FC85672E8F}" destId="{16BD9FA7-B3A9-48F8-95EE-AD2A3C59F0B9}" srcOrd="0" destOrd="0" presId="urn:microsoft.com/office/officeart/2005/8/layout/cycle4"/>
    <dgm:cxn modelId="{D44C47B9-7B3A-4B1F-B5D1-4C73A5C0BCF0}" type="presOf" srcId="{D5FEFAD9-88BC-43B9-A902-F02B8CE5516F}" destId="{20851B74-C26D-4A24-8792-3A3A769A62F8}" srcOrd="0" destOrd="0" presId="urn:microsoft.com/office/officeart/2005/8/layout/cycle4"/>
    <dgm:cxn modelId="{26CB155F-3F93-47D1-960C-58CCFC793493}" srcId="{95574ED7-5762-4377-A212-76FC85672E8F}" destId="{FB477F1F-4800-47F4-A635-BC413A1590DE}" srcOrd="0" destOrd="0" parTransId="{575090D6-9F06-44BC-9D1C-CB31CA222989}" sibTransId="{0AEDDBDF-40BE-4357-874A-1D3DC2162AAF}"/>
    <dgm:cxn modelId="{BA58D6ED-AEA0-4AC7-88FE-38E0284144FF}" type="presParOf" srcId="{16BD9FA7-B3A9-48F8-95EE-AD2A3C59F0B9}" destId="{48E80604-AD52-4427-A907-077528E4D709}" srcOrd="0" destOrd="0" presId="urn:microsoft.com/office/officeart/2005/8/layout/cycle4"/>
    <dgm:cxn modelId="{5D455EE3-1D57-44F3-B30C-766FD88383A7}" type="presParOf" srcId="{48E80604-AD52-4427-A907-077528E4D709}" destId="{8F3514EE-85D9-4367-9ADD-683F1084F851}" srcOrd="0" destOrd="0" presId="urn:microsoft.com/office/officeart/2005/8/layout/cycle4"/>
    <dgm:cxn modelId="{112F3F5C-8BF1-4B2D-895E-F78420640686}" type="presParOf" srcId="{16BD9FA7-B3A9-48F8-95EE-AD2A3C59F0B9}" destId="{266BACBD-236E-4F54-B1ED-58B43FBD9578}" srcOrd="1" destOrd="0" presId="urn:microsoft.com/office/officeart/2005/8/layout/cycle4"/>
    <dgm:cxn modelId="{F3D9CD1D-C889-47FD-A135-1C52DB1B2682}" type="presParOf" srcId="{266BACBD-236E-4F54-B1ED-58B43FBD9578}" destId="{386CDA35-8510-419A-85FA-CE3F58DC0361}" srcOrd="0" destOrd="0" presId="urn:microsoft.com/office/officeart/2005/8/layout/cycle4"/>
    <dgm:cxn modelId="{294DF39C-C678-4C07-A1CE-66CEE1FB880A}" type="presParOf" srcId="{266BACBD-236E-4F54-B1ED-58B43FBD9578}" destId="{5B69AAA3-83A1-4DE3-9A67-4A82FE6BE011}" srcOrd="1" destOrd="0" presId="urn:microsoft.com/office/officeart/2005/8/layout/cycle4"/>
    <dgm:cxn modelId="{2BCFCF10-07FE-460D-BB56-3C1E5A247961}" type="presParOf" srcId="{266BACBD-236E-4F54-B1ED-58B43FBD9578}" destId="{83488865-C8FE-4A8B-AD8A-82024BA1B7DD}" srcOrd="2" destOrd="0" presId="urn:microsoft.com/office/officeart/2005/8/layout/cycle4"/>
    <dgm:cxn modelId="{53E759C0-6A02-4DAF-8A63-65C7F6BC9421}" type="presParOf" srcId="{266BACBD-236E-4F54-B1ED-58B43FBD9578}" destId="{20851B74-C26D-4A24-8792-3A3A769A62F8}" srcOrd="3" destOrd="0" presId="urn:microsoft.com/office/officeart/2005/8/layout/cycle4"/>
    <dgm:cxn modelId="{5DC0F573-7DC9-49A6-A69A-86925B3E134A}" type="presParOf" srcId="{266BACBD-236E-4F54-B1ED-58B43FBD9578}" destId="{ECE7A4B6-A21C-4009-A706-2527B949548C}" srcOrd="4" destOrd="0" presId="urn:microsoft.com/office/officeart/2005/8/layout/cycle4"/>
    <dgm:cxn modelId="{7D6FDF80-56E2-4D09-B5F4-76000617F110}" type="presParOf" srcId="{16BD9FA7-B3A9-48F8-95EE-AD2A3C59F0B9}" destId="{7C61902A-D4A0-41A0-9972-32D2FC0358F6}" srcOrd="2" destOrd="0" presId="urn:microsoft.com/office/officeart/2005/8/layout/cycle4"/>
    <dgm:cxn modelId="{C1D698BD-3D95-46BF-B07C-E3B2B1E17FCE}" type="presParOf" srcId="{16BD9FA7-B3A9-48F8-95EE-AD2A3C59F0B9}" destId="{401D3185-AC94-44D0-9A78-B5914F594C5F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42C6F5F9-C381-49A8-8959-110906270376}" type="doc">
      <dgm:prSet loTypeId="urn:microsoft.com/office/officeart/2005/8/layout/hierarchy3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32DBE6B4-36AB-442C-802B-09FC47D7840B}">
      <dgm:prSet phldrT="[텍스트]" custT="1"/>
      <dgm:spPr/>
      <dgm:t>
        <a:bodyPr/>
        <a:lstStyle/>
        <a:p>
          <a:pPr latinLnBrk="1"/>
          <a:r>
            <a:rPr lang="ko-KR" altLang="en-US" sz="18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분리</a:t>
          </a:r>
          <a:endParaRPr lang="ko-KR" alt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8EE8707-B9DB-456B-86DF-EB726DCDC4F5}" type="parTrans" cxnId="{DCF7ED37-C97E-4EE8-B01C-96D73E32858F}">
      <dgm:prSet/>
      <dgm:spPr/>
      <dgm:t>
        <a:bodyPr/>
        <a:lstStyle/>
        <a:p>
          <a:pPr latinLnBrk="1"/>
          <a:endParaRPr lang="ko-KR" altLang="en-US"/>
        </a:p>
      </dgm:t>
    </dgm:pt>
    <dgm:pt modelId="{2FEE957F-F653-426A-871C-3B37AA88857E}" type="sibTrans" cxnId="{DCF7ED37-C97E-4EE8-B01C-96D73E32858F}">
      <dgm:prSet/>
      <dgm:spPr/>
      <dgm:t>
        <a:bodyPr/>
        <a:lstStyle/>
        <a:p>
          <a:pPr latinLnBrk="1"/>
          <a:endParaRPr lang="ko-KR" altLang="en-US"/>
        </a:p>
      </dgm:t>
    </dgm:pt>
    <dgm:pt modelId="{548C821B-B013-40DC-A707-496D0D7C4101}">
      <dgm:prSet phldrT="[텍스트]" custT="1"/>
      <dgm:spPr/>
      <dgm:t>
        <a:bodyPr anchor="ctr"/>
        <a:lstStyle/>
        <a:p>
          <a:pPr algn="l" latinLnBrk="1">
            <a:lnSpc>
              <a:spcPts val="1400"/>
            </a:lnSpc>
          </a:pP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중국 원음 노래방 시장 태동</a:t>
          </a:r>
          <a:endParaRPr lang="en-US" altLang="ko-KR" sz="1200" b="1" dirty="0" smtClean="0">
            <a:latin typeface="맑은 고딕" pitchFamily="50" charset="-127"/>
            <a:ea typeface="맑은 고딕" pitchFamily="50" charset="-127"/>
          </a:endParaRPr>
        </a:p>
        <a:p>
          <a:pPr marL="87313" indent="-87313" algn="l" latinLnBrk="1">
            <a:lnSpc>
              <a:spcPts val="1400"/>
            </a:lnSpc>
          </a:pP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작고한 아티스트의 보컬 활용에 대한 요구사항 발생</a:t>
          </a:r>
        </a:p>
      </dgm:t>
    </dgm:pt>
    <dgm:pt modelId="{56DD8314-D9EA-44B0-9EFE-E55477183694}" type="parTrans" cxnId="{0E6B73BE-C641-47FA-81FD-792588030E04}">
      <dgm:prSet/>
      <dgm:spPr/>
      <dgm:t>
        <a:bodyPr/>
        <a:lstStyle/>
        <a:p>
          <a:pPr latinLnBrk="1"/>
          <a:endParaRPr lang="ko-KR" altLang="en-US"/>
        </a:p>
      </dgm:t>
    </dgm:pt>
    <dgm:pt modelId="{DD17DB50-8D53-4A0E-91DF-519E7F8A8125}" type="sibTrans" cxnId="{0E6B73BE-C641-47FA-81FD-792588030E04}">
      <dgm:prSet/>
      <dgm:spPr/>
      <dgm:t>
        <a:bodyPr/>
        <a:lstStyle/>
        <a:p>
          <a:pPr latinLnBrk="1"/>
          <a:endParaRPr lang="ko-KR" altLang="en-US"/>
        </a:p>
      </dgm:t>
    </dgm:pt>
    <dgm:pt modelId="{E411C8AD-281C-422B-9D26-F2D8C142F317}">
      <dgm:prSet phldrT="[텍스트]" custT="1"/>
      <dgm:spPr/>
      <dgm:t>
        <a:bodyPr anchor="ctr"/>
        <a:lstStyle/>
        <a:p>
          <a:pPr marL="87313" indent="-87313" algn="l" latinLnBrk="0">
            <a:lnSpc>
              <a:spcPts val="1400"/>
            </a:lnSpc>
          </a:pP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• 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중국 노래방 시장분석에 기초한 </a:t>
          </a:r>
          <a:r>
            <a:rPr lang="ko-KR" altLang="en-US" sz="1200" b="1" dirty="0" err="1" smtClean="0">
              <a:latin typeface="맑은 고딕" pitchFamily="50" charset="-127"/>
              <a:ea typeface="맑은 고딕" pitchFamily="50" charset="-127"/>
            </a:rPr>
            <a:t>음원분리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 기술 최적화 검토</a:t>
          </a: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(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반주 </a:t>
          </a:r>
          <a:r>
            <a:rPr lang="ko-KR" altLang="en-US" sz="1200" b="1" dirty="0" err="1" smtClean="0">
              <a:latin typeface="맑은 고딕" pitchFamily="50" charset="-127"/>
              <a:ea typeface="맑은 고딕" pitchFamily="50" charset="-127"/>
            </a:rPr>
            <a:t>음원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 품질 극대화</a:t>
          </a: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)</a:t>
          </a:r>
        </a:p>
        <a:p>
          <a:pPr marL="87313" indent="-87313" algn="l" latinLnBrk="0">
            <a:lnSpc>
              <a:spcPts val="1400"/>
            </a:lnSpc>
          </a:pP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• 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보컬 </a:t>
          </a:r>
          <a:r>
            <a:rPr lang="ko-KR" altLang="en-US" sz="1200" b="1" dirty="0" err="1" smtClean="0">
              <a:latin typeface="맑은 고딕" pitchFamily="50" charset="-127"/>
              <a:ea typeface="맑은 고딕" pitchFamily="50" charset="-127"/>
            </a:rPr>
            <a:t>음원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 품질을 극대화하는 </a:t>
          </a:r>
          <a:r>
            <a:rPr lang="ko-KR" altLang="en-US" sz="1200" b="1" dirty="0" err="1" smtClean="0">
              <a:latin typeface="맑은 고딕" pitchFamily="50" charset="-127"/>
              <a:ea typeface="맑은 고딕" pitchFamily="50" charset="-127"/>
            </a:rPr>
            <a:t>음원분리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 기술 최적화 검토</a:t>
          </a:r>
          <a:endParaRPr lang="ko-KR" altLang="en-US" sz="1200" b="1" dirty="0">
            <a:latin typeface="맑은 고딕" pitchFamily="50" charset="-127"/>
            <a:ea typeface="맑은 고딕" pitchFamily="50" charset="-127"/>
          </a:endParaRPr>
        </a:p>
      </dgm:t>
    </dgm:pt>
    <dgm:pt modelId="{D6915DA3-D623-4761-8E58-529B2BF60CD2}" type="parTrans" cxnId="{7400EAFA-9172-4809-95D2-41FB772323DE}">
      <dgm:prSet/>
      <dgm:spPr/>
      <dgm:t>
        <a:bodyPr/>
        <a:lstStyle/>
        <a:p>
          <a:pPr latinLnBrk="1"/>
          <a:endParaRPr lang="ko-KR" altLang="en-US"/>
        </a:p>
      </dgm:t>
    </dgm:pt>
    <dgm:pt modelId="{9CF113BC-2DB6-4D77-8A15-556B661154C0}" type="sibTrans" cxnId="{7400EAFA-9172-4809-95D2-41FB772323DE}">
      <dgm:prSet/>
      <dgm:spPr/>
      <dgm:t>
        <a:bodyPr/>
        <a:lstStyle/>
        <a:p>
          <a:pPr latinLnBrk="1"/>
          <a:endParaRPr lang="ko-KR" altLang="en-US"/>
        </a:p>
      </dgm:t>
    </dgm:pt>
    <dgm:pt modelId="{4BF05080-29EC-41E3-AB4A-D1588B18D19D}">
      <dgm:prSet phldrT="[텍스트]" custT="1"/>
      <dgm:spPr/>
      <dgm:t>
        <a:bodyPr/>
        <a:lstStyle/>
        <a:p>
          <a:pPr latinLnBrk="1"/>
          <a:r>
            <a:rPr lang="ko-KR" altLang="en-US" sz="18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ko-KR" alt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부호화 기술</a:t>
          </a:r>
          <a:endParaRPr lang="ko-KR" alt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6D876F2-7A64-4DF6-9504-5AB7AF8C4B8B}" type="parTrans" cxnId="{A877AAD4-4916-477C-98D2-14B00B568F6C}">
      <dgm:prSet/>
      <dgm:spPr/>
      <dgm:t>
        <a:bodyPr/>
        <a:lstStyle/>
        <a:p>
          <a:pPr latinLnBrk="1"/>
          <a:endParaRPr lang="ko-KR" altLang="en-US"/>
        </a:p>
      </dgm:t>
    </dgm:pt>
    <dgm:pt modelId="{AD6A08CF-D6B3-4F6A-A027-A0FFF97A43A0}" type="sibTrans" cxnId="{A877AAD4-4916-477C-98D2-14B00B568F6C}">
      <dgm:prSet/>
      <dgm:spPr/>
      <dgm:t>
        <a:bodyPr/>
        <a:lstStyle/>
        <a:p>
          <a:pPr latinLnBrk="1"/>
          <a:endParaRPr lang="ko-KR" altLang="en-US"/>
        </a:p>
      </dgm:t>
    </dgm:pt>
    <dgm:pt modelId="{C5B7678B-65DA-4774-90F0-346C870D0E88}">
      <dgm:prSet phldrT="[텍스트]" custT="1"/>
      <dgm:spPr/>
      <dgm:t>
        <a:bodyPr anchor="ctr"/>
        <a:lstStyle/>
        <a:p>
          <a:pPr marL="87313" indent="-87313" algn="l">
            <a:lnSpc>
              <a:spcPts val="1400"/>
            </a:lnSpc>
          </a:pP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휴대용 노래방 기기용 </a:t>
          </a:r>
          <a:r>
            <a:rPr lang="ko-KR" altLang="en-US" sz="1200" b="1" dirty="0" err="1" smtClean="0">
              <a:latin typeface="맑은 고딕" pitchFamily="50" charset="-127"/>
              <a:ea typeface="맑은 고딕" pitchFamily="50" charset="-127"/>
            </a:rPr>
            <a:t>다객체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 </a:t>
          </a:r>
          <a:r>
            <a:rPr lang="ko-KR" altLang="en-US" sz="1200" b="1" dirty="0" err="1" smtClean="0">
              <a:latin typeface="맑은 고딕" pitchFamily="50" charset="-127"/>
              <a:ea typeface="맑은 고딕" pitchFamily="50" charset="-127"/>
            </a:rPr>
            <a:t>음원의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 압축에 대한 요구사항 발생</a:t>
          </a:r>
          <a:endParaRPr lang="ko-KR" altLang="en-US" sz="1200" b="1" dirty="0">
            <a:latin typeface="맑은 고딕" pitchFamily="50" charset="-127"/>
            <a:ea typeface="맑은 고딕" pitchFamily="50" charset="-127"/>
          </a:endParaRPr>
        </a:p>
      </dgm:t>
    </dgm:pt>
    <dgm:pt modelId="{2B8A4877-585D-4DD5-A3EE-105830717BC8}" type="parTrans" cxnId="{51FAE8FF-F3CE-4D9E-8B50-7CA42EABF78F}">
      <dgm:prSet/>
      <dgm:spPr/>
      <dgm:t>
        <a:bodyPr/>
        <a:lstStyle/>
        <a:p>
          <a:pPr latinLnBrk="1"/>
          <a:endParaRPr lang="ko-KR" altLang="en-US"/>
        </a:p>
      </dgm:t>
    </dgm:pt>
    <dgm:pt modelId="{0C3106CC-1A65-4BD4-BA81-6C017CCF2BD3}" type="sibTrans" cxnId="{51FAE8FF-F3CE-4D9E-8B50-7CA42EABF78F}">
      <dgm:prSet/>
      <dgm:spPr/>
      <dgm:t>
        <a:bodyPr/>
        <a:lstStyle/>
        <a:p>
          <a:pPr latinLnBrk="1"/>
          <a:endParaRPr lang="ko-KR" altLang="en-US"/>
        </a:p>
      </dgm:t>
    </dgm:pt>
    <dgm:pt modelId="{715D44A3-EBE4-4253-BE2E-083C2F190CA0}">
      <dgm:prSet phldrT="[텍스트]" custT="1"/>
      <dgm:spPr/>
      <dgm:t>
        <a:bodyPr anchor="ctr"/>
        <a:lstStyle/>
        <a:p>
          <a:pPr marL="87313" indent="-87313" algn="l">
            <a:lnSpc>
              <a:spcPts val="1400"/>
            </a:lnSpc>
          </a:pP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품질 측면에 대한 부호화 기술의 목표와 함께 복잡도에 대한 요구사항을 추가 반영</a:t>
          </a:r>
          <a:endParaRPr lang="ko-KR" altLang="en-US" sz="1200" b="1" dirty="0">
            <a:latin typeface="맑은 고딕" pitchFamily="50" charset="-127"/>
            <a:ea typeface="맑은 고딕" pitchFamily="50" charset="-127"/>
          </a:endParaRPr>
        </a:p>
      </dgm:t>
    </dgm:pt>
    <dgm:pt modelId="{B9497FE1-8F94-4142-BB21-CF4311E11448}" type="parTrans" cxnId="{D1B6E4AE-C0CD-49ED-9CCB-841B2B242ACC}">
      <dgm:prSet/>
      <dgm:spPr/>
      <dgm:t>
        <a:bodyPr/>
        <a:lstStyle/>
        <a:p>
          <a:pPr latinLnBrk="1"/>
          <a:endParaRPr lang="ko-KR" altLang="en-US"/>
        </a:p>
      </dgm:t>
    </dgm:pt>
    <dgm:pt modelId="{851E7B01-034E-4386-8827-49AEDA59709D}" type="sibTrans" cxnId="{D1B6E4AE-C0CD-49ED-9CCB-841B2B242ACC}">
      <dgm:prSet/>
      <dgm:spPr/>
      <dgm:t>
        <a:bodyPr/>
        <a:lstStyle/>
        <a:p>
          <a:pPr latinLnBrk="1"/>
          <a:endParaRPr lang="ko-KR" altLang="en-US"/>
        </a:p>
      </dgm:t>
    </dgm:pt>
    <dgm:pt modelId="{93524CEE-1A46-40D1-9AF8-A80F17CCD803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멀티트랙 음반 서비스</a:t>
          </a:r>
          <a: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en-US" altLang="ko-KR" sz="18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UCC</a:t>
          </a:r>
          <a: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ko-KR" alt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포함</a:t>
          </a:r>
          <a:r>
            <a:rPr lang="en-US" altLang="ko-K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672EA21-15AD-4DCC-AB18-7C2B9768A00A}" type="parTrans" cxnId="{5522261D-A713-43E2-BBA6-48079D7E190A}">
      <dgm:prSet/>
      <dgm:spPr/>
      <dgm:t>
        <a:bodyPr/>
        <a:lstStyle/>
        <a:p>
          <a:pPr latinLnBrk="1"/>
          <a:endParaRPr lang="ko-KR" altLang="en-US"/>
        </a:p>
      </dgm:t>
    </dgm:pt>
    <dgm:pt modelId="{DF8B5653-DFF5-426E-B1A4-E76FE1EAEDA2}" type="sibTrans" cxnId="{5522261D-A713-43E2-BBA6-48079D7E190A}">
      <dgm:prSet/>
      <dgm:spPr/>
      <dgm:t>
        <a:bodyPr/>
        <a:lstStyle/>
        <a:p>
          <a:pPr latinLnBrk="1"/>
          <a:endParaRPr lang="ko-KR" altLang="en-US"/>
        </a:p>
      </dgm:t>
    </dgm:pt>
    <dgm:pt modelId="{8BBAD772-5A13-4941-A2A8-09AF27801013}">
      <dgm:prSet phldrT="[텍스트]" custT="1"/>
      <dgm:spPr/>
      <dgm:t>
        <a:bodyPr anchor="ctr"/>
        <a:lstStyle/>
        <a:p>
          <a:pPr marL="87313" indent="-87313" algn="l" latinLnBrk="0">
            <a:lnSpc>
              <a:spcPts val="1400"/>
            </a:lnSpc>
          </a:pP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해외에서의 멀티트랙 음악 서비스 사업 활성화 </a:t>
          </a: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(</a:t>
          </a:r>
          <a:r>
            <a:rPr lang="en-US" altLang="en-US" sz="1200" b="1" dirty="0" err="1" smtClean="0">
              <a:latin typeface="맑은 고딕" pitchFamily="50" charset="-127"/>
              <a:ea typeface="맑은 고딕" pitchFamily="50" charset="-127"/>
            </a:rPr>
            <a:t>iKlax</a:t>
          </a:r>
          <a:r>
            <a:rPr lang="en-US" altLang="en-US" sz="1200" b="1" dirty="0" smtClean="0">
              <a:latin typeface="맑은 고딕" pitchFamily="50" charset="-127"/>
              <a:ea typeface="맑은 고딕" pitchFamily="50" charset="-127"/>
            </a:rPr>
            <a:t>, MXP4, 5Gum 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등</a:t>
          </a: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, 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프랑스 </a:t>
          </a: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)</a:t>
          </a:r>
          <a:endParaRPr lang="ko-KR" altLang="en-US" sz="1200" b="1" dirty="0">
            <a:latin typeface="맑은 고딕" pitchFamily="50" charset="-127"/>
            <a:ea typeface="맑은 고딕" pitchFamily="50" charset="-127"/>
          </a:endParaRPr>
        </a:p>
      </dgm:t>
    </dgm:pt>
    <dgm:pt modelId="{5AFB5935-E688-4D65-9361-7E3B889FB8A6}" type="parTrans" cxnId="{40C8C1A2-D376-4884-B291-D4819EC8E809}">
      <dgm:prSet/>
      <dgm:spPr/>
      <dgm:t>
        <a:bodyPr/>
        <a:lstStyle/>
        <a:p>
          <a:pPr latinLnBrk="1"/>
          <a:endParaRPr lang="ko-KR" altLang="en-US"/>
        </a:p>
      </dgm:t>
    </dgm:pt>
    <dgm:pt modelId="{4A2F69F2-9FF4-4AE2-82FE-780C85BF4129}" type="sibTrans" cxnId="{40C8C1A2-D376-4884-B291-D4819EC8E809}">
      <dgm:prSet/>
      <dgm:spPr/>
      <dgm:t>
        <a:bodyPr/>
        <a:lstStyle/>
        <a:p>
          <a:pPr latinLnBrk="1"/>
          <a:endParaRPr lang="ko-KR" altLang="en-US"/>
        </a:p>
      </dgm:t>
    </dgm:pt>
    <dgm:pt modelId="{59D81BAE-0794-4A51-BA04-C94F8274C269}">
      <dgm:prSet custT="1"/>
      <dgm:spPr/>
      <dgm:t>
        <a:bodyPr anchor="ctr"/>
        <a:lstStyle/>
        <a:p>
          <a:pPr marL="87313" indent="-87313" algn="l" latinLnBrk="0">
            <a:lnSpc>
              <a:spcPts val="1400"/>
            </a:lnSpc>
          </a:pP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다양한 상용 서비스 모델 개발로 차별화 추구 </a:t>
          </a:r>
          <a:r>
            <a:rPr lang="en-US" altLang="en-US" sz="1200" b="1" dirty="0" smtClean="0">
              <a:latin typeface="맑은 고딕" pitchFamily="50" charset="-127"/>
              <a:ea typeface="맑은 고딕" pitchFamily="50" charset="-127"/>
            </a:rPr>
            <a:t>(ex.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교육용</a:t>
          </a:r>
          <a:r>
            <a:rPr lang="en-US" altLang="en-US" sz="1200" b="1" dirty="0" smtClean="0">
              <a:latin typeface="맑은 고딕" pitchFamily="50" charset="-127"/>
              <a:ea typeface="맑은 고딕" pitchFamily="50" charset="-127"/>
            </a:rPr>
            <a:t>)</a:t>
          </a:r>
        </a:p>
        <a:p>
          <a:pPr marL="87313" indent="-87313" algn="l" latinLnBrk="0">
            <a:lnSpc>
              <a:spcPts val="1400"/>
            </a:lnSpc>
          </a:pP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en-US" altLang="en-US" sz="1200" b="1" dirty="0" err="1" smtClean="0">
              <a:latin typeface="맑은 고딕" pitchFamily="50" charset="-127"/>
              <a:ea typeface="맑은 고딕" pitchFamily="50" charset="-127"/>
            </a:rPr>
            <a:t>MIDEM</a:t>
          </a:r>
          <a:r>
            <a:rPr lang="en-US" altLang="en-US" sz="1200" b="1" dirty="0" smtClean="0">
              <a:latin typeface="맑은 고딕" pitchFamily="50" charset="-127"/>
              <a:ea typeface="맑은 고딕" pitchFamily="50" charset="-127"/>
            </a:rPr>
            <a:t> 2010 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전시회 참가를 통해 기술 홍보 및 국제 협력 기관 발굴 노력</a:t>
          </a:r>
          <a:endParaRPr lang="en-US" altLang="ko-KR" sz="1200" b="1" dirty="0" smtClean="0">
            <a:latin typeface="맑은 고딕" pitchFamily="50" charset="-127"/>
            <a:ea typeface="맑은 고딕" pitchFamily="50" charset="-127"/>
          </a:endParaRPr>
        </a:p>
        <a:p>
          <a:pPr marL="87313" indent="-87313" algn="l" latinLnBrk="0">
            <a:lnSpc>
              <a:spcPts val="1400"/>
            </a:lnSpc>
          </a:pPr>
          <a:r>
            <a:rPr lang="en-US" altLang="ko-KR" sz="1200" b="1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dirty="0" smtClean="0">
              <a:latin typeface="맑은 고딕" pitchFamily="50" charset="-127"/>
              <a:ea typeface="맑은 고딕" pitchFamily="50" charset="-127"/>
            </a:rPr>
            <a:t>해외 협력 강화</a:t>
          </a:r>
          <a:r>
            <a:rPr lang="en-US" altLang="ko-KR" sz="1200" b="1" baseline="30000" dirty="0" smtClean="0">
              <a:solidFill>
                <a:srgbClr val="1F006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rPr>
            <a:t>1</a:t>
          </a:r>
          <a:endParaRPr lang="ko-KR" altLang="en-US" sz="1200" b="1" dirty="0">
            <a:solidFill>
              <a:srgbClr val="1F006C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맑은 고딕" pitchFamily="50" charset="-127"/>
            <a:ea typeface="맑은 고딕" pitchFamily="50" charset="-127"/>
          </a:endParaRPr>
        </a:p>
      </dgm:t>
    </dgm:pt>
    <dgm:pt modelId="{74614505-4AEF-46ED-A20A-738371998960}" type="parTrans" cxnId="{B4E332BE-6346-46AC-A002-88E6A65C74B2}">
      <dgm:prSet/>
      <dgm:spPr/>
      <dgm:t>
        <a:bodyPr/>
        <a:lstStyle/>
        <a:p>
          <a:pPr latinLnBrk="1"/>
          <a:endParaRPr lang="ko-KR" altLang="en-US"/>
        </a:p>
      </dgm:t>
    </dgm:pt>
    <dgm:pt modelId="{C2CAA8F6-A4AD-4B43-9470-43F6994DD2A9}" type="sibTrans" cxnId="{B4E332BE-6346-46AC-A002-88E6A65C74B2}">
      <dgm:prSet/>
      <dgm:spPr/>
      <dgm:t>
        <a:bodyPr/>
        <a:lstStyle/>
        <a:p>
          <a:pPr latinLnBrk="1"/>
          <a:endParaRPr lang="ko-KR" altLang="en-US"/>
        </a:p>
      </dgm:t>
    </dgm:pt>
    <dgm:pt modelId="{E67C2BF3-5591-4583-AE67-D68D62880499}" type="pres">
      <dgm:prSet presAssocID="{42C6F5F9-C381-49A8-8959-11090627037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2728BA0-FFDF-4D76-AA50-CFC5A7611B4E}" type="pres">
      <dgm:prSet presAssocID="{32DBE6B4-36AB-442C-802B-09FC47D7840B}" presName="root" presStyleCnt="0"/>
      <dgm:spPr/>
    </dgm:pt>
    <dgm:pt modelId="{0631C31D-79D2-4512-A687-D492F775040D}" type="pres">
      <dgm:prSet presAssocID="{32DBE6B4-36AB-442C-802B-09FC47D7840B}" presName="rootComposite" presStyleCnt="0"/>
      <dgm:spPr/>
    </dgm:pt>
    <dgm:pt modelId="{C5F2CC16-CD5F-48D9-AA07-D1BDF5E839AC}" type="pres">
      <dgm:prSet presAssocID="{32DBE6B4-36AB-442C-802B-09FC47D7840B}" presName="rootText" presStyleLbl="node1" presStyleIdx="0" presStyleCnt="3" custScaleX="132548" custScaleY="68516" custLinFactNeighborY="-30498"/>
      <dgm:spPr/>
      <dgm:t>
        <a:bodyPr/>
        <a:lstStyle/>
        <a:p>
          <a:pPr latinLnBrk="1"/>
          <a:endParaRPr lang="ko-KR" altLang="en-US"/>
        </a:p>
      </dgm:t>
    </dgm:pt>
    <dgm:pt modelId="{B018DAF7-B67B-4005-95E9-0DAB7B1A7B73}" type="pres">
      <dgm:prSet presAssocID="{32DBE6B4-36AB-442C-802B-09FC47D7840B}" presName="rootConnector" presStyleLbl="node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AECC3DFC-B5DE-4004-A582-0DCC54C1257C}" type="pres">
      <dgm:prSet presAssocID="{32DBE6B4-36AB-442C-802B-09FC47D7840B}" presName="childShape" presStyleCnt="0"/>
      <dgm:spPr/>
    </dgm:pt>
    <dgm:pt modelId="{EFEB364A-9D48-4D34-8EA6-01C1E90709F4}" type="pres">
      <dgm:prSet presAssocID="{56DD8314-D9EA-44B0-9EFE-E55477183694}" presName="Name13" presStyleLbl="parChTrans1D2" presStyleIdx="0" presStyleCnt="6"/>
      <dgm:spPr/>
      <dgm:t>
        <a:bodyPr/>
        <a:lstStyle/>
        <a:p>
          <a:pPr latinLnBrk="1"/>
          <a:endParaRPr lang="ko-KR" altLang="en-US"/>
        </a:p>
      </dgm:t>
    </dgm:pt>
    <dgm:pt modelId="{80B781F7-1876-4303-AB07-6C6A5AFD7DE8}" type="pres">
      <dgm:prSet presAssocID="{548C821B-B013-40DC-A707-496D0D7C4101}" presName="childText" presStyleLbl="bgAcc1" presStyleIdx="0" presStyleCnt="6" custScaleX="159164" custScaleY="122245" custLinFactNeighborY="-2044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0C81B58-DAC0-452B-B6B7-219A30977D0D}" type="pres">
      <dgm:prSet presAssocID="{D6915DA3-D623-4761-8E58-529B2BF60CD2}" presName="Name13" presStyleLbl="parChTrans1D2" presStyleIdx="1" presStyleCnt="6"/>
      <dgm:spPr/>
      <dgm:t>
        <a:bodyPr/>
        <a:lstStyle/>
        <a:p>
          <a:pPr latinLnBrk="1"/>
          <a:endParaRPr lang="ko-KR" altLang="en-US"/>
        </a:p>
      </dgm:t>
    </dgm:pt>
    <dgm:pt modelId="{70682839-E811-461A-9217-7A7864588999}" type="pres">
      <dgm:prSet presAssocID="{E411C8AD-281C-422B-9D26-F2D8C142F317}" presName="childText" presStyleLbl="bgAcc1" presStyleIdx="1" presStyleCnt="6" custScaleX="159164" custScaleY="211154" custLinFactNeighborY="-1007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7A51363-B084-4A70-A770-8E72000F7376}" type="pres">
      <dgm:prSet presAssocID="{4BF05080-29EC-41E3-AB4A-D1588B18D19D}" presName="root" presStyleCnt="0"/>
      <dgm:spPr/>
    </dgm:pt>
    <dgm:pt modelId="{1A4603AB-F365-46EF-AE5C-EC92C785D1DE}" type="pres">
      <dgm:prSet presAssocID="{4BF05080-29EC-41E3-AB4A-D1588B18D19D}" presName="rootComposite" presStyleCnt="0"/>
      <dgm:spPr/>
    </dgm:pt>
    <dgm:pt modelId="{F0D1E07E-DE19-4817-A46D-07CA0E586F75}" type="pres">
      <dgm:prSet presAssocID="{4BF05080-29EC-41E3-AB4A-D1588B18D19D}" presName="rootText" presStyleLbl="node1" presStyleIdx="1" presStyleCnt="3" custScaleX="132548" custScaleY="68516" custLinFactNeighborY="-30498"/>
      <dgm:spPr/>
      <dgm:t>
        <a:bodyPr/>
        <a:lstStyle/>
        <a:p>
          <a:pPr latinLnBrk="1"/>
          <a:endParaRPr lang="ko-KR" altLang="en-US"/>
        </a:p>
      </dgm:t>
    </dgm:pt>
    <dgm:pt modelId="{9B05626A-2D64-48B4-8EFC-2B75A64AB749}" type="pres">
      <dgm:prSet presAssocID="{4BF05080-29EC-41E3-AB4A-D1588B18D19D}" presName="rootConnector" presStyleLbl="node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0CF49C62-E596-4FD6-A00B-9708925896C8}" type="pres">
      <dgm:prSet presAssocID="{4BF05080-29EC-41E3-AB4A-D1588B18D19D}" presName="childShape" presStyleCnt="0"/>
      <dgm:spPr/>
    </dgm:pt>
    <dgm:pt modelId="{E85EA7AE-FC43-48BF-86C4-A7F35D5AA9D6}" type="pres">
      <dgm:prSet presAssocID="{2B8A4877-585D-4DD5-A3EE-105830717BC8}" presName="Name13" presStyleLbl="parChTrans1D2" presStyleIdx="2" presStyleCnt="6"/>
      <dgm:spPr/>
      <dgm:t>
        <a:bodyPr/>
        <a:lstStyle/>
        <a:p>
          <a:pPr latinLnBrk="1"/>
          <a:endParaRPr lang="ko-KR" altLang="en-US"/>
        </a:p>
      </dgm:t>
    </dgm:pt>
    <dgm:pt modelId="{A0A2E90E-0B76-4DF0-9EB9-9F4B894CC2FD}" type="pres">
      <dgm:prSet presAssocID="{C5B7678B-65DA-4774-90F0-346C870D0E88}" presName="childText" presStyleLbl="bgAcc1" presStyleIdx="2" presStyleCnt="6" custScaleX="159164" custScaleY="122245" custLinFactNeighborY="-2044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64ADC94-743A-4CBA-8BDC-930978A77881}" type="pres">
      <dgm:prSet presAssocID="{B9497FE1-8F94-4142-BB21-CF4311E11448}" presName="Name13" presStyleLbl="parChTrans1D2" presStyleIdx="3" presStyleCnt="6"/>
      <dgm:spPr/>
      <dgm:t>
        <a:bodyPr/>
        <a:lstStyle/>
        <a:p>
          <a:pPr latinLnBrk="1"/>
          <a:endParaRPr lang="ko-KR" altLang="en-US"/>
        </a:p>
      </dgm:t>
    </dgm:pt>
    <dgm:pt modelId="{64795D76-58D4-40BA-B177-E76FE247D5EF}" type="pres">
      <dgm:prSet presAssocID="{715D44A3-EBE4-4253-BE2E-083C2F190CA0}" presName="childText" presStyleLbl="bgAcc1" presStyleIdx="3" presStyleCnt="6" custScaleX="159164" custScaleY="211154" custLinFactNeighborY="-1007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15DC69E-7A2E-4C15-841E-E46B7FA43703}" type="pres">
      <dgm:prSet presAssocID="{93524CEE-1A46-40D1-9AF8-A80F17CCD803}" presName="root" presStyleCnt="0"/>
      <dgm:spPr/>
    </dgm:pt>
    <dgm:pt modelId="{E55152D8-B2B9-4421-BC95-01BCAF53AC27}" type="pres">
      <dgm:prSet presAssocID="{93524CEE-1A46-40D1-9AF8-A80F17CCD803}" presName="rootComposite" presStyleCnt="0"/>
      <dgm:spPr/>
    </dgm:pt>
    <dgm:pt modelId="{8C8972DD-4433-4A1A-A2AA-998D18DBAE3B}" type="pres">
      <dgm:prSet presAssocID="{93524CEE-1A46-40D1-9AF8-A80F17CCD803}" presName="rootText" presStyleLbl="node1" presStyleIdx="2" presStyleCnt="3" custScaleX="144414" custScaleY="68516" custLinFactNeighborY="-30498"/>
      <dgm:spPr/>
      <dgm:t>
        <a:bodyPr/>
        <a:lstStyle/>
        <a:p>
          <a:pPr latinLnBrk="1"/>
          <a:endParaRPr lang="ko-KR" altLang="en-US"/>
        </a:p>
      </dgm:t>
    </dgm:pt>
    <dgm:pt modelId="{62776E30-6292-4A06-B7A4-8E8D6FBB99EE}" type="pres">
      <dgm:prSet presAssocID="{93524CEE-1A46-40D1-9AF8-A80F17CCD803}" presName="rootConnector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FE8A2D65-EA24-4963-BA98-30CA78C8213A}" type="pres">
      <dgm:prSet presAssocID="{93524CEE-1A46-40D1-9AF8-A80F17CCD803}" presName="childShape" presStyleCnt="0"/>
      <dgm:spPr/>
    </dgm:pt>
    <dgm:pt modelId="{B993CB64-BBEB-4333-829C-A611D16D613C}" type="pres">
      <dgm:prSet presAssocID="{5AFB5935-E688-4D65-9361-7E3B889FB8A6}" presName="Name13" presStyleLbl="parChTrans1D2" presStyleIdx="4" presStyleCnt="6"/>
      <dgm:spPr/>
      <dgm:t>
        <a:bodyPr/>
        <a:lstStyle/>
        <a:p>
          <a:pPr latinLnBrk="1"/>
          <a:endParaRPr lang="ko-KR" altLang="en-US"/>
        </a:p>
      </dgm:t>
    </dgm:pt>
    <dgm:pt modelId="{A2F7B3DC-EF7E-46BA-AF5E-7B8F1E6BE54A}" type="pres">
      <dgm:prSet presAssocID="{8BBAD772-5A13-4941-A2A8-09AF27801013}" presName="childText" presStyleLbl="bgAcc1" presStyleIdx="4" presStyleCnt="6" custScaleX="159164" custScaleY="122245" custLinFactNeighborY="-2044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90FA0FE-AADA-48C6-BB0D-D968C73D3030}" type="pres">
      <dgm:prSet presAssocID="{74614505-4AEF-46ED-A20A-738371998960}" presName="Name13" presStyleLbl="parChTrans1D2" presStyleIdx="5" presStyleCnt="6"/>
      <dgm:spPr/>
      <dgm:t>
        <a:bodyPr/>
        <a:lstStyle/>
        <a:p>
          <a:pPr latinLnBrk="1"/>
          <a:endParaRPr lang="ko-KR" altLang="en-US"/>
        </a:p>
      </dgm:t>
    </dgm:pt>
    <dgm:pt modelId="{02E8FD98-61A6-4852-A978-E612DED65580}" type="pres">
      <dgm:prSet presAssocID="{59D81BAE-0794-4A51-BA04-C94F8274C269}" presName="childText" presStyleLbl="bgAcc1" presStyleIdx="5" presStyleCnt="6" custScaleX="159164" custScaleY="211154" custLinFactNeighborY="-1007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40C8C1A2-D376-4884-B291-D4819EC8E809}" srcId="{93524CEE-1A46-40D1-9AF8-A80F17CCD803}" destId="{8BBAD772-5A13-4941-A2A8-09AF27801013}" srcOrd="0" destOrd="0" parTransId="{5AFB5935-E688-4D65-9361-7E3B889FB8A6}" sibTransId="{4A2F69F2-9FF4-4AE2-82FE-780C85BF4129}"/>
    <dgm:cxn modelId="{D1B6E4AE-C0CD-49ED-9CCB-841B2B242ACC}" srcId="{4BF05080-29EC-41E3-AB4A-D1588B18D19D}" destId="{715D44A3-EBE4-4253-BE2E-083C2F190CA0}" srcOrd="1" destOrd="0" parTransId="{B9497FE1-8F94-4142-BB21-CF4311E11448}" sibTransId="{851E7B01-034E-4386-8827-49AEDA59709D}"/>
    <dgm:cxn modelId="{896D4D2E-74C3-4179-BD4A-397A3F3B52FB}" type="presOf" srcId="{4BF05080-29EC-41E3-AB4A-D1588B18D19D}" destId="{F0D1E07E-DE19-4817-A46D-07CA0E586F75}" srcOrd="0" destOrd="0" presId="urn:microsoft.com/office/officeart/2005/8/layout/hierarchy3"/>
    <dgm:cxn modelId="{1C2DF3F0-00C7-409A-94F8-A4B10FD6BE80}" type="presOf" srcId="{2B8A4877-585D-4DD5-A3EE-105830717BC8}" destId="{E85EA7AE-FC43-48BF-86C4-A7F35D5AA9D6}" srcOrd="0" destOrd="0" presId="urn:microsoft.com/office/officeart/2005/8/layout/hierarchy3"/>
    <dgm:cxn modelId="{810A7C32-83C6-488A-ADAE-8CC6DC8F67D0}" type="presOf" srcId="{42C6F5F9-C381-49A8-8959-110906270376}" destId="{E67C2BF3-5591-4583-AE67-D68D62880499}" srcOrd="0" destOrd="0" presId="urn:microsoft.com/office/officeart/2005/8/layout/hierarchy3"/>
    <dgm:cxn modelId="{1FB24987-C1C3-46BC-B89B-F4D65DF078D6}" type="presOf" srcId="{C5B7678B-65DA-4774-90F0-346C870D0E88}" destId="{A0A2E90E-0B76-4DF0-9EB9-9F4B894CC2FD}" srcOrd="0" destOrd="0" presId="urn:microsoft.com/office/officeart/2005/8/layout/hierarchy3"/>
    <dgm:cxn modelId="{C669D8DB-1DAD-4D0D-B256-E902A7C53908}" type="presOf" srcId="{715D44A3-EBE4-4253-BE2E-083C2F190CA0}" destId="{64795D76-58D4-40BA-B177-E76FE247D5EF}" srcOrd="0" destOrd="0" presId="urn:microsoft.com/office/officeart/2005/8/layout/hierarchy3"/>
    <dgm:cxn modelId="{5522261D-A713-43E2-BBA6-48079D7E190A}" srcId="{42C6F5F9-C381-49A8-8959-110906270376}" destId="{93524CEE-1A46-40D1-9AF8-A80F17CCD803}" srcOrd="2" destOrd="0" parTransId="{5672EA21-15AD-4DCC-AB18-7C2B9768A00A}" sibTransId="{DF8B5653-DFF5-426E-B1A4-E76FE1EAEDA2}"/>
    <dgm:cxn modelId="{4695E8EC-56B4-4ED4-A171-52CFA076580E}" type="presOf" srcId="{93524CEE-1A46-40D1-9AF8-A80F17CCD803}" destId="{8C8972DD-4433-4A1A-A2AA-998D18DBAE3B}" srcOrd="0" destOrd="0" presId="urn:microsoft.com/office/officeart/2005/8/layout/hierarchy3"/>
    <dgm:cxn modelId="{DCF7ED37-C97E-4EE8-B01C-96D73E32858F}" srcId="{42C6F5F9-C381-49A8-8959-110906270376}" destId="{32DBE6B4-36AB-442C-802B-09FC47D7840B}" srcOrd="0" destOrd="0" parTransId="{D8EE8707-B9DB-456B-86DF-EB726DCDC4F5}" sibTransId="{2FEE957F-F653-426A-871C-3B37AA88857E}"/>
    <dgm:cxn modelId="{7400EAFA-9172-4809-95D2-41FB772323DE}" srcId="{32DBE6B4-36AB-442C-802B-09FC47D7840B}" destId="{E411C8AD-281C-422B-9D26-F2D8C142F317}" srcOrd="1" destOrd="0" parTransId="{D6915DA3-D623-4761-8E58-529B2BF60CD2}" sibTransId="{9CF113BC-2DB6-4D77-8A15-556B661154C0}"/>
    <dgm:cxn modelId="{BD855C51-BABF-4003-94A4-6058BAD0BCB7}" type="presOf" srcId="{5AFB5935-E688-4D65-9361-7E3B889FB8A6}" destId="{B993CB64-BBEB-4333-829C-A611D16D613C}" srcOrd="0" destOrd="0" presId="urn:microsoft.com/office/officeart/2005/8/layout/hierarchy3"/>
    <dgm:cxn modelId="{4CB4AD14-604D-4323-8396-86FAA81A6EC3}" type="presOf" srcId="{32DBE6B4-36AB-442C-802B-09FC47D7840B}" destId="{C5F2CC16-CD5F-48D9-AA07-D1BDF5E839AC}" srcOrd="0" destOrd="0" presId="urn:microsoft.com/office/officeart/2005/8/layout/hierarchy3"/>
    <dgm:cxn modelId="{6F939683-7684-4A54-B277-C84B20084951}" type="presOf" srcId="{548C821B-B013-40DC-A707-496D0D7C4101}" destId="{80B781F7-1876-4303-AB07-6C6A5AFD7DE8}" srcOrd="0" destOrd="0" presId="urn:microsoft.com/office/officeart/2005/8/layout/hierarchy3"/>
    <dgm:cxn modelId="{59D03D72-9D4E-4784-827C-101A9BAC0AD3}" type="presOf" srcId="{56DD8314-D9EA-44B0-9EFE-E55477183694}" destId="{EFEB364A-9D48-4D34-8EA6-01C1E90709F4}" srcOrd="0" destOrd="0" presId="urn:microsoft.com/office/officeart/2005/8/layout/hierarchy3"/>
    <dgm:cxn modelId="{A877AAD4-4916-477C-98D2-14B00B568F6C}" srcId="{42C6F5F9-C381-49A8-8959-110906270376}" destId="{4BF05080-29EC-41E3-AB4A-D1588B18D19D}" srcOrd="1" destOrd="0" parTransId="{06D876F2-7A64-4DF6-9504-5AB7AF8C4B8B}" sibTransId="{AD6A08CF-D6B3-4F6A-A027-A0FFF97A43A0}"/>
    <dgm:cxn modelId="{EB5555BC-20DD-4EBE-9E9B-826404CD616E}" type="presOf" srcId="{E411C8AD-281C-422B-9D26-F2D8C142F317}" destId="{70682839-E811-461A-9217-7A7864588999}" srcOrd="0" destOrd="0" presId="urn:microsoft.com/office/officeart/2005/8/layout/hierarchy3"/>
    <dgm:cxn modelId="{72A5A6F4-3B1E-4F1D-86C3-6F12DC39765A}" type="presOf" srcId="{32DBE6B4-36AB-442C-802B-09FC47D7840B}" destId="{B018DAF7-B67B-4005-95E9-0DAB7B1A7B73}" srcOrd="1" destOrd="0" presId="urn:microsoft.com/office/officeart/2005/8/layout/hierarchy3"/>
    <dgm:cxn modelId="{01E1BD9D-2734-42EC-AC80-D4E7C36110AE}" type="presOf" srcId="{59D81BAE-0794-4A51-BA04-C94F8274C269}" destId="{02E8FD98-61A6-4852-A978-E612DED65580}" srcOrd="0" destOrd="0" presId="urn:microsoft.com/office/officeart/2005/8/layout/hierarchy3"/>
    <dgm:cxn modelId="{494869A3-2549-42D8-8686-08F2DB5A7AF4}" type="presOf" srcId="{4BF05080-29EC-41E3-AB4A-D1588B18D19D}" destId="{9B05626A-2D64-48B4-8EFC-2B75A64AB749}" srcOrd="1" destOrd="0" presId="urn:microsoft.com/office/officeart/2005/8/layout/hierarchy3"/>
    <dgm:cxn modelId="{7AA8E708-8C5E-4E88-B529-8BC9FD2A3FA2}" type="presOf" srcId="{74614505-4AEF-46ED-A20A-738371998960}" destId="{390FA0FE-AADA-48C6-BB0D-D968C73D3030}" srcOrd="0" destOrd="0" presId="urn:microsoft.com/office/officeart/2005/8/layout/hierarchy3"/>
    <dgm:cxn modelId="{D5F7A7FC-AAC1-4BDD-9E33-C6FB115E0095}" type="presOf" srcId="{93524CEE-1A46-40D1-9AF8-A80F17CCD803}" destId="{62776E30-6292-4A06-B7A4-8E8D6FBB99EE}" srcOrd="1" destOrd="0" presId="urn:microsoft.com/office/officeart/2005/8/layout/hierarchy3"/>
    <dgm:cxn modelId="{0AD0D5D0-8605-4B48-9323-71B6422D88B1}" type="presOf" srcId="{8BBAD772-5A13-4941-A2A8-09AF27801013}" destId="{A2F7B3DC-EF7E-46BA-AF5E-7B8F1E6BE54A}" srcOrd="0" destOrd="0" presId="urn:microsoft.com/office/officeart/2005/8/layout/hierarchy3"/>
    <dgm:cxn modelId="{79A3F0D6-B7FB-45DC-8E76-62FBFF4F5365}" type="presOf" srcId="{D6915DA3-D623-4761-8E58-529B2BF60CD2}" destId="{90C81B58-DAC0-452B-B6B7-219A30977D0D}" srcOrd="0" destOrd="0" presId="urn:microsoft.com/office/officeart/2005/8/layout/hierarchy3"/>
    <dgm:cxn modelId="{EE57F31F-5241-4212-BFC2-BA0A99F364B4}" type="presOf" srcId="{B9497FE1-8F94-4142-BB21-CF4311E11448}" destId="{D64ADC94-743A-4CBA-8BDC-930978A77881}" srcOrd="0" destOrd="0" presId="urn:microsoft.com/office/officeart/2005/8/layout/hierarchy3"/>
    <dgm:cxn modelId="{0E6B73BE-C641-47FA-81FD-792588030E04}" srcId="{32DBE6B4-36AB-442C-802B-09FC47D7840B}" destId="{548C821B-B013-40DC-A707-496D0D7C4101}" srcOrd="0" destOrd="0" parTransId="{56DD8314-D9EA-44B0-9EFE-E55477183694}" sibTransId="{DD17DB50-8D53-4A0E-91DF-519E7F8A8125}"/>
    <dgm:cxn modelId="{B4E332BE-6346-46AC-A002-88E6A65C74B2}" srcId="{93524CEE-1A46-40D1-9AF8-A80F17CCD803}" destId="{59D81BAE-0794-4A51-BA04-C94F8274C269}" srcOrd="1" destOrd="0" parTransId="{74614505-4AEF-46ED-A20A-738371998960}" sibTransId="{C2CAA8F6-A4AD-4B43-9470-43F6994DD2A9}"/>
    <dgm:cxn modelId="{51FAE8FF-F3CE-4D9E-8B50-7CA42EABF78F}" srcId="{4BF05080-29EC-41E3-AB4A-D1588B18D19D}" destId="{C5B7678B-65DA-4774-90F0-346C870D0E88}" srcOrd="0" destOrd="0" parTransId="{2B8A4877-585D-4DD5-A3EE-105830717BC8}" sibTransId="{0C3106CC-1A65-4BD4-BA81-6C017CCF2BD3}"/>
    <dgm:cxn modelId="{64BE54E0-A7AC-49D1-ABC0-C6F77D45FB5F}" type="presParOf" srcId="{E67C2BF3-5591-4583-AE67-D68D62880499}" destId="{12728BA0-FFDF-4D76-AA50-CFC5A7611B4E}" srcOrd="0" destOrd="0" presId="urn:microsoft.com/office/officeart/2005/8/layout/hierarchy3"/>
    <dgm:cxn modelId="{646589DF-CAA0-404C-8625-EBBD36DC2650}" type="presParOf" srcId="{12728BA0-FFDF-4D76-AA50-CFC5A7611B4E}" destId="{0631C31D-79D2-4512-A687-D492F775040D}" srcOrd="0" destOrd="0" presId="urn:microsoft.com/office/officeart/2005/8/layout/hierarchy3"/>
    <dgm:cxn modelId="{5DAA9E78-5D89-46B2-B5A9-478BD41D91E2}" type="presParOf" srcId="{0631C31D-79D2-4512-A687-D492F775040D}" destId="{C5F2CC16-CD5F-48D9-AA07-D1BDF5E839AC}" srcOrd="0" destOrd="0" presId="urn:microsoft.com/office/officeart/2005/8/layout/hierarchy3"/>
    <dgm:cxn modelId="{2A1D25E2-60D3-429C-9D51-FB10143F6540}" type="presParOf" srcId="{0631C31D-79D2-4512-A687-D492F775040D}" destId="{B018DAF7-B67B-4005-95E9-0DAB7B1A7B73}" srcOrd="1" destOrd="0" presId="urn:microsoft.com/office/officeart/2005/8/layout/hierarchy3"/>
    <dgm:cxn modelId="{8B3BF114-88F7-4A34-8EE4-FF39AC4FA95B}" type="presParOf" srcId="{12728BA0-FFDF-4D76-AA50-CFC5A7611B4E}" destId="{AECC3DFC-B5DE-4004-A582-0DCC54C1257C}" srcOrd="1" destOrd="0" presId="urn:microsoft.com/office/officeart/2005/8/layout/hierarchy3"/>
    <dgm:cxn modelId="{24E2B58F-9545-4C1D-ADFE-EA51C358F302}" type="presParOf" srcId="{AECC3DFC-B5DE-4004-A582-0DCC54C1257C}" destId="{EFEB364A-9D48-4D34-8EA6-01C1E90709F4}" srcOrd="0" destOrd="0" presId="urn:microsoft.com/office/officeart/2005/8/layout/hierarchy3"/>
    <dgm:cxn modelId="{61F957DC-63D1-436D-9FBA-1FDF97D56F0A}" type="presParOf" srcId="{AECC3DFC-B5DE-4004-A582-0DCC54C1257C}" destId="{80B781F7-1876-4303-AB07-6C6A5AFD7DE8}" srcOrd="1" destOrd="0" presId="urn:microsoft.com/office/officeart/2005/8/layout/hierarchy3"/>
    <dgm:cxn modelId="{945FAF90-30B6-4B9D-BE31-0BF222FB9E1C}" type="presParOf" srcId="{AECC3DFC-B5DE-4004-A582-0DCC54C1257C}" destId="{90C81B58-DAC0-452B-B6B7-219A30977D0D}" srcOrd="2" destOrd="0" presId="urn:microsoft.com/office/officeart/2005/8/layout/hierarchy3"/>
    <dgm:cxn modelId="{9011F411-8B81-4646-90A0-3CDD2C262D1B}" type="presParOf" srcId="{AECC3DFC-B5DE-4004-A582-0DCC54C1257C}" destId="{70682839-E811-461A-9217-7A7864588999}" srcOrd="3" destOrd="0" presId="urn:microsoft.com/office/officeart/2005/8/layout/hierarchy3"/>
    <dgm:cxn modelId="{88568A5D-BF71-423D-A3CF-82002EB1FF41}" type="presParOf" srcId="{E67C2BF3-5591-4583-AE67-D68D62880499}" destId="{F7A51363-B084-4A70-A770-8E72000F7376}" srcOrd="1" destOrd="0" presId="urn:microsoft.com/office/officeart/2005/8/layout/hierarchy3"/>
    <dgm:cxn modelId="{BDBA17BF-1C65-441C-B5A3-610AB0CCE891}" type="presParOf" srcId="{F7A51363-B084-4A70-A770-8E72000F7376}" destId="{1A4603AB-F365-46EF-AE5C-EC92C785D1DE}" srcOrd="0" destOrd="0" presId="urn:microsoft.com/office/officeart/2005/8/layout/hierarchy3"/>
    <dgm:cxn modelId="{EACD3227-97DC-441E-825A-58935908143D}" type="presParOf" srcId="{1A4603AB-F365-46EF-AE5C-EC92C785D1DE}" destId="{F0D1E07E-DE19-4817-A46D-07CA0E586F75}" srcOrd="0" destOrd="0" presId="urn:microsoft.com/office/officeart/2005/8/layout/hierarchy3"/>
    <dgm:cxn modelId="{F2C7C4AC-D2FE-453C-817E-F1A4188FDCD0}" type="presParOf" srcId="{1A4603AB-F365-46EF-AE5C-EC92C785D1DE}" destId="{9B05626A-2D64-48B4-8EFC-2B75A64AB749}" srcOrd="1" destOrd="0" presId="urn:microsoft.com/office/officeart/2005/8/layout/hierarchy3"/>
    <dgm:cxn modelId="{E8918486-BEDE-404C-B65B-38F23C5E779B}" type="presParOf" srcId="{F7A51363-B084-4A70-A770-8E72000F7376}" destId="{0CF49C62-E596-4FD6-A00B-9708925896C8}" srcOrd="1" destOrd="0" presId="urn:microsoft.com/office/officeart/2005/8/layout/hierarchy3"/>
    <dgm:cxn modelId="{C5745360-D4A8-44E6-859D-88C732B17A01}" type="presParOf" srcId="{0CF49C62-E596-4FD6-A00B-9708925896C8}" destId="{E85EA7AE-FC43-48BF-86C4-A7F35D5AA9D6}" srcOrd="0" destOrd="0" presId="urn:microsoft.com/office/officeart/2005/8/layout/hierarchy3"/>
    <dgm:cxn modelId="{921B32C1-5585-4E3B-98AF-201A58D823FF}" type="presParOf" srcId="{0CF49C62-E596-4FD6-A00B-9708925896C8}" destId="{A0A2E90E-0B76-4DF0-9EB9-9F4B894CC2FD}" srcOrd="1" destOrd="0" presId="urn:microsoft.com/office/officeart/2005/8/layout/hierarchy3"/>
    <dgm:cxn modelId="{0D116594-A6B6-487B-A422-1CFA92B60BB9}" type="presParOf" srcId="{0CF49C62-E596-4FD6-A00B-9708925896C8}" destId="{D64ADC94-743A-4CBA-8BDC-930978A77881}" srcOrd="2" destOrd="0" presId="urn:microsoft.com/office/officeart/2005/8/layout/hierarchy3"/>
    <dgm:cxn modelId="{78B750EB-5B13-4A73-B8F7-5BA42D9F3B7D}" type="presParOf" srcId="{0CF49C62-E596-4FD6-A00B-9708925896C8}" destId="{64795D76-58D4-40BA-B177-E76FE247D5EF}" srcOrd="3" destOrd="0" presId="urn:microsoft.com/office/officeart/2005/8/layout/hierarchy3"/>
    <dgm:cxn modelId="{FC418F20-E091-4C66-A96F-4EFC0EB0F8DC}" type="presParOf" srcId="{E67C2BF3-5591-4583-AE67-D68D62880499}" destId="{B15DC69E-7A2E-4C15-841E-E46B7FA43703}" srcOrd="2" destOrd="0" presId="urn:microsoft.com/office/officeart/2005/8/layout/hierarchy3"/>
    <dgm:cxn modelId="{37E47A7D-411F-431A-9E99-99F718F0D3EC}" type="presParOf" srcId="{B15DC69E-7A2E-4C15-841E-E46B7FA43703}" destId="{E55152D8-B2B9-4421-BC95-01BCAF53AC27}" srcOrd="0" destOrd="0" presId="urn:microsoft.com/office/officeart/2005/8/layout/hierarchy3"/>
    <dgm:cxn modelId="{471EEE9D-B858-4D52-96DA-1E415497591C}" type="presParOf" srcId="{E55152D8-B2B9-4421-BC95-01BCAF53AC27}" destId="{8C8972DD-4433-4A1A-A2AA-998D18DBAE3B}" srcOrd="0" destOrd="0" presId="urn:microsoft.com/office/officeart/2005/8/layout/hierarchy3"/>
    <dgm:cxn modelId="{6A573CE4-47E7-4565-9963-E861C8B96AE1}" type="presParOf" srcId="{E55152D8-B2B9-4421-BC95-01BCAF53AC27}" destId="{62776E30-6292-4A06-B7A4-8E8D6FBB99EE}" srcOrd="1" destOrd="0" presId="urn:microsoft.com/office/officeart/2005/8/layout/hierarchy3"/>
    <dgm:cxn modelId="{96B1745D-FBF8-4F4B-B4F1-DD90B8B16F5C}" type="presParOf" srcId="{B15DC69E-7A2E-4C15-841E-E46B7FA43703}" destId="{FE8A2D65-EA24-4963-BA98-30CA78C8213A}" srcOrd="1" destOrd="0" presId="urn:microsoft.com/office/officeart/2005/8/layout/hierarchy3"/>
    <dgm:cxn modelId="{1719467B-2171-4496-8175-C21184B8B2EA}" type="presParOf" srcId="{FE8A2D65-EA24-4963-BA98-30CA78C8213A}" destId="{B993CB64-BBEB-4333-829C-A611D16D613C}" srcOrd="0" destOrd="0" presId="urn:microsoft.com/office/officeart/2005/8/layout/hierarchy3"/>
    <dgm:cxn modelId="{10E9DDC6-E6BF-41E1-9216-67790A4E2EDB}" type="presParOf" srcId="{FE8A2D65-EA24-4963-BA98-30CA78C8213A}" destId="{A2F7B3DC-EF7E-46BA-AF5E-7B8F1E6BE54A}" srcOrd="1" destOrd="0" presId="urn:microsoft.com/office/officeart/2005/8/layout/hierarchy3"/>
    <dgm:cxn modelId="{85C8E17B-A144-4EAD-B300-9328413E5767}" type="presParOf" srcId="{FE8A2D65-EA24-4963-BA98-30CA78C8213A}" destId="{390FA0FE-AADA-48C6-BB0D-D968C73D3030}" srcOrd="2" destOrd="0" presId="urn:microsoft.com/office/officeart/2005/8/layout/hierarchy3"/>
    <dgm:cxn modelId="{F11FCF75-B69C-4FE7-82CE-0D8DA0F23DE5}" type="presParOf" srcId="{FE8A2D65-EA24-4963-BA98-30CA78C8213A}" destId="{02E8FD98-61A6-4852-A978-E612DED6558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9AFCA01-1A9E-4B1C-85C6-2874DB800C01}">
      <dsp:nvSpPr>
        <dsp:cNvPr id="0" name=""/>
        <dsp:cNvSpPr/>
      </dsp:nvSpPr>
      <dsp:spPr>
        <a:xfrm>
          <a:off x="0" y="398300"/>
          <a:ext cx="44958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3C06742-8345-45BE-BFCE-2C4CA19913EB}">
      <dsp:nvSpPr>
        <dsp:cNvPr id="0" name=""/>
        <dsp:cNvSpPr/>
      </dsp:nvSpPr>
      <dsp:spPr>
        <a:xfrm>
          <a:off x="224790" y="58820"/>
          <a:ext cx="3147060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24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58820"/>
        <a:ext cx="3147060" cy="678960"/>
      </dsp:txXfrm>
    </dsp:sp>
    <dsp:sp modelId="{830C68AF-44B6-42BB-A397-B137DD0A7698}">
      <dsp:nvSpPr>
        <dsp:cNvPr id="0" name=""/>
        <dsp:cNvSpPr/>
      </dsp:nvSpPr>
      <dsp:spPr>
        <a:xfrm>
          <a:off x="0" y="1441580"/>
          <a:ext cx="44958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DC506E-807D-4FBD-9F9F-DD547A767F0C}">
      <dsp:nvSpPr>
        <dsp:cNvPr id="0" name=""/>
        <dsp:cNvSpPr/>
      </dsp:nvSpPr>
      <dsp:spPr>
        <a:xfrm>
          <a:off x="224790" y="1102100"/>
          <a:ext cx="3147060" cy="6789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달성도</a:t>
          </a:r>
          <a:endParaRPr lang="ko-KR" altLang="en-US" sz="24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1102100"/>
        <a:ext cx="3147060" cy="678960"/>
      </dsp:txXfrm>
    </dsp:sp>
    <dsp:sp modelId="{9370984A-7FED-4DF4-AE4F-062A2BC0C0A6}">
      <dsp:nvSpPr>
        <dsp:cNvPr id="0" name=""/>
        <dsp:cNvSpPr/>
      </dsp:nvSpPr>
      <dsp:spPr>
        <a:xfrm>
          <a:off x="0" y="2484860"/>
          <a:ext cx="44958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4DD1FBA-53A4-46AF-B168-F91B9D404B40}">
      <dsp:nvSpPr>
        <dsp:cNvPr id="0" name=""/>
        <dsp:cNvSpPr/>
      </dsp:nvSpPr>
      <dsp:spPr>
        <a:xfrm>
          <a:off x="224790" y="2145380"/>
          <a:ext cx="3147060" cy="6789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방법</a:t>
          </a:r>
          <a:endParaRPr lang="ko-KR" altLang="ko-KR" sz="24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2145380"/>
        <a:ext cx="3147060" cy="678960"/>
      </dsp:txXfrm>
    </dsp:sp>
    <dsp:sp modelId="{5839E5D4-29CA-4494-A11C-D2C19BBA1CF8}">
      <dsp:nvSpPr>
        <dsp:cNvPr id="0" name=""/>
        <dsp:cNvSpPr/>
      </dsp:nvSpPr>
      <dsp:spPr>
        <a:xfrm>
          <a:off x="0" y="3528140"/>
          <a:ext cx="44958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B7CE389-B5B1-402F-B989-E968BB7B4CD5}">
      <dsp:nvSpPr>
        <dsp:cNvPr id="0" name=""/>
        <dsp:cNvSpPr/>
      </dsp:nvSpPr>
      <dsp:spPr>
        <a:xfrm>
          <a:off x="224790" y="3188660"/>
          <a:ext cx="3147060" cy="678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IV.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결과물</a:t>
          </a:r>
          <a:endParaRPr lang="ko-KR" altLang="ko-KR" sz="24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3188660"/>
        <a:ext cx="3147060" cy="678960"/>
      </dsp:txXfrm>
    </dsp:sp>
    <dsp:sp modelId="{16D7B8BE-04DE-4F4A-87A5-C5AF4F4A017F}">
      <dsp:nvSpPr>
        <dsp:cNvPr id="0" name=""/>
        <dsp:cNvSpPr/>
      </dsp:nvSpPr>
      <dsp:spPr>
        <a:xfrm>
          <a:off x="0" y="4571420"/>
          <a:ext cx="44958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D7DFAA5-5575-4975-89A5-62338500865C}">
      <dsp:nvSpPr>
        <dsp:cNvPr id="0" name=""/>
        <dsp:cNvSpPr/>
      </dsp:nvSpPr>
      <dsp:spPr>
        <a:xfrm>
          <a:off x="224790" y="4231940"/>
          <a:ext cx="3147060" cy="67896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V.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차년도</a:t>
          </a: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연구계획</a:t>
          </a:r>
          <a:endParaRPr lang="ko-KR" altLang="ko-KR" sz="24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4231940"/>
        <a:ext cx="3147060" cy="67896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9AFCA01-1A9E-4B1C-85C6-2874DB800C01}">
      <dsp:nvSpPr>
        <dsp:cNvPr id="0" name=""/>
        <dsp:cNvSpPr/>
      </dsp:nvSpPr>
      <dsp:spPr>
        <a:xfrm>
          <a:off x="0" y="372960"/>
          <a:ext cx="4495800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8924" tIns="395732" rIns="348924" bIns="128016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18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및 내용</a:t>
          </a: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추진일정</a:t>
          </a:r>
        </a:p>
      </dsp:txBody>
      <dsp:txXfrm>
        <a:off x="0" y="372960"/>
        <a:ext cx="4495800" cy="1436400"/>
      </dsp:txXfrm>
    </dsp:sp>
    <dsp:sp modelId="{73C06742-8345-45BE-BFCE-2C4CA19913EB}">
      <dsp:nvSpPr>
        <dsp:cNvPr id="0" name=""/>
        <dsp:cNvSpPr/>
      </dsp:nvSpPr>
      <dsp:spPr>
        <a:xfrm>
          <a:off x="224790" y="92520"/>
          <a:ext cx="3147060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24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92520"/>
        <a:ext cx="3147060" cy="560880"/>
      </dsp:txXfrm>
    </dsp:sp>
    <dsp:sp modelId="{830C68AF-44B6-42BB-A397-B137DD0A7698}">
      <dsp:nvSpPr>
        <dsp:cNvPr id="0" name=""/>
        <dsp:cNvSpPr/>
      </dsp:nvSpPr>
      <dsp:spPr>
        <a:xfrm>
          <a:off x="0" y="2192400"/>
          <a:ext cx="44958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DC506E-807D-4FBD-9F9F-DD547A767F0C}">
      <dsp:nvSpPr>
        <dsp:cNvPr id="0" name=""/>
        <dsp:cNvSpPr/>
      </dsp:nvSpPr>
      <dsp:spPr>
        <a:xfrm>
          <a:off x="224790" y="1911960"/>
          <a:ext cx="3147060" cy="5608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달성도</a:t>
          </a:r>
          <a:endParaRPr lang="ko-KR" altLang="en-US" sz="24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1911960"/>
        <a:ext cx="3147060" cy="560880"/>
      </dsp:txXfrm>
    </dsp:sp>
    <dsp:sp modelId="{9370984A-7FED-4DF4-AE4F-062A2BC0C0A6}">
      <dsp:nvSpPr>
        <dsp:cNvPr id="0" name=""/>
        <dsp:cNvSpPr/>
      </dsp:nvSpPr>
      <dsp:spPr>
        <a:xfrm>
          <a:off x="0" y="3054240"/>
          <a:ext cx="44958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4DD1FBA-53A4-46AF-B168-F91B9D404B40}">
      <dsp:nvSpPr>
        <dsp:cNvPr id="0" name=""/>
        <dsp:cNvSpPr/>
      </dsp:nvSpPr>
      <dsp:spPr>
        <a:xfrm>
          <a:off x="224790" y="2773800"/>
          <a:ext cx="3147060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방법</a:t>
          </a:r>
          <a:endParaRPr lang="ko-KR" altLang="ko-KR" sz="24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2773800"/>
        <a:ext cx="3147060" cy="560880"/>
      </dsp:txXfrm>
    </dsp:sp>
    <dsp:sp modelId="{5839E5D4-29CA-4494-A11C-D2C19BBA1CF8}">
      <dsp:nvSpPr>
        <dsp:cNvPr id="0" name=""/>
        <dsp:cNvSpPr/>
      </dsp:nvSpPr>
      <dsp:spPr>
        <a:xfrm>
          <a:off x="0" y="3916079"/>
          <a:ext cx="44958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B7CE389-B5B1-402F-B989-E968BB7B4CD5}">
      <dsp:nvSpPr>
        <dsp:cNvPr id="0" name=""/>
        <dsp:cNvSpPr/>
      </dsp:nvSpPr>
      <dsp:spPr>
        <a:xfrm>
          <a:off x="224790" y="3635640"/>
          <a:ext cx="3147060" cy="560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IV.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결과물</a:t>
          </a:r>
          <a:endParaRPr lang="ko-KR" altLang="ko-KR" sz="24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3635640"/>
        <a:ext cx="3147060" cy="560880"/>
      </dsp:txXfrm>
    </dsp:sp>
    <dsp:sp modelId="{16D7B8BE-04DE-4F4A-87A5-C5AF4F4A017F}">
      <dsp:nvSpPr>
        <dsp:cNvPr id="0" name=""/>
        <dsp:cNvSpPr/>
      </dsp:nvSpPr>
      <dsp:spPr>
        <a:xfrm>
          <a:off x="0" y="4777919"/>
          <a:ext cx="44958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D7DFAA5-5575-4975-89A5-62338500865C}">
      <dsp:nvSpPr>
        <dsp:cNvPr id="0" name=""/>
        <dsp:cNvSpPr/>
      </dsp:nvSpPr>
      <dsp:spPr>
        <a:xfrm>
          <a:off x="224790" y="4497480"/>
          <a:ext cx="3147060" cy="56088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V.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차년도</a:t>
          </a: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연구계획</a:t>
          </a:r>
          <a:endParaRPr lang="ko-KR" altLang="ko-KR" sz="24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4497480"/>
        <a:ext cx="3147060" cy="56088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BFB165A-D328-4886-80FA-47D494638793}">
      <dsp:nvSpPr>
        <dsp:cNvPr id="0" name=""/>
        <dsp:cNvSpPr/>
      </dsp:nvSpPr>
      <dsp:spPr>
        <a:xfrm>
          <a:off x="5284927" y="0"/>
          <a:ext cx="3462217" cy="507206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chemeClr val="tx1"/>
              </a:solidFill>
              <a:latin typeface="+mn-ea"/>
              <a:ea typeface="+mn-ea"/>
            </a:rPr>
            <a:t>기술개발 및 </a:t>
          </a:r>
          <a:r>
            <a:rPr lang="en-US" altLang="ko-KR" sz="2000" kern="12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2000" kern="12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ko-KR" altLang="en-US" sz="2000" kern="1200" dirty="0" smtClean="0">
              <a:solidFill>
                <a:schemeClr val="tx1"/>
              </a:solidFill>
              <a:latin typeface="+mn-ea"/>
              <a:ea typeface="+mn-ea"/>
            </a:rPr>
            <a:t>성능목표</a:t>
          </a:r>
          <a:endParaRPr lang="en-US" altLang="ko-KR" sz="2000" kern="1200" dirty="0" smtClean="0">
            <a:solidFill>
              <a:schemeClr val="tx1"/>
            </a:solidFill>
            <a:latin typeface="+mn-ea"/>
            <a:ea typeface="+mn-ea"/>
          </a:endParaRPr>
        </a:p>
      </dsp:txBody>
      <dsp:txXfrm>
        <a:off x="5284927" y="0"/>
        <a:ext cx="3462217" cy="1521618"/>
      </dsp:txXfrm>
    </dsp:sp>
    <dsp:sp modelId="{3BAC737B-A52F-4507-A482-5C42BF19AC33}">
      <dsp:nvSpPr>
        <dsp:cNvPr id="0" name=""/>
        <dsp:cNvSpPr/>
      </dsp:nvSpPr>
      <dsp:spPr>
        <a:xfrm>
          <a:off x="1730828" y="0"/>
          <a:ext cx="3462217" cy="507206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chemeClr val="tx1"/>
              </a:solidFill>
              <a:latin typeface="+mn-ea"/>
              <a:ea typeface="+mn-ea"/>
            </a:rPr>
            <a:t>기술분야</a:t>
          </a:r>
          <a:endParaRPr lang="ko-KR" altLang="en-US" sz="2000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1730828" y="0"/>
        <a:ext cx="3462217" cy="1521618"/>
      </dsp:txXfrm>
    </dsp:sp>
    <dsp:sp modelId="{9DDA9B01-7D95-465D-AC07-9E8AD50007C6}">
      <dsp:nvSpPr>
        <dsp:cNvPr id="0" name=""/>
        <dsp:cNvSpPr/>
      </dsp:nvSpPr>
      <dsp:spPr>
        <a:xfrm>
          <a:off x="3185" y="0"/>
          <a:ext cx="1635761" cy="507206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chemeClr val="tx1"/>
              </a:solidFill>
              <a:latin typeface="+mn-ea"/>
              <a:ea typeface="+mn-ea"/>
            </a:rPr>
            <a:t>최종목표</a:t>
          </a:r>
          <a:endParaRPr lang="ko-KR" altLang="en-US" sz="2000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3185" y="0"/>
        <a:ext cx="1635761" cy="1521618"/>
      </dsp:txXfrm>
    </dsp:sp>
    <dsp:sp modelId="{2DC3AB1A-CDD8-4940-950F-16D7A7FD3ECC}">
      <dsp:nvSpPr>
        <dsp:cNvPr id="0" name=""/>
        <dsp:cNvSpPr/>
      </dsp:nvSpPr>
      <dsp:spPr>
        <a:xfrm>
          <a:off x="70493" y="1390450"/>
          <a:ext cx="1497086" cy="2448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>
              <a:solidFill>
                <a:schemeClr val="tx1"/>
              </a:solidFill>
              <a:latin typeface="+mn-ea"/>
              <a:ea typeface="+mn-ea"/>
            </a:rPr>
            <a:t>정형화된 음악 </a:t>
          </a:r>
          <a:r>
            <a:rPr lang="ko-KR" altLang="en-US" sz="1400" kern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400" kern="1200" dirty="0" smtClean="0">
              <a:solidFill>
                <a:schemeClr val="tx1"/>
              </a:solidFill>
              <a:latin typeface="+mn-ea"/>
              <a:ea typeface="+mn-ea"/>
            </a:rPr>
            <a:t> 서비스를 다양한 변형과 창조적 소비가 가능한 신개념 음악 </a:t>
          </a:r>
          <a:r>
            <a:rPr lang="ko-KR" altLang="en-US" sz="1400" kern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400" kern="1200" dirty="0" smtClean="0">
              <a:solidFill>
                <a:schemeClr val="tx1"/>
              </a:solidFill>
              <a:latin typeface="+mn-ea"/>
              <a:ea typeface="+mn-ea"/>
            </a:rPr>
            <a:t> 서비스로 발전시키기 위한 이용자 </a:t>
          </a:r>
          <a:r>
            <a:rPr lang="ko-KR" altLang="en-US" sz="1400" kern="1200" dirty="0" err="1" smtClean="0">
              <a:solidFill>
                <a:schemeClr val="tx1"/>
              </a:solidFill>
              <a:latin typeface="+mn-ea"/>
              <a:ea typeface="+mn-ea"/>
            </a:rPr>
            <a:t>창조형</a:t>
          </a:r>
          <a:r>
            <a:rPr lang="ko-KR" altLang="en-US" sz="1400" kern="1200" dirty="0" smtClean="0">
              <a:solidFill>
                <a:schemeClr val="tx1"/>
              </a:solidFill>
              <a:latin typeface="+mn-ea"/>
              <a:ea typeface="+mn-ea"/>
            </a:rPr>
            <a:t> 음악 </a:t>
          </a:r>
          <a:r>
            <a:rPr lang="ko-KR" altLang="en-US" sz="1400" kern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400" kern="1200" dirty="0" smtClean="0">
              <a:solidFill>
                <a:schemeClr val="tx1"/>
              </a:solidFill>
              <a:latin typeface="+mn-ea"/>
              <a:ea typeface="+mn-ea"/>
            </a:rPr>
            <a:t> 서비스 기술 개발</a:t>
          </a:r>
          <a:endParaRPr lang="ko-KR" altLang="en-US" sz="1400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70493" y="1390450"/>
        <a:ext cx="1497086" cy="2448125"/>
      </dsp:txXfrm>
    </dsp:sp>
    <dsp:sp modelId="{9609DC31-B2C0-4FCC-B999-F4003D58EE47}">
      <dsp:nvSpPr>
        <dsp:cNvPr id="0" name=""/>
        <dsp:cNvSpPr/>
      </dsp:nvSpPr>
      <dsp:spPr>
        <a:xfrm rot="17882753">
          <a:off x="1467918" y="2444420"/>
          <a:ext cx="376210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376210" y="4075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17882753">
        <a:off x="1646618" y="2439091"/>
        <a:ext cx="18810" cy="18810"/>
      </dsp:txXfrm>
    </dsp:sp>
    <dsp:sp modelId="{7162B31B-24EF-42AB-918A-0D370C67AB80}">
      <dsp:nvSpPr>
        <dsp:cNvPr id="0" name=""/>
        <dsp:cNvSpPr/>
      </dsp:nvSpPr>
      <dsp:spPr>
        <a:xfrm>
          <a:off x="1744466" y="1763270"/>
          <a:ext cx="1602998" cy="10384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이용자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창조형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음악 </a:t>
          </a:r>
          <a: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서비스를 위한</a:t>
          </a:r>
          <a: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음악 신호처리 기술 </a:t>
          </a:r>
          <a: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연구</a:t>
          </a:r>
          <a:endParaRPr lang="ko-KR" altLang="en-US" sz="1200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1744466" y="1763270"/>
        <a:ext cx="1602998" cy="1038420"/>
      </dsp:txXfrm>
    </dsp:sp>
    <dsp:sp modelId="{A7D3060F-4721-4A8D-81DC-069EB1F931FF}">
      <dsp:nvSpPr>
        <dsp:cNvPr id="0" name=""/>
        <dsp:cNvSpPr/>
      </dsp:nvSpPr>
      <dsp:spPr>
        <a:xfrm rot="17101228">
          <a:off x="3026895" y="1860475"/>
          <a:ext cx="865426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865426" y="4075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17101228">
        <a:off x="3437973" y="1842916"/>
        <a:ext cx="43271" cy="43271"/>
      </dsp:txXfrm>
    </dsp:sp>
    <dsp:sp modelId="{719F875B-A438-4C53-A271-76C665B52D35}">
      <dsp:nvSpPr>
        <dsp:cNvPr id="0" name=""/>
        <dsp:cNvSpPr/>
      </dsp:nvSpPr>
      <dsp:spPr>
        <a:xfrm>
          <a:off x="3571752" y="1115850"/>
          <a:ext cx="1550855" cy="661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기존의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활용을 위한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분리 기술</a:t>
          </a:r>
        </a:p>
      </dsp:txBody>
      <dsp:txXfrm>
        <a:off x="3571752" y="1115850"/>
        <a:ext cx="1550855" cy="661545"/>
      </dsp:txXfrm>
    </dsp:sp>
    <dsp:sp modelId="{E5D0D3D3-AC00-49E8-99D3-28D532FEC364}">
      <dsp:nvSpPr>
        <dsp:cNvPr id="0" name=""/>
        <dsp:cNvSpPr/>
      </dsp:nvSpPr>
      <dsp:spPr>
        <a:xfrm>
          <a:off x="5122608" y="1442546"/>
          <a:ext cx="219018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219018" y="40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>
        <a:off x="5226642" y="1441147"/>
        <a:ext cx="10950" cy="10950"/>
      </dsp:txXfrm>
    </dsp:sp>
    <dsp:sp modelId="{B2BCA23B-DBA7-4A2C-8880-5A87F23265CF}">
      <dsp:nvSpPr>
        <dsp:cNvPr id="0" name=""/>
        <dsp:cNvSpPr/>
      </dsp:nvSpPr>
      <dsp:spPr>
        <a:xfrm>
          <a:off x="5341626" y="1154784"/>
          <a:ext cx="1619050" cy="583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일반 음악 신호</a:t>
          </a:r>
          <a:r>
            <a:rPr lang="en-US" altLang="ko-KR" sz="1100" b="1" kern="1200" baseline="30000" dirty="0" smtClean="0">
              <a:solidFill>
                <a:schemeClr val="tx1"/>
              </a:solidFill>
              <a:latin typeface="+mn-ea"/>
              <a:ea typeface="+mn-ea"/>
            </a:rPr>
            <a:t>1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에서 주요 객체 음원</a:t>
          </a:r>
          <a:r>
            <a:rPr lang="en-US" altLang="ko-KR" sz="1100" b="1" kern="1200" baseline="30000" dirty="0" smtClean="0">
              <a:solidFill>
                <a:schemeClr val="tx1"/>
              </a:solidFill>
              <a:latin typeface="+mn-ea"/>
              <a:ea typeface="+mn-ea"/>
            </a:rPr>
            <a:t>2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을 추출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제거하는 기술</a:t>
          </a:r>
        </a:p>
      </dsp:txBody>
      <dsp:txXfrm>
        <a:off x="5341626" y="1154784"/>
        <a:ext cx="1619050" cy="583675"/>
      </dsp:txXfrm>
    </dsp:sp>
    <dsp:sp modelId="{4A8C535C-86A2-4663-84E3-8D37B40DDCA9}">
      <dsp:nvSpPr>
        <dsp:cNvPr id="0" name=""/>
        <dsp:cNvSpPr/>
      </dsp:nvSpPr>
      <dsp:spPr>
        <a:xfrm>
          <a:off x="6960677" y="1442546"/>
          <a:ext cx="206251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206251" y="40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>
        <a:off x="7058646" y="1441466"/>
        <a:ext cx="10312" cy="10312"/>
      </dsp:txXfrm>
    </dsp:sp>
    <dsp:sp modelId="{21DE9026-F63F-4FE7-BC06-A1642A665573}">
      <dsp:nvSpPr>
        <dsp:cNvPr id="0" name=""/>
        <dsp:cNvSpPr/>
      </dsp:nvSpPr>
      <dsp:spPr>
        <a:xfrm>
          <a:off x="7166928" y="1172421"/>
          <a:ext cx="1523599" cy="5484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SIR</a:t>
          </a:r>
          <a:r>
            <a:rPr lang="en-US" altLang="ko-KR" sz="1100" b="1" kern="1200" baseline="30000" dirty="0" smtClean="0">
              <a:solidFill>
                <a:schemeClr val="tx1"/>
              </a:solidFill>
              <a:latin typeface="+mn-ea"/>
              <a:ea typeface="+mn-ea"/>
            </a:rPr>
            <a:t>4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 10dB 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이상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MOS</a:t>
          </a:r>
          <a:r>
            <a:rPr lang="en-US" altLang="ko-KR" sz="1100" b="1" kern="1200" baseline="30000" dirty="0" smtClean="0">
              <a:solidFill>
                <a:schemeClr val="tx1"/>
              </a:solidFill>
              <a:latin typeface="+mn-ea"/>
              <a:ea typeface="+mn-ea"/>
            </a:rPr>
            <a:t>5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 3.5 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이상</a:t>
          </a:r>
        </a:p>
      </dsp:txBody>
      <dsp:txXfrm>
        <a:off x="7166928" y="1172421"/>
        <a:ext cx="1523599" cy="548402"/>
      </dsp:txXfrm>
    </dsp:sp>
    <dsp:sp modelId="{1CA95A27-CE8C-4581-A023-35724A6F9B81}">
      <dsp:nvSpPr>
        <dsp:cNvPr id="0" name=""/>
        <dsp:cNvSpPr/>
      </dsp:nvSpPr>
      <dsp:spPr>
        <a:xfrm rot="1261887">
          <a:off x="3339461" y="2321523"/>
          <a:ext cx="240295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240295" y="4075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1261887">
        <a:off x="3453601" y="2319591"/>
        <a:ext cx="12014" cy="12014"/>
      </dsp:txXfrm>
    </dsp:sp>
    <dsp:sp modelId="{CC112999-FFE3-416C-A42E-FD5DC88AA9F8}">
      <dsp:nvSpPr>
        <dsp:cNvPr id="0" name=""/>
        <dsp:cNvSpPr/>
      </dsp:nvSpPr>
      <dsp:spPr>
        <a:xfrm>
          <a:off x="3571752" y="2062780"/>
          <a:ext cx="1550855" cy="6118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고품질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다객체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오디오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부복호화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기술</a:t>
          </a:r>
          <a:endParaRPr lang="en-US" altLang="ko-KR" sz="1200" kern="1200" dirty="0" smtClean="0">
            <a:solidFill>
              <a:schemeClr val="tx1"/>
            </a:solidFill>
            <a:latin typeface="+mn-ea"/>
            <a:ea typeface="+mn-ea"/>
          </a:endParaRPr>
        </a:p>
      </dsp:txBody>
      <dsp:txXfrm>
        <a:off x="3571752" y="2062780"/>
        <a:ext cx="1550855" cy="611874"/>
      </dsp:txXfrm>
    </dsp:sp>
    <dsp:sp modelId="{17469F7F-0376-487D-B885-EA9E499EC02A}">
      <dsp:nvSpPr>
        <dsp:cNvPr id="0" name=""/>
        <dsp:cNvSpPr/>
      </dsp:nvSpPr>
      <dsp:spPr>
        <a:xfrm rot="18443468">
          <a:off x="5051782" y="2221364"/>
          <a:ext cx="360670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360670" y="40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18443468">
        <a:off x="5223100" y="2216423"/>
        <a:ext cx="18033" cy="18033"/>
      </dsp:txXfrm>
    </dsp:sp>
    <dsp:sp modelId="{AACC9F14-2C73-4291-AB44-7A62C6FDFDC3}">
      <dsp:nvSpPr>
        <dsp:cNvPr id="0" name=""/>
        <dsp:cNvSpPr/>
      </dsp:nvSpPr>
      <dsp:spPr>
        <a:xfrm>
          <a:off x="5341626" y="1897971"/>
          <a:ext cx="1619050" cy="3683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 특징 기반 스테레오 오디오 부호화 기술</a:t>
          </a:r>
          <a:endParaRPr lang="en-US" altLang="ko-KR" sz="1100" kern="1200" dirty="0" smtClean="0">
            <a:solidFill>
              <a:schemeClr val="tx1"/>
            </a:solidFill>
            <a:latin typeface="+mn-ea"/>
            <a:ea typeface="+mn-ea"/>
          </a:endParaRPr>
        </a:p>
      </dsp:txBody>
      <dsp:txXfrm>
        <a:off x="5341626" y="1897971"/>
        <a:ext cx="1619050" cy="368380"/>
      </dsp:txXfrm>
    </dsp:sp>
    <dsp:sp modelId="{CA94D520-4D43-4713-AFD1-6BF52DA96CD1}">
      <dsp:nvSpPr>
        <dsp:cNvPr id="0" name=""/>
        <dsp:cNvSpPr/>
      </dsp:nvSpPr>
      <dsp:spPr>
        <a:xfrm rot="21446726">
          <a:off x="6960574" y="2073485"/>
          <a:ext cx="206456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206456" y="40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21446726">
        <a:off x="7058641" y="2072399"/>
        <a:ext cx="10322" cy="10322"/>
      </dsp:txXfrm>
    </dsp:sp>
    <dsp:sp modelId="{77131064-63FB-4907-8DF6-3AC08E5C8DDF}">
      <dsp:nvSpPr>
        <dsp:cNvPr id="0" name=""/>
        <dsp:cNvSpPr/>
      </dsp:nvSpPr>
      <dsp:spPr>
        <a:xfrm>
          <a:off x="7166928" y="1958108"/>
          <a:ext cx="1523599" cy="2297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MOS 4.0 @ 48kbps </a:t>
          </a:r>
        </a:p>
      </dsp:txBody>
      <dsp:txXfrm>
        <a:off x="7166928" y="1958108"/>
        <a:ext cx="1523599" cy="229704"/>
      </dsp:txXfrm>
    </dsp:sp>
    <dsp:sp modelId="{05174500-DC38-4E1D-9CD1-5A5D761596E2}">
      <dsp:nvSpPr>
        <dsp:cNvPr id="0" name=""/>
        <dsp:cNvSpPr/>
      </dsp:nvSpPr>
      <dsp:spPr>
        <a:xfrm rot="3030724">
          <a:off x="5059910" y="2497544"/>
          <a:ext cx="344413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344413" y="40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3030724">
        <a:off x="5223507" y="2493009"/>
        <a:ext cx="17220" cy="17220"/>
      </dsp:txXfrm>
    </dsp:sp>
    <dsp:sp modelId="{E53F0D41-E9A8-4CDE-86C5-E4FFF4147E71}">
      <dsp:nvSpPr>
        <dsp:cNvPr id="0" name=""/>
        <dsp:cNvSpPr/>
      </dsp:nvSpPr>
      <dsp:spPr>
        <a:xfrm>
          <a:off x="5341626" y="2447193"/>
          <a:ext cx="1619050" cy="3746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err="1" smtClean="0">
              <a:solidFill>
                <a:schemeClr val="tx1"/>
              </a:solidFill>
              <a:latin typeface="+mn-ea"/>
              <a:ea typeface="+mn-ea"/>
            </a:rPr>
            <a:t>파라미터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 기반 </a:t>
          </a:r>
          <a:r>
            <a:rPr lang="ko-KR" altLang="en-US" sz="1100" kern="1200" dirty="0" err="1" smtClean="0">
              <a:solidFill>
                <a:schemeClr val="tx1"/>
              </a:solidFill>
              <a:latin typeface="+mn-ea"/>
              <a:ea typeface="+mn-ea"/>
            </a:rPr>
            <a:t>다객체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 오디오 부호화 기술</a:t>
          </a:r>
          <a:r>
            <a:rPr lang="en-US" altLang="ko-KR" sz="1100" b="1" kern="1200" baseline="30000" dirty="0" smtClean="0">
              <a:solidFill>
                <a:schemeClr val="tx1"/>
              </a:solidFill>
              <a:latin typeface="+mn-ea"/>
              <a:ea typeface="+mn-ea"/>
            </a:rPr>
            <a:t>3</a:t>
          </a:r>
          <a:endParaRPr lang="en-US" altLang="ko-KR" sz="1100" b="1" kern="1200" dirty="0" smtClean="0">
            <a:solidFill>
              <a:schemeClr val="tx1"/>
            </a:solidFill>
            <a:latin typeface="+mn-ea"/>
            <a:ea typeface="+mn-ea"/>
          </a:endParaRPr>
        </a:p>
      </dsp:txBody>
      <dsp:txXfrm>
        <a:off x="5341626" y="2447193"/>
        <a:ext cx="1619050" cy="374656"/>
      </dsp:txXfrm>
    </dsp:sp>
    <dsp:sp modelId="{590E6B90-8F55-456A-9634-18C4DB66C063}">
      <dsp:nvSpPr>
        <dsp:cNvPr id="0" name=""/>
        <dsp:cNvSpPr/>
      </dsp:nvSpPr>
      <dsp:spPr>
        <a:xfrm>
          <a:off x="6960677" y="2630446"/>
          <a:ext cx="206251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206251" y="40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>
        <a:off x="7058646" y="2629365"/>
        <a:ext cx="10312" cy="10312"/>
      </dsp:txXfrm>
    </dsp:sp>
    <dsp:sp modelId="{3C1E2BB4-7318-4012-97E8-1307F6491F65}">
      <dsp:nvSpPr>
        <dsp:cNvPr id="0" name=""/>
        <dsp:cNvSpPr/>
      </dsp:nvSpPr>
      <dsp:spPr>
        <a:xfrm>
          <a:off x="7166928" y="2447193"/>
          <a:ext cx="1523599" cy="3746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5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개 객체에 대해 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MOS 4.0 @ 40kbps</a:t>
          </a:r>
          <a:r>
            <a:rPr lang="en-US" altLang="ko-KR" sz="1100" b="1" kern="1200" baseline="30000" dirty="0" smtClean="0">
              <a:solidFill>
                <a:schemeClr val="tx1"/>
              </a:solidFill>
              <a:latin typeface="+mn-ea"/>
              <a:ea typeface="+mn-ea"/>
            </a:rPr>
            <a:t>6</a:t>
          </a:r>
          <a:endParaRPr lang="en-US" altLang="ko-KR" sz="1100" b="1" kern="1200" dirty="0" smtClean="0">
            <a:solidFill>
              <a:schemeClr val="tx1"/>
            </a:solidFill>
            <a:latin typeface="+mn-ea"/>
            <a:ea typeface="+mn-ea"/>
          </a:endParaRPr>
        </a:p>
      </dsp:txBody>
      <dsp:txXfrm>
        <a:off x="7166928" y="2447193"/>
        <a:ext cx="1523599" cy="374656"/>
      </dsp:txXfrm>
    </dsp:sp>
    <dsp:sp modelId="{BB266D36-8B58-4B37-85CD-D0FBEF90F5BE}">
      <dsp:nvSpPr>
        <dsp:cNvPr id="0" name=""/>
        <dsp:cNvSpPr/>
      </dsp:nvSpPr>
      <dsp:spPr>
        <a:xfrm rot="4635603">
          <a:off x="2951081" y="2774412"/>
          <a:ext cx="1017055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1017055" y="4075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4635603">
        <a:off x="3434182" y="2753062"/>
        <a:ext cx="50852" cy="50852"/>
      </dsp:txXfrm>
    </dsp:sp>
    <dsp:sp modelId="{2F565019-DE8D-4001-B2A3-3DD5DD95C2BB}">
      <dsp:nvSpPr>
        <dsp:cNvPr id="0" name=""/>
        <dsp:cNvSpPr/>
      </dsp:nvSpPr>
      <dsp:spPr>
        <a:xfrm>
          <a:off x="3571752" y="3027432"/>
          <a:ext cx="1550855" cy="4941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음악 분위기</a:t>
          </a:r>
          <a: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  <a:t/>
          </a:r>
          <a:b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</a:b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제어 기술</a:t>
          </a:r>
          <a:endParaRPr lang="en-US" altLang="ko-KR" sz="1200" kern="1200" dirty="0" smtClean="0">
            <a:solidFill>
              <a:schemeClr val="tx1"/>
            </a:solidFill>
            <a:latin typeface="+mn-ea"/>
            <a:ea typeface="+mn-ea"/>
          </a:endParaRPr>
        </a:p>
      </dsp:txBody>
      <dsp:txXfrm>
        <a:off x="3571752" y="3027432"/>
        <a:ext cx="1550855" cy="494130"/>
      </dsp:txXfrm>
    </dsp:sp>
    <dsp:sp modelId="{64287197-2F41-4F58-8054-CF2574AC3638}">
      <dsp:nvSpPr>
        <dsp:cNvPr id="0" name=""/>
        <dsp:cNvSpPr/>
      </dsp:nvSpPr>
      <dsp:spPr>
        <a:xfrm rot="21535217">
          <a:off x="5122589" y="3268357"/>
          <a:ext cx="219057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219057" y="40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21535217">
        <a:off x="5226641" y="3266956"/>
        <a:ext cx="10952" cy="10952"/>
      </dsp:txXfrm>
    </dsp:sp>
    <dsp:sp modelId="{951C5260-4A32-4882-9F71-A833B1E16ED9}">
      <dsp:nvSpPr>
        <dsp:cNvPr id="0" name=""/>
        <dsp:cNvSpPr/>
      </dsp:nvSpPr>
      <dsp:spPr>
        <a:xfrm>
          <a:off x="5341626" y="2927822"/>
          <a:ext cx="1619050" cy="6850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err="1" smtClean="0">
              <a:solidFill>
                <a:schemeClr val="tx1"/>
              </a:solidFill>
              <a:latin typeface="+mn-ea"/>
              <a:ea typeface="+mn-ea"/>
            </a:rPr>
            <a:t>음원의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 특징 검출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변환 및 악기 트랙 추가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제거에 의한 음악 장면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분위기 제어 기술</a:t>
          </a:r>
          <a:endParaRPr lang="en-US" altLang="ko-KR" sz="1100" kern="1200" dirty="0" smtClean="0">
            <a:solidFill>
              <a:schemeClr val="tx1"/>
            </a:solidFill>
            <a:latin typeface="+mn-ea"/>
            <a:ea typeface="+mn-ea"/>
          </a:endParaRPr>
        </a:p>
      </dsp:txBody>
      <dsp:txXfrm>
        <a:off x="5341626" y="2927822"/>
        <a:ext cx="1619050" cy="685094"/>
      </dsp:txXfrm>
    </dsp:sp>
    <dsp:sp modelId="{4CE93BFD-FEEB-4264-B44D-969B5016925A}">
      <dsp:nvSpPr>
        <dsp:cNvPr id="0" name=""/>
        <dsp:cNvSpPr/>
      </dsp:nvSpPr>
      <dsp:spPr>
        <a:xfrm>
          <a:off x="6960677" y="3266293"/>
          <a:ext cx="206251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206251" y="40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>
        <a:off x="7058646" y="3265213"/>
        <a:ext cx="10312" cy="10312"/>
      </dsp:txXfrm>
    </dsp:sp>
    <dsp:sp modelId="{42E4B684-AD64-48DD-A671-863CE8F2A875}">
      <dsp:nvSpPr>
        <dsp:cNvPr id="0" name=""/>
        <dsp:cNvSpPr/>
      </dsp:nvSpPr>
      <dsp:spPr>
        <a:xfrm>
          <a:off x="7166928" y="2927822"/>
          <a:ext cx="1523599" cy="6850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특징 추출 성능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 85% 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이상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(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추출된 </a:t>
          </a:r>
          <a:r>
            <a:rPr lang="ko-KR" altLang="en-US" sz="1100" kern="1200" dirty="0" err="1" smtClean="0">
              <a:solidFill>
                <a:schemeClr val="tx1"/>
              </a:solidFill>
              <a:latin typeface="+mn-ea"/>
              <a:ea typeface="+mn-ea"/>
            </a:rPr>
            <a:t>음원특징과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 실제 </a:t>
          </a:r>
          <a:r>
            <a:rPr lang="ko-KR" altLang="en-US" sz="1100" kern="12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 구간의 검출 적중률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)</a:t>
          </a:r>
        </a:p>
      </dsp:txBody>
      <dsp:txXfrm>
        <a:off x="7166928" y="2927822"/>
        <a:ext cx="1523599" cy="685094"/>
      </dsp:txXfrm>
    </dsp:sp>
    <dsp:sp modelId="{E7C9BEBB-68E8-4695-8DA2-AB0090BE9C47}">
      <dsp:nvSpPr>
        <dsp:cNvPr id="0" name=""/>
        <dsp:cNvSpPr/>
      </dsp:nvSpPr>
      <dsp:spPr>
        <a:xfrm rot="5048769">
          <a:off x="788862" y="3473075"/>
          <a:ext cx="1734320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1734320" y="4075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5048769">
        <a:off x="1612665" y="3433793"/>
        <a:ext cx="86716" cy="86716"/>
      </dsp:txXfrm>
    </dsp:sp>
    <dsp:sp modelId="{E519117D-4935-4471-96F9-1B9D71CE0989}">
      <dsp:nvSpPr>
        <dsp:cNvPr id="0" name=""/>
        <dsp:cNvSpPr/>
      </dsp:nvSpPr>
      <dsp:spPr>
        <a:xfrm>
          <a:off x="1744466" y="3896432"/>
          <a:ext cx="1602998" cy="8867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이용자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창조형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음악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서비스 기술검증 시스템 개발</a:t>
          </a:r>
          <a:endParaRPr lang="ko-KR" altLang="en-US" sz="1200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1744466" y="3896432"/>
        <a:ext cx="1602998" cy="886714"/>
      </dsp:txXfrm>
    </dsp:sp>
    <dsp:sp modelId="{CB03EBD0-FA02-4D1B-AE5F-C747EE9BA535}">
      <dsp:nvSpPr>
        <dsp:cNvPr id="0" name=""/>
        <dsp:cNvSpPr/>
      </dsp:nvSpPr>
      <dsp:spPr>
        <a:xfrm rot="18685057">
          <a:off x="3290090" y="4208590"/>
          <a:ext cx="339037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339037" y="4075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18685057">
        <a:off x="3451132" y="4204190"/>
        <a:ext cx="16951" cy="16951"/>
      </dsp:txXfrm>
    </dsp:sp>
    <dsp:sp modelId="{06086D31-0F0E-48A3-B69B-E2E41277789B}">
      <dsp:nvSpPr>
        <dsp:cNvPr id="0" name=""/>
        <dsp:cNvSpPr/>
      </dsp:nvSpPr>
      <dsp:spPr>
        <a:xfrm>
          <a:off x="3571752" y="3800444"/>
          <a:ext cx="1550855" cy="5701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이용자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창조형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음악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저작기술 </a:t>
          </a:r>
          <a: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  <a:t>(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저작도구</a:t>
          </a:r>
          <a: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  <a:t>)</a:t>
          </a:r>
        </a:p>
      </dsp:txBody>
      <dsp:txXfrm>
        <a:off x="3571752" y="3800444"/>
        <a:ext cx="1550855" cy="570196"/>
      </dsp:txXfrm>
    </dsp:sp>
    <dsp:sp modelId="{1B37A928-BBF0-4D6B-9D16-6A78A83CF69B}">
      <dsp:nvSpPr>
        <dsp:cNvPr id="0" name=""/>
        <dsp:cNvSpPr/>
      </dsp:nvSpPr>
      <dsp:spPr>
        <a:xfrm>
          <a:off x="5122608" y="4081467"/>
          <a:ext cx="241506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241506" y="40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>
        <a:off x="5237323" y="4079505"/>
        <a:ext cx="12075" cy="12075"/>
      </dsp:txXfrm>
    </dsp:sp>
    <dsp:sp modelId="{F6B7AA7D-C20A-4ED7-AB02-0C6E5E4C1345}">
      <dsp:nvSpPr>
        <dsp:cNvPr id="0" name=""/>
        <dsp:cNvSpPr/>
      </dsp:nvSpPr>
      <dsp:spPr>
        <a:xfrm>
          <a:off x="5364114" y="3837730"/>
          <a:ext cx="3317601" cy="495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기능 검증 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(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스테레오 </a:t>
          </a:r>
          <a:r>
            <a:rPr lang="ko-KR" altLang="en-US" sz="1100" kern="12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 추출</a:t>
          </a:r>
          <a:r>
            <a:rPr lang="en-US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제거</a:t>
          </a:r>
          <a:r>
            <a:rPr lang="en-US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en-US" sz="1100" kern="12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 특징 추출</a:t>
          </a:r>
          <a:r>
            <a:rPr lang="en-US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/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제어</a:t>
          </a:r>
          <a:r>
            <a:rPr lang="en-US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en-US" sz="1100" kern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 생성</a:t>
          </a:r>
          <a:r>
            <a:rPr lang="en-US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부호화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)</a:t>
          </a: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 </a:t>
          </a:r>
          <a:endParaRPr lang="en-US" altLang="ko-KR" sz="1100" kern="1200" dirty="0" smtClean="0">
            <a:solidFill>
              <a:schemeClr val="tx1"/>
            </a:solidFill>
            <a:latin typeface="+mn-ea"/>
            <a:ea typeface="+mn-ea"/>
          </a:endParaRPr>
        </a:p>
      </dsp:txBody>
      <dsp:txXfrm>
        <a:off x="5364114" y="3837730"/>
        <a:ext cx="3317601" cy="495625"/>
      </dsp:txXfrm>
    </dsp:sp>
    <dsp:sp modelId="{83050FAC-8984-4E0D-A1DD-860B3ECAE1A4}">
      <dsp:nvSpPr>
        <dsp:cNvPr id="0" name=""/>
        <dsp:cNvSpPr/>
      </dsp:nvSpPr>
      <dsp:spPr>
        <a:xfrm rot="3487121">
          <a:off x="3247280" y="4516011"/>
          <a:ext cx="424657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424657" y="4075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 rot="3487121">
        <a:off x="3448992" y="4509470"/>
        <a:ext cx="21232" cy="21232"/>
      </dsp:txXfrm>
    </dsp:sp>
    <dsp:sp modelId="{4A065B24-C13F-4685-B07B-AA198FCB2780}">
      <dsp:nvSpPr>
        <dsp:cNvPr id="0" name=""/>
        <dsp:cNvSpPr/>
      </dsp:nvSpPr>
      <dsp:spPr>
        <a:xfrm>
          <a:off x="3571752" y="4411370"/>
          <a:ext cx="1550855" cy="578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이용자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창조형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음악 </a:t>
          </a:r>
          <a:r>
            <a:rPr lang="ko-KR" altLang="en-US" sz="1200" kern="1200" dirty="0" err="1" smtClean="0">
              <a:solidFill>
                <a:schemeClr val="tx1"/>
              </a:solidFill>
              <a:latin typeface="+mn-ea"/>
              <a:ea typeface="+mn-ea"/>
            </a:rPr>
            <a:t>콘텐츠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 재생기술 </a:t>
          </a:r>
          <a: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  <a:t>(</a:t>
          </a:r>
          <a:r>
            <a:rPr lang="ko-KR" altLang="en-US" sz="1200" kern="1200" dirty="0" smtClean="0">
              <a:solidFill>
                <a:schemeClr val="tx1"/>
              </a:solidFill>
              <a:latin typeface="+mn-ea"/>
              <a:ea typeface="+mn-ea"/>
            </a:rPr>
            <a:t>재생기</a:t>
          </a:r>
          <a:r>
            <a:rPr lang="en-US" altLang="ko-KR" sz="1200" kern="1200" dirty="0" smtClean="0">
              <a:solidFill>
                <a:schemeClr val="tx1"/>
              </a:solidFill>
              <a:latin typeface="+mn-ea"/>
              <a:ea typeface="+mn-ea"/>
            </a:rPr>
            <a:t>)</a:t>
          </a:r>
        </a:p>
      </dsp:txBody>
      <dsp:txXfrm>
        <a:off x="3571752" y="4411370"/>
        <a:ext cx="1550855" cy="578029"/>
      </dsp:txXfrm>
    </dsp:sp>
    <dsp:sp modelId="{3A60438E-431C-4E45-BF2F-5CEC753F33BB}">
      <dsp:nvSpPr>
        <dsp:cNvPr id="0" name=""/>
        <dsp:cNvSpPr/>
      </dsp:nvSpPr>
      <dsp:spPr>
        <a:xfrm>
          <a:off x="5122608" y="4696308"/>
          <a:ext cx="241506" cy="8151"/>
        </a:xfrm>
        <a:custGeom>
          <a:avLst/>
          <a:gdLst/>
          <a:ahLst/>
          <a:cxnLst/>
          <a:rect l="0" t="0" r="0" b="0"/>
          <a:pathLst>
            <a:path>
              <a:moveTo>
                <a:pt x="0" y="4075"/>
              </a:moveTo>
              <a:lnTo>
                <a:pt x="241506" y="407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  <a:latin typeface="+mn-ea"/>
            <a:ea typeface="+mn-ea"/>
          </a:endParaRPr>
        </a:p>
      </dsp:txBody>
      <dsp:txXfrm>
        <a:off x="5237323" y="4694347"/>
        <a:ext cx="12075" cy="12075"/>
      </dsp:txXfrm>
    </dsp:sp>
    <dsp:sp modelId="{7D4EDD26-9E22-488B-95C2-C979E4AB4BAD}">
      <dsp:nvSpPr>
        <dsp:cNvPr id="0" name=""/>
        <dsp:cNvSpPr/>
      </dsp:nvSpPr>
      <dsp:spPr>
        <a:xfrm>
          <a:off x="5364114" y="4472239"/>
          <a:ext cx="3308909" cy="4562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smtClean="0">
              <a:solidFill>
                <a:schemeClr val="tx1"/>
              </a:solidFill>
              <a:latin typeface="+mn-ea"/>
              <a:ea typeface="+mn-ea"/>
            </a:rPr>
            <a:t>기능 검증 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(</a:t>
          </a:r>
          <a:r>
            <a:rPr lang="ko-KR" altLang="ko-KR" sz="1100" kern="12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 선택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ko-KR" sz="1100" kern="1200" dirty="0" err="1" smtClean="0">
              <a:solidFill>
                <a:schemeClr val="tx1"/>
              </a:solidFill>
              <a:latin typeface="+mn-ea"/>
              <a:ea typeface="+mn-ea"/>
            </a:rPr>
            <a:t>음원</a:t>
          </a:r>
          <a:r>
            <a:rPr lang="ko-KR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 볼륨 조정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ko-KR" sz="1100" kern="1200" dirty="0" err="1" smtClean="0">
              <a:solidFill>
                <a:schemeClr val="tx1"/>
              </a:solidFill>
              <a:latin typeface="+mn-ea"/>
              <a:ea typeface="+mn-ea"/>
            </a:rPr>
            <a:t>프리셋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분위기 제어</a:t>
          </a:r>
          <a:r>
            <a:rPr lang="en-US" altLang="ko-KR" sz="1100" kern="1200" dirty="0" smtClean="0">
              <a:solidFill>
                <a:schemeClr val="tx1"/>
              </a:solidFill>
              <a:latin typeface="+mn-ea"/>
              <a:ea typeface="+mn-ea"/>
            </a:rPr>
            <a:t>, UCC)</a:t>
          </a:r>
        </a:p>
      </dsp:txBody>
      <dsp:txXfrm>
        <a:off x="5364114" y="4472239"/>
        <a:ext cx="3308909" cy="45629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9AFCA01-1A9E-4B1C-85C6-2874DB800C01}">
      <dsp:nvSpPr>
        <dsp:cNvPr id="0" name=""/>
        <dsp:cNvSpPr/>
      </dsp:nvSpPr>
      <dsp:spPr>
        <a:xfrm>
          <a:off x="0" y="333179"/>
          <a:ext cx="44958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3C06742-8345-45BE-BFCE-2C4CA19913EB}">
      <dsp:nvSpPr>
        <dsp:cNvPr id="0" name=""/>
        <dsp:cNvSpPr/>
      </dsp:nvSpPr>
      <dsp:spPr>
        <a:xfrm>
          <a:off x="224790" y="97019"/>
          <a:ext cx="3147060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24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97019"/>
        <a:ext cx="3147060" cy="472320"/>
      </dsp:txXfrm>
    </dsp:sp>
    <dsp:sp modelId="{830C68AF-44B6-42BB-A397-B137DD0A7698}">
      <dsp:nvSpPr>
        <dsp:cNvPr id="0" name=""/>
        <dsp:cNvSpPr/>
      </dsp:nvSpPr>
      <dsp:spPr>
        <a:xfrm>
          <a:off x="0" y="1058939"/>
          <a:ext cx="4495800" cy="201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8924" tIns="333248" rIns="348924" bIns="128016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항목 별 개요</a:t>
          </a:r>
          <a:endParaRPr lang="ko-KR" altLang="en-US" sz="18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항목 별 수행내용</a:t>
          </a: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항목 별 평가방법</a:t>
          </a: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항목 별 계획 대비 목표 달성도</a:t>
          </a: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계획 대비 목표 달성도 </a:t>
          </a:r>
          <a:r>
            <a:rPr lang="en-US" altLang="en-US" sz="1800" b="0" kern="120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(</a:t>
          </a:r>
          <a:r>
            <a:rPr lang="ko-KR" altLang="en-US" sz="1800" b="0" kern="120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요약</a:t>
          </a:r>
          <a:r>
            <a:rPr lang="en-US" altLang="en-US" sz="1800" b="0" kern="1200" cap="none" spc="0" dirty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)</a:t>
          </a:r>
          <a:endParaRPr lang="ko-KR" altLang="en-US" sz="18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0" y="1058939"/>
        <a:ext cx="4495800" cy="2016000"/>
      </dsp:txXfrm>
    </dsp:sp>
    <dsp:sp modelId="{1ADC506E-807D-4FBD-9F9F-DD547A767F0C}">
      <dsp:nvSpPr>
        <dsp:cNvPr id="0" name=""/>
        <dsp:cNvSpPr/>
      </dsp:nvSpPr>
      <dsp:spPr>
        <a:xfrm>
          <a:off x="224790" y="822779"/>
          <a:ext cx="3147060" cy="4723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달성도</a:t>
          </a:r>
          <a:endParaRPr lang="ko-KR" altLang="en-US" sz="24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822779"/>
        <a:ext cx="3147060" cy="472320"/>
      </dsp:txXfrm>
    </dsp:sp>
    <dsp:sp modelId="{F01CA542-1069-4685-B666-F8C37CBB13A6}">
      <dsp:nvSpPr>
        <dsp:cNvPr id="0" name=""/>
        <dsp:cNvSpPr/>
      </dsp:nvSpPr>
      <dsp:spPr>
        <a:xfrm>
          <a:off x="0" y="3397500"/>
          <a:ext cx="44958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04F892A-76EA-468A-B11B-3B5D4728FA99}">
      <dsp:nvSpPr>
        <dsp:cNvPr id="0" name=""/>
        <dsp:cNvSpPr/>
      </dsp:nvSpPr>
      <dsp:spPr>
        <a:xfrm>
          <a:off x="224790" y="3161340"/>
          <a:ext cx="3147060" cy="4723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III. </a:t>
          </a:r>
          <a:r>
            <a:rPr lang="ko-KR" altLang="en-US" sz="2400" b="0" kern="1200" cap="none" spc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방법</a:t>
          </a:r>
          <a:endParaRPr lang="ko-KR" altLang="en-US" sz="24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3161340"/>
        <a:ext cx="3147060" cy="472320"/>
      </dsp:txXfrm>
    </dsp:sp>
    <dsp:sp modelId="{5839E5D4-29CA-4494-A11C-D2C19BBA1CF8}">
      <dsp:nvSpPr>
        <dsp:cNvPr id="0" name=""/>
        <dsp:cNvSpPr/>
      </dsp:nvSpPr>
      <dsp:spPr>
        <a:xfrm>
          <a:off x="0" y="4123260"/>
          <a:ext cx="44958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B7CE389-B5B1-402F-B989-E968BB7B4CD5}">
      <dsp:nvSpPr>
        <dsp:cNvPr id="0" name=""/>
        <dsp:cNvSpPr/>
      </dsp:nvSpPr>
      <dsp:spPr>
        <a:xfrm>
          <a:off x="224790" y="3887100"/>
          <a:ext cx="3147060" cy="472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IV.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결과물</a:t>
          </a:r>
          <a:endParaRPr lang="ko-KR" altLang="ko-KR" sz="24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3887100"/>
        <a:ext cx="3147060" cy="472320"/>
      </dsp:txXfrm>
    </dsp:sp>
    <dsp:sp modelId="{16D7B8BE-04DE-4F4A-87A5-C5AF4F4A017F}">
      <dsp:nvSpPr>
        <dsp:cNvPr id="0" name=""/>
        <dsp:cNvSpPr/>
      </dsp:nvSpPr>
      <dsp:spPr>
        <a:xfrm>
          <a:off x="0" y="4849020"/>
          <a:ext cx="44958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D7DFAA5-5575-4975-89A5-62338500865C}">
      <dsp:nvSpPr>
        <dsp:cNvPr id="0" name=""/>
        <dsp:cNvSpPr/>
      </dsp:nvSpPr>
      <dsp:spPr>
        <a:xfrm>
          <a:off x="224790" y="4612860"/>
          <a:ext cx="3147060" cy="47232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951" tIns="0" rIns="118951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V.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차년도</a:t>
          </a: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연구계획</a:t>
          </a:r>
          <a:endParaRPr lang="ko-KR" altLang="ko-KR" sz="24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24790" y="4612860"/>
        <a:ext cx="3147060" cy="47232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0E8C2D0-86CC-4FFD-B504-E6F1353C617B}">
      <dsp:nvSpPr>
        <dsp:cNvPr id="0" name=""/>
        <dsp:cNvSpPr/>
      </dsp:nvSpPr>
      <dsp:spPr>
        <a:xfrm>
          <a:off x="0" y="1107673"/>
          <a:ext cx="1110455" cy="27471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b="0" kern="1200" dirty="0" smtClean="0">
              <a:solidFill>
                <a:schemeClr val="tx1"/>
              </a:solidFill>
              <a:effectLst/>
            </a:rPr>
            <a:t>기존 </a:t>
          </a:r>
          <a:r>
            <a:rPr lang="ko-KR" altLang="en-US" sz="1800" b="0" kern="1200" dirty="0" err="1" smtClean="0">
              <a:solidFill>
                <a:schemeClr val="tx1"/>
              </a:solidFill>
              <a:effectLst/>
            </a:rPr>
            <a:t>음원의</a:t>
          </a:r>
          <a:r>
            <a:rPr lang="ko-KR" altLang="en-US" sz="1800" b="0" kern="1200" dirty="0" smtClean="0">
              <a:solidFill>
                <a:schemeClr val="tx1"/>
              </a:solidFill>
              <a:effectLst/>
            </a:rPr>
            <a:t> 활용을 위한 </a:t>
          </a:r>
          <a:r>
            <a:rPr lang="ko-KR" altLang="en-US" sz="1800" b="0" kern="1200" dirty="0" err="1" smtClean="0">
              <a:solidFill>
                <a:schemeClr val="tx1"/>
              </a:solidFill>
              <a:effectLst/>
            </a:rPr>
            <a:t>음원</a:t>
          </a:r>
          <a:r>
            <a:rPr lang="ko-KR" altLang="en-US" sz="1800" b="0" kern="1200" dirty="0" smtClean="0">
              <a:solidFill>
                <a:schemeClr val="tx1"/>
              </a:solidFill>
              <a:effectLst/>
            </a:rPr>
            <a:t> 분리 기술 연구</a:t>
          </a:r>
          <a:endParaRPr lang="en-US" altLang="ko-KR" sz="1800" b="0" kern="1200" dirty="0" smtClean="0">
            <a:solidFill>
              <a:schemeClr val="tx1"/>
            </a:solidFill>
            <a:effectLst/>
          </a:endParaRPr>
        </a:p>
        <a:p>
          <a:pPr marL="82550" lvl="0" indent="-82550" algn="l" defTabSz="8001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800" b="0" kern="1200" dirty="0" smtClean="0">
              <a:solidFill>
                <a:schemeClr val="tx1"/>
              </a:solidFill>
              <a:effectLst/>
            </a:rPr>
            <a:t>-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음원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 분리를 위한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음원의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 특징 추출 연구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0" y="1107673"/>
        <a:ext cx="1110455" cy="2747109"/>
      </dsp:txXfrm>
    </dsp:sp>
    <dsp:sp modelId="{533FFE40-C8BC-451B-BDEF-EC5503871135}">
      <dsp:nvSpPr>
        <dsp:cNvPr id="0" name=""/>
        <dsp:cNvSpPr/>
      </dsp:nvSpPr>
      <dsp:spPr>
        <a:xfrm rot="16879268">
          <a:off x="607792" y="1859702"/>
          <a:ext cx="1250884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1250884" y="825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16879268">
        <a:off x="1201962" y="1836683"/>
        <a:ext cx="62544" cy="62544"/>
      </dsp:txXfrm>
    </dsp:sp>
    <dsp:sp modelId="{5040C5D3-0786-433E-AECA-4AC94BC4C7A7}">
      <dsp:nvSpPr>
        <dsp:cNvPr id="0" name=""/>
        <dsp:cNvSpPr/>
      </dsp:nvSpPr>
      <dsp:spPr>
        <a:xfrm>
          <a:off x="1356014" y="783200"/>
          <a:ext cx="1190717" cy="942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시간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/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주파수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/ 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음상 영역에서의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음원별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 특징 연구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1356014" y="783200"/>
        <a:ext cx="1190717" cy="942965"/>
      </dsp:txXfrm>
    </dsp:sp>
    <dsp:sp modelId="{4E5FE196-2EA7-4934-912A-3D591F28C9F1}">
      <dsp:nvSpPr>
        <dsp:cNvPr id="0" name=""/>
        <dsp:cNvSpPr/>
      </dsp:nvSpPr>
      <dsp:spPr>
        <a:xfrm rot="18204860">
          <a:off x="2440000" y="1048149"/>
          <a:ext cx="475088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475088" y="825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18204860">
        <a:off x="2665666" y="1044526"/>
        <a:ext cx="23754" cy="23754"/>
      </dsp:txXfrm>
    </dsp:sp>
    <dsp:sp modelId="{00F9D93E-18E9-40DE-8AD1-92D5303895CB}">
      <dsp:nvSpPr>
        <dsp:cNvPr id="0" name=""/>
        <dsp:cNvSpPr/>
      </dsp:nvSpPr>
      <dsp:spPr>
        <a:xfrm>
          <a:off x="2808357" y="559620"/>
          <a:ext cx="2407710" cy="5970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참조 모델 구현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2808357" y="559620"/>
        <a:ext cx="2407710" cy="597004"/>
      </dsp:txXfrm>
    </dsp:sp>
    <dsp:sp modelId="{08C6C7CC-DEEE-4073-80E1-3329C8030856}">
      <dsp:nvSpPr>
        <dsp:cNvPr id="0" name=""/>
        <dsp:cNvSpPr/>
      </dsp:nvSpPr>
      <dsp:spPr>
        <a:xfrm rot="19426651">
          <a:off x="5174579" y="723020"/>
          <a:ext cx="429323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429323" y="825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19426651">
        <a:off x="5378507" y="720541"/>
        <a:ext cx="21466" cy="21466"/>
      </dsp:txXfrm>
    </dsp:sp>
    <dsp:sp modelId="{1562CCAF-8442-41AA-B316-76F5C3B2AF75}">
      <dsp:nvSpPr>
        <dsp:cNvPr id="0" name=""/>
        <dsp:cNvSpPr/>
      </dsp:nvSpPr>
      <dsp:spPr>
        <a:xfrm>
          <a:off x="5562414" y="403169"/>
          <a:ext cx="2650659" cy="4025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보컬 음원 분리 참조 모델 구현 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음정 특징 활용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>)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5562414" y="403169"/>
        <a:ext cx="2650659" cy="402514"/>
      </dsp:txXfrm>
    </dsp:sp>
    <dsp:sp modelId="{826A1D9F-8156-46D1-835D-93CCDD764F4E}">
      <dsp:nvSpPr>
        <dsp:cNvPr id="0" name=""/>
        <dsp:cNvSpPr/>
      </dsp:nvSpPr>
      <dsp:spPr>
        <a:xfrm rot="1867925">
          <a:off x="5186930" y="954466"/>
          <a:ext cx="404621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404621" y="825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1867925">
        <a:off x="5379125" y="952604"/>
        <a:ext cx="20231" cy="20231"/>
      </dsp:txXfrm>
    </dsp:sp>
    <dsp:sp modelId="{8EBCE17C-B6BC-4949-A3CA-0A7095E77BDB}">
      <dsp:nvSpPr>
        <dsp:cNvPr id="0" name=""/>
        <dsp:cNvSpPr/>
      </dsp:nvSpPr>
      <dsp:spPr>
        <a:xfrm>
          <a:off x="5562414" y="866060"/>
          <a:ext cx="2650659" cy="4025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타악기 음원 분리 참조 모델 구현 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시간 및 주파수 영역 특징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>)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5562414" y="866060"/>
        <a:ext cx="2650659" cy="402514"/>
      </dsp:txXfrm>
    </dsp:sp>
    <dsp:sp modelId="{809EA9AC-8E53-43EC-9C96-9691B03263AD}">
      <dsp:nvSpPr>
        <dsp:cNvPr id="0" name=""/>
        <dsp:cNvSpPr/>
      </dsp:nvSpPr>
      <dsp:spPr>
        <a:xfrm rot="3764190">
          <a:off x="5011201" y="1185912"/>
          <a:ext cx="756079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756079" y="825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3764190">
        <a:off x="5370339" y="1175263"/>
        <a:ext cx="37803" cy="37803"/>
      </dsp:txXfrm>
    </dsp:sp>
    <dsp:sp modelId="{0FD275A4-6BC6-4CA3-9A8C-236E329B0124}">
      <dsp:nvSpPr>
        <dsp:cNvPr id="0" name=""/>
        <dsp:cNvSpPr/>
      </dsp:nvSpPr>
      <dsp:spPr>
        <a:xfrm>
          <a:off x="5562414" y="1328951"/>
          <a:ext cx="2650659" cy="4025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센터 채널 추출 기술 도입 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보컬 음상 특징 활용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>)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5562414" y="1328951"/>
        <a:ext cx="2650659" cy="402514"/>
      </dsp:txXfrm>
    </dsp:sp>
    <dsp:sp modelId="{B9D31316-C171-413A-A6BF-524AE0104041}">
      <dsp:nvSpPr>
        <dsp:cNvPr id="0" name=""/>
        <dsp:cNvSpPr/>
      </dsp:nvSpPr>
      <dsp:spPr>
        <a:xfrm rot="4333870">
          <a:off x="2248898" y="1654627"/>
          <a:ext cx="857291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857291" y="825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4333870">
        <a:off x="2656111" y="1641448"/>
        <a:ext cx="42864" cy="42864"/>
      </dsp:txXfrm>
    </dsp:sp>
    <dsp:sp modelId="{6C03747C-6E5D-4A28-A589-D580147D0511}">
      <dsp:nvSpPr>
        <dsp:cNvPr id="0" name=""/>
        <dsp:cNvSpPr/>
      </dsp:nvSpPr>
      <dsp:spPr>
        <a:xfrm>
          <a:off x="2808357" y="1772576"/>
          <a:ext cx="2407710" cy="5970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음원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 분리 알고리즘 자체 개발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2808357" y="1772576"/>
        <a:ext cx="2407710" cy="597004"/>
      </dsp:txXfrm>
    </dsp:sp>
    <dsp:sp modelId="{48B48073-F8E1-4FAD-85BF-9219E5C26964}">
      <dsp:nvSpPr>
        <dsp:cNvPr id="0" name=""/>
        <dsp:cNvSpPr/>
      </dsp:nvSpPr>
      <dsp:spPr>
        <a:xfrm rot="20967246">
          <a:off x="5213091" y="2030585"/>
          <a:ext cx="352298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352298" y="825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20967246">
        <a:off x="5380433" y="2030031"/>
        <a:ext cx="17614" cy="17614"/>
      </dsp:txXfrm>
    </dsp:sp>
    <dsp:sp modelId="{4CA39F1E-F236-4323-BF4B-675C277FF504}">
      <dsp:nvSpPr>
        <dsp:cNvPr id="0" name=""/>
        <dsp:cNvSpPr/>
      </dsp:nvSpPr>
      <dsp:spPr>
        <a:xfrm>
          <a:off x="5562414" y="1805343"/>
          <a:ext cx="2650659" cy="4025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주요 음원 분리 알고리즘 개발 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/>
          </a:r>
          <a:br>
            <a:rPr lang="en-US" altLang="ko-KR" sz="1200" b="0" kern="1200" dirty="0" smtClean="0">
              <a:solidFill>
                <a:schemeClr val="tx1"/>
              </a:solidFill>
              <a:effectLst/>
            </a:rPr>
          </a:b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(NMPCF)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5562414" y="1805343"/>
        <a:ext cx="2650659" cy="402514"/>
      </dsp:txXfrm>
    </dsp:sp>
    <dsp:sp modelId="{B6FBA8C3-1F47-40A5-B04D-35874B921B7D}">
      <dsp:nvSpPr>
        <dsp:cNvPr id="0" name=""/>
        <dsp:cNvSpPr/>
      </dsp:nvSpPr>
      <dsp:spPr>
        <a:xfrm rot="3032130">
          <a:off x="5116784" y="2273166"/>
          <a:ext cx="544913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544913" y="825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3032130">
        <a:off x="5375618" y="2267797"/>
        <a:ext cx="27245" cy="27245"/>
      </dsp:txXfrm>
    </dsp:sp>
    <dsp:sp modelId="{5698DD9E-7288-4BE4-94BE-658EBD2CFDF2}">
      <dsp:nvSpPr>
        <dsp:cNvPr id="0" name=""/>
        <dsp:cNvSpPr/>
      </dsp:nvSpPr>
      <dsp:spPr>
        <a:xfrm>
          <a:off x="5562414" y="2290505"/>
          <a:ext cx="2650659" cy="4025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메인 보컬 분리 알고리즘 개발 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센터 음상 특징 활용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>)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5562414" y="2290505"/>
        <a:ext cx="2650659" cy="402514"/>
      </dsp:txXfrm>
    </dsp:sp>
    <dsp:sp modelId="{09583962-8041-43BF-AE10-A7B1F6CEF418}">
      <dsp:nvSpPr>
        <dsp:cNvPr id="0" name=""/>
        <dsp:cNvSpPr/>
      </dsp:nvSpPr>
      <dsp:spPr>
        <a:xfrm rot="2805437">
          <a:off x="1054018" y="2603526"/>
          <a:ext cx="358432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358432" y="825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2805437">
        <a:off x="1224274" y="2602819"/>
        <a:ext cx="17921" cy="17921"/>
      </dsp:txXfrm>
    </dsp:sp>
    <dsp:sp modelId="{F818D185-5A2B-4075-86D2-9A8E24B99597}">
      <dsp:nvSpPr>
        <dsp:cNvPr id="0" name=""/>
        <dsp:cNvSpPr/>
      </dsp:nvSpPr>
      <dsp:spPr>
        <a:xfrm>
          <a:off x="1356014" y="2270848"/>
          <a:ext cx="1190717" cy="942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주요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음원에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 대한 특징 데이터베이스 생성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1356014" y="2270848"/>
        <a:ext cx="1190717" cy="942965"/>
      </dsp:txXfrm>
    </dsp:sp>
    <dsp:sp modelId="{68B987F8-A65D-4A8C-9FC9-DA1686351D01}">
      <dsp:nvSpPr>
        <dsp:cNvPr id="0" name=""/>
        <dsp:cNvSpPr/>
      </dsp:nvSpPr>
      <dsp:spPr>
        <a:xfrm rot="21331548">
          <a:off x="2546331" y="2723841"/>
          <a:ext cx="262425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262425" y="825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21331548">
        <a:off x="2670983" y="2725534"/>
        <a:ext cx="13121" cy="13121"/>
      </dsp:txXfrm>
    </dsp:sp>
    <dsp:sp modelId="{D5F413FE-8E01-49AC-94D1-B16D0BC1F770}">
      <dsp:nvSpPr>
        <dsp:cNvPr id="0" name=""/>
        <dsp:cNvSpPr/>
      </dsp:nvSpPr>
      <dsp:spPr>
        <a:xfrm>
          <a:off x="2808357" y="2423357"/>
          <a:ext cx="2407710" cy="5970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주요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음원의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 특징 데이터베이스 구축 및 활용 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>(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Music 2.0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음원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 및 가상 악기를 활용</a:t>
          </a:r>
          <a:r>
            <a:rPr lang="en-US" altLang="ko-KR" sz="1200" b="0" kern="1200" dirty="0" smtClean="0">
              <a:solidFill>
                <a:schemeClr val="tx1"/>
              </a:solidFill>
              <a:effectLst/>
            </a:rPr>
            <a:t>)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2808357" y="2423357"/>
        <a:ext cx="2407710" cy="597004"/>
      </dsp:txXfrm>
    </dsp:sp>
    <dsp:sp modelId="{08B87269-9177-4344-82A1-6245B3312185}">
      <dsp:nvSpPr>
        <dsp:cNvPr id="0" name=""/>
        <dsp:cNvSpPr/>
      </dsp:nvSpPr>
      <dsp:spPr>
        <a:xfrm rot="4740589">
          <a:off x="589200" y="3105197"/>
          <a:ext cx="1288068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1288068" y="8253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4740589">
        <a:off x="1201033" y="3081249"/>
        <a:ext cx="64403" cy="64403"/>
      </dsp:txXfrm>
    </dsp:sp>
    <dsp:sp modelId="{9CA0007D-9D7F-4F43-BA92-A4CA47E9DF1A}">
      <dsp:nvSpPr>
        <dsp:cNvPr id="0" name=""/>
        <dsp:cNvSpPr/>
      </dsp:nvSpPr>
      <dsp:spPr>
        <a:xfrm>
          <a:off x="1356014" y="3274191"/>
          <a:ext cx="1190717" cy="9429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상기 신호적 특징의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음원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 분리에 대한 활용도 검토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1356014" y="3274191"/>
        <a:ext cx="1190717" cy="942965"/>
      </dsp:txXfrm>
    </dsp:sp>
    <dsp:sp modelId="{2ED2F62A-1994-4377-A657-DCF3A0E27718}">
      <dsp:nvSpPr>
        <dsp:cNvPr id="0" name=""/>
        <dsp:cNvSpPr/>
      </dsp:nvSpPr>
      <dsp:spPr>
        <a:xfrm rot="18371613">
          <a:off x="2456020" y="3558644"/>
          <a:ext cx="443047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443047" y="825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18371613">
        <a:off x="2666468" y="3555822"/>
        <a:ext cx="22152" cy="22152"/>
      </dsp:txXfrm>
    </dsp:sp>
    <dsp:sp modelId="{439CF562-F9F1-49E3-AE1A-DD8F376B1425}">
      <dsp:nvSpPr>
        <dsp:cNvPr id="0" name=""/>
        <dsp:cNvSpPr/>
      </dsp:nvSpPr>
      <dsp:spPr>
        <a:xfrm>
          <a:off x="2808357" y="3089620"/>
          <a:ext cx="2407710" cy="5970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멀티트랙 확보가 불가능한 기존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음원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(ex. 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김현식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, 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유재하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)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에 대한 음원 분리 활용도 검토 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2808357" y="3089620"/>
        <a:ext cx="2407710" cy="597004"/>
      </dsp:txXfrm>
    </dsp:sp>
    <dsp:sp modelId="{98AC46E5-0742-4734-97E2-DC0CBD96B68A}">
      <dsp:nvSpPr>
        <dsp:cNvPr id="0" name=""/>
        <dsp:cNvSpPr/>
      </dsp:nvSpPr>
      <dsp:spPr>
        <a:xfrm rot="33919">
          <a:off x="5216058" y="3381577"/>
          <a:ext cx="346364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346364" y="825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33919">
        <a:off x="5380581" y="3381172"/>
        <a:ext cx="17318" cy="17318"/>
      </dsp:txXfrm>
    </dsp:sp>
    <dsp:sp modelId="{21BDB0E0-9CCB-4BA3-9423-017139758A68}">
      <dsp:nvSpPr>
        <dsp:cNvPr id="0" name=""/>
        <dsp:cNvSpPr/>
      </dsp:nvSpPr>
      <dsp:spPr>
        <a:xfrm>
          <a:off x="5562414" y="3190283"/>
          <a:ext cx="2650659" cy="4025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공동연구기관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오디즌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)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의 요구사항 반영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5562414" y="3190283"/>
        <a:ext cx="2650659" cy="402514"/>
      </dsp:txXfrm>
    </dsp:sp>
    <dsp:sp modelId="{341DA3C5-C12D-423C-96FF-B9A51A5492DA}">
      <dsp:nvSpPr>
        <dsp:cNvPr id="0" name=""/>
        <dsp:cNvSpPr/>
      </dsp:nvSpPr>
      <dsp:spPr>
        <a:xfrm rot="2933563">
          <a:off x="2478580" y="3887335"/>
          <a:ext cx="397927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397927" y="8253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2933563">
        <a:off x="2667595" y="3885641"/>
        <a:ext cx="19896" cy="19896"/>
      </dsp:txXfrm>
    </dsp:sp>
    <dsp:sp modelId="{47305A0C-5286-4BAA-B7E1-2152C6567E6F}">
      <dsp:nvSpPr>
        <dsp:cNvPr id="0" name=""/>
        <dsp:cNvSpPr/>
      </dsp:nvSpPr>
      <dsp:spPr>
        <a:xfrm>
          <a:off x="2808357" y="3747002"/>
          <a:ext cx="2407710" cy="5970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외국 노래방 사업 진출을 위한 음원 분리 기술 활용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, 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고품질 노래방 음원 제작 진행 중 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2808357" y="3747002"/>
        <a:ext cx="2407710" cy="597004"/>
      </dsp:txXfrm>
    </dsp:sp>
    <dsp:sp modelId="{DB201921-3470-41B6-9339-29B91216E0A4}">
      <dsp:nvSpPr>
        <dsp:cNvPr id="0" name=""/>
        <dsp:cNvSpPr/>
      </dsp:nvSpPr>
      <dsp:spPr>
        <a:xfrm rot="11346">
          <a:off x="5216066" y="4037822"/>
          <a:ext cx="346349" cy="16507"/>
        </a:xfrm>
        <a:custGeom>
          <a:avLst/>
          <a:gdLst/>
          <a:ahLst/>
          <a:cxnLst/>
          <a:rect l="0" t="0" r="0" b="0"/>
          <a:pathLst>
            <a:path>
              <a:moveTo>
                <a:pt x="0" y="8253"/>
              </a:moveTo>
              <a:lnTo>
                <a:pt x="346349" y="825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b="0" kern="1200">
            <a:solidFill>
              <a:schemeClr val="tx1"/>
            </a:solidFill>
            <a:effectLst/>
          </a:endParaRPr>
        </a:p>
      </dsp:txBody>
      <dsp:txXfrm rot="11346">
        <a:off x="5380582" y="4037417"/>
        <a:ext cx="17317" cy="17317"/>
      </dsp:txXfrm>
    </dsp:sp>
    <dsp:sp modelId="{8776F025-50E2-4620-ADFA-013AFC237954}">
      <dsp:nvSpPr>
        <dsp:cNvPr id="0" name=""/>
        <dsp:cNvSpPr/>
      </dsp:nvSpPr>
      <dsp:spPr>
        <a:xfrm>
          <a:off x="5562414" y="3845390"/>
          <a:ext cx="2650659" cy="4025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공동연구기관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엔터기술</a:t>
          </a:r>
          <a:r>
            <a:rPr lang="en-US" altLang="en-US" sz="1200" b="0" kern="1200" dirty="0" smtClean="0">
              <a:solidFill>
                <a:schemeClr val="tx1"/>
              </a:solidFill>
              <a:effectLst/>
            </a:rPr>
            <a:t>)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의 요구사항 반영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5562414" y="3845390"/>
        <a:ext cx="2650659" cy="402514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0E8C2D0-86CC-4FFD-B504-E6F1353C617B}">
      <dsp:nvSpPr>
        <dsp:cNvPr id="0" name=""/>
        <dsp:cNvSpPr/>
      </dsp:nvSpPr>
      <dsp:spPr>
        <a:xfrm>
          <a:off x="0" y="619731"/>
          <a:ext cx="1512109" cy="27748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ln>
                <a:noFill/>
              </a:ln>
              <a:solidFill>
                <a:schemeClr val="tx1"/>
              </a:solidFill>
              <a:effectLst/>
            </a:rPr>
            <a:t>고효율 </a:t>
          </a:r>
          <a:r>
            <a:rPr lang="ko-KR" altLang="en-US" sz="18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다객체</a:t>
          </a:r>
          <a:r>
            <a:rPr lang="ko-KR" altLang="en-US" sz="1800" kern="1200" dirty="0" smtClean="0">
              <a:ln>
                <a:noFill/>
              </a:ln>
              <a:solidFill>
                <a:schemeClr val="tx1"/>
              </a:solidFill>
              <a:effectLst/>
            </a:rPr>
            <a:t> 오디오 압축 기술 개발</a:t>
          </a:r>
          <a:endParaRPr lang="en-US" altLang="ko-KR" sz="1800" kern="1200" dirty="0" smtClean="0">
            <a:ln>
              <a:noFill/>
            </a:ln>
            <a:solidFill>
              <a:schemeClr val="tx1"/>
            </a:solidFill>
            <a:effectLst/>
          </a:endParaRPr>
        </a:p>
        <a:p>
          <a:pPr marL="82550" lvl="0" indent="-82550" algn="l" defTabSz="8001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dirty="0" smtClean="0">
              <a:ln>
                <a:noFill/>
              </a:ln>
              <a:solidFill>
                <a:schemeClr val="tx1"/>
              </a:solidFill>
              <a:effectLst/>
            </a:rPr>
            <a:t>-</a:t>
          </a:r>
          <a:r>
            <a:rPr lang="ko-KR" altLang="en-US" sz="1400" b="1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파라미터</a:t>
          </a:r>
          <a:r>
            <a:rPr lang="ko-KR" altLang="en-US" sz="1400" b="1" kern="1200" dirty="0" smtClean="0">
              <a:ln>
                <a:noFill/>
              </a:ln>
              <a:solidFill>
                <a:schemeClr val="tx1"/>
              </a:solidFill>
              <a:effectLst/>
            </a:rPr>
            <a:t> 기반 고효율 </a:t>
          </a:r>
          <a:r>
            <a:rPr lang="ko-KR" altLang="en-US" sz="1400" b="1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다객체</a:t>
          </a:r>
          <a:r>
            <a:rPr lang="ko-KR" altLang="en-US" sz="1400" b="1" kern="1200" dirty="0" smtClean="0">
              <a:ln>
                <a:noFill/>
              </a:ln>
              <a:solidFill>
                <a:schemeClr val="tx1"/>
              </a:solidFill>
              <a:effectLst/>
            </a:rPr>
            <a:t> 오디오 압축 기술 개발</a:t>
          </a:r>
          <a:endParaRPr lang="ko-KR" altLang="en-US" sz="1050" b="1" kern="1200" dirty="0">
            <a:ln>
              <a:noFill/>
            </a:ln>
            <a:solidFill>
              <a:schemeClr val="tx1"/>
            </a:solidFill>
            <a:effectLst/>
          </a:endParaRPr>
        </a:p>
      </dsp:txBody>
      <dsp:txXfrm>
        <a:off x="0" y="619731"/>
        <a:ext cx="1512109" cy="2774843"/>
      </dsp:txXfrm>
    </dsp:sp>
    <dsp:sp modelId="{533FFE40-C8BC-451B-BDEF-EC5503871135}">
      <dsp:nvSpPr>
        <dsp:cNvPr id="0" name=""/>
        <dsp:cNvSpPr/>
      </dsp:nvSpPr>
      <dsp:spPr>
        <a:xfrm rot="17739252">
          <a:off x="1208095" y="1512640"/>
          <a:ext cx="1072245" cy="22478"/>
        </a:xfrm>
        <a:custGeom>
          <a:avLst/>
          <a:gdLst/>
          <a:ahLst/>
          <a:cxnLst/>
          <a:rect l="0" t="0" r="0" b="0"/>
          <a:pathLst>
            <a:path>
              <a:moveTo>
                <a:pt x="0" y="11239"/>
              </a:moveTo>
              <a:lnTo>
                <a:pt x="1072245" y="11239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ln>
              <a:noFill/>
            </a:ln>
            <a:solidFill>
              <a:schemeClr val="tx1"/>
            </a:solidFill>
            <a:effectLst/>
          </a:endParaRPr>
        </a:p>
      </dsp:txBody>
      <dsp:txXfrm rot="17739252">
        <a:off x="1717412" y="1497073"/>
        <a:ext cx="53612" cy="53612"/>
      </dsp:txXfrm>
    </dsp:sp>
    <dsp:sp modelId="{5040C5D3-0786-433E-AECA-4AC94BC4C7A7}">
      <dsp:nvSpPr>
        <dsp:cNvPr id="0" name=""/>
        <dsp:cNvSpPr/>
      </dsp:nvSpPr>
      <dsp:spPr>
        <a:xfrm>
          <a:off x="1976326" y="398586"/>
          <a:ext cx="1621401" cy="12840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smtClean="0">
              <a:ln>
                <a:noFill/>
              </a:ln>
              <a:solidFill>
                <a:schemeClr val="tx1"/>
              </a:solidFill>
              <a:effectLst/>
            </a:rPr>
            <a:t>효율적인 공간 큐 </a:t>
          </a:r>
          <a:r>
            <a:rPr lang="ko-KR" altLang="en-US" sz="16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파라미터</a:t>
          </a:r>
          <a:r>
            <a:rPr lang="ko-KR" altLang="en-US" sz="1600" kern="1200" dirty="0" smtClean="0">
              <a:ln>
                <a:noFill/>
              </a:ln>
              <a:solidFill>
                <a:schemeClr val="tx1"/>
              </a:solidFill>
              <a:effectLst/>
            </a:rPr>
            <a:t> 표현 및 양자화 방법 연구</a:t>
          </a:r>
          <a:endParaRPr lang="ko-KR" altLang="en-US" sz="1600" kern="1200" dirty="0">
            <a:ln>
              <a:noFill/>
            </a:ln>
            <a:solidFill>
              <a:schemeClr val="tx1"/>
            </a:solidFill>
            <a:effectLst/>
          </a:endParaRPr>
        </a:p>
      </dsp:txBody>
      <dsp:txXfrm>
        <a:off x="1976326" y="398586"/>
        <a:ext cx="1621401" cy="1284038"/>
      </dsp:txXfrm>
    </dsp:sp>
    <dsp:sp modelId="{4E5FE196-2EA7-4934-912A-3D591F28C9F1}">
      <dsp:nvSpPr>
        <dsp:cNvPr id="0" name=""/>
        <dsp:cNvSpPr/>
      </dsp:nvSpPr>
      <dsp:spPr>
        <a:xfrm rot="18301683">
          <a:off x="3471683" y="787092"/>
          <a:ext cx="591727" cy="22478"/>
        </a:xfrm>
        <a:custGeom>
          <a:avLst/>
          <a:gdLst/>
          <a:ahLst/>
          <a:cxnLst/>
          <a:rect l="0" t="0" r="0" b="0"/>
          <a:pathLst>
            <a:path>
              <a:moveTo>
                <a:pt x="0" y="11239"/>
              </a:moveTo>
              <a:lnTo>
                <a:pt x="591727" y="1123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ln>
              <a:noFill/>
            </a:ln>
            <a:solidFill>
              <a:schemeClr val="tx1"/>
            </a:solidFill>
            <a:effectLst/>
          </a:endParaRPr>
        </a:p>
      </dsp:txBody>
      <dsp:txXfrm rot="18301683">
        <a:off x="3752754" y="783538"/>
        <a:ext cx="29586" cy="29586"/>
      </dsp:txXfrm>
    </dsp:sp>
    <dsp:sp modelId="{00F9D93E-18E9-40DE-8AD1-92D5303895CB}">
      <dsp:nvSpPr>
        <dsp:cNvPr id="0" name=""/>
        <dsp:cNvSpPr/>
      </dsp:nvSpPr>
      <dsp:spPr>
        <a:xfrm>
          <a:off x="3937366" y="376429"/>
          <a:ext cx="4316046" cy="3592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다양한 </a:t>
          </a:r>
          <a:r>
            <a:rPr lang="en-US" altLang="ko-KR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Transform </a:t>
          </a: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영역에서의 공간 큐 추출 방법 연구</a:t>
          </a:r>
          <a:endParaRPr lang="ko-KR" altLang="en-US" sz="1400" kern="1200" dirty="0">
            <a:ln>
              <a:noFill/>
            </a:ln>
            <a:solidFill>
              <a:schemeClr val="tx1"/>
            </a:solidFill>
            <a:effectLst/>
          </a:endParaRPr>
        </a:p>
      </dsp:txBody>
      <dsp:txXfrm>
        <a:off x="3937366" y="376429"/>
        <a:ext cx="4316046" cy="359254"/>
      </dsp:txXfrm>
    </dsp:sp>
    <dsp:sp modelId="{B9D31316-C171-413A-A6BF-524AE0104041}">
      <dsp:nvSpPr>
        <dsp:cNvPr id="0" name=""/>
        <dsp:cNvSpPr/>
      </dsp:nvSpPr>
      <dsp:spPr>
        <a:xfrm rot="20896300">
          <a:off x="3594107" y="994111"/>
          <a:ext cx="346880" cy="22478"/>
        </a:xfrm>
        <a:custGeom>
          <a:avLst/>
          <a:gdLst/>
          <a:ahLst/>
          <a:cxnLst/>
          <a:rect l="0" t="0" r="0" b="0"/>
          <a:pathLst>
            <a:path>
              <a:moveTo>
                <a:pt x="0" y="11239"/>
              </a:moveTo>
              <a:lnTo>
                <a:pt x="346880" y="1123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ln>
              <a:noFill/>
            </a:ln>
            <a:solidFill>
              <a:schemeClr val="tx1"/>
            </a:solidFill>
            <a:effectLst/>
          </a:endParaRPr>
        </a:p>
      </dsp:txBody>
      <dsp:txXfrm rot="20896300">
        <a:off x="3758875" y="996678"/>
        <a:ext cx="17344" cy="17344"/>
      </dsp:txXfrm>
    </dsp:sp>
    <dsp:sp modelId="{6C03747C-6E5D-4A28-A589-D580147D0511}">
      <dsp:nvSpPr>
        <dsp:cNvPr id="0" name=""/>
        <dsp:cNvSpPr/>
      </dsp:nvSpPr>
      <dsp:spPr>
        <a:xfrm>
          <a:off x="3937366" y="790467"/>
          <a:ext cx="4316046" cy="3592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스테레오</a:t>
          </a:r>
          <a:r>
            <a:rPr lang="en-US" altLang="ko-KR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/</a:t>
          </a:r>
          <a:r>
            <a:rPr lang="ko-KR" altLang="en-US" sz="14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모노</a:t>
          </a: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 객체에 대한 공간 큐 분석 방법 정의</a:t>
          </a:r>
          <a:endParaRPr lang="ko-KR" altLang="en-US" sz="1400" kern="1200" dirty="0">
            <a:ln>
              <a:noFill/>
            </a:ln>
            <a:solidFill>
              <a:schemeClr val="tx1"/>
            </a:solidFill>
            <a:effectLst/>
          </a:endParaRPr>
        </a:p>
      </dsp:txBody>
      <dsp:txXfrm>
        <a:off x="3937366" y="790467"/>
        <a:ext cx="4316046" cy="359254"/>
      </dsp:txXfrm>
    </dsp:sp>
    <dsp:sp modelId="{3440FDDF-30C2-4936-AF80-8001192BF05C}">
      <dsp:nvSpPr>
        <dsp:cNvPr id="0" name=""/>
        <dsp:cNvSpPr/>
      </dsp:nvSpPr>
      <dsp:spPr>
        <a:xfrm rot="3253356">
          <a:off x="3481369" y="1256641"/>
          <a:ext cx="560275" cy="22478"/>
        </a:xfrm>
        <a:custGeom>
          <a:avLst/>
          <a:gdLst/>
          <a:ahLst/>
          <a:cxnLst/>
          <a:rect l="0" t="0" r="0" b="0"/>
          <a:pathLst>
            <a:path>
              <a:moveTo>
                <a:pt x="0" y="11239"/>
              </a:moveTo>
              <a:lnTo>
                <a:pt x="560275" y="1123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ln>
              <a:noFill/>
            </a:ln>
            <a:solidFill>
              <a:schemeClr val="tx1"/>
            </a:solidFill>
            <a:effectLst/>
          </a:endParaRPr>
        </a:p>
      </dsp:txBody>
      <dsp:txXfrm rot="3253356">
        <a:off x="3747500" y="1253873"/>
        <a:ext cx="28013" cy="28013"/>
      </dsp:txXfrm>
    </dsp:sp>
    <dsp:sp modelId="{A70382C5-F94E-4F34-885A-6FA593EDE68A}">
      <dsp:nvSpPr>
        <dsp:cNvPr id="0" name=""/>
        <dsp:cNvSpPr/>
      </dsp:nvSpPr>
      <dsp:spPr>
        <a:xfrm>
          <a:off x="3925286" y="1221102"/>
          <a:ext cx="4324728" cy="5481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다객체</a:t>
          </a: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 신호를 효율적으로 표현하기 위한 공간 큐 분석의 적정 해상도 도출</a:t>
          </a:r>
          <a:endParaRPr lang="ko-KR" altLang="en-US" sz="1400" kern="1200" dirty="0">
            <a:ln>
              <a:noFill/>
            </a:ln>
            <a:solidFill>
              <a:schemeClr val="tx1"/>
            </a:solidFill>
            <a:effectLst/>
          </a:endParaRPr>
        </a:p>
      </dsp:txBody>
      <dsp:txXfrm>
        <a:off x="3925286" y="1221102"/>
        <a:ext cx="4324728" cy="548104"/>
      </dsp:txXfrm>
    </dsp:sp>
    <dsp:sp modelId="{08B87269-9177-4344-82A1-6245B3312185}">
      <dsp:nvSpPr>
        <dsp:cNvPr id="0" name=""/>
        <dsp:cNvSpPr/>
      </dsp:nvSpPr>
      <dsp:spPr>
        <a:xfrm rot="3930876">
          <a:off x="1189831" y="2496812"/>
          <a:ext cx="1100793" cy="22478"/>
        </a:xfrm>
        <a:custGeom>
          <a:avLst/>
          <a:gdLst/>
          <a:ahLst/>
          <a:cxnLst/>
          <a:rect l="0" t="0" r="0" b="0"/>
          <a:pathLst>
            <a:path>
              <a:moveTo>
                <a:pt x="0" y="11239"/>
              </a:moveTo>
              <a:lnTo>
                <a:pt x="1100793" y="11239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ln>
              <a:noFill/>
            </a:ln>
            <a:solidFill>
              <a:schemeClr val="tx1"/>
            </a:solidFill>
            <a:effectLst/>
          </a:endParaRPr>
        </a:p>
      </dsp:txBody>
      <dsp:txXfrm rot="3930876">
        <a:off x="1712708" y="2480531"/>
        <a:ext cx="55039" cy="55039"/>
      </dsp:txXfrm>
    </dsp:sp>
    <dsp:sp modelId="{9CA0007D-9D7F-4F43-BA92-A4CA47E9DF1A}">
      <dsp:nvSpPr>
        <dsp:cNvPr id="0" name=""/>
        <dsp:cNvSpPr/>
      </dsp:nvSpPr>
      <dsp:spPr>
        <a:xfrm>
          <a:off x="1968346" y="2366930"/>
          <a:ext cx="1621401" cy="12840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다객체</a:t>
          </a:r>
          <a:r>
            <a:rPr lang="ko-KR" altLang="en-US" sz="1600" kern="1200" dirty="0" smtClean="0">
              <a:ln>
                <a:noFill/>
              </a:ln>
              <a:solidFill>
                <a:schemeClr val="tx1"/>
              </a:solidFill>
              <a:effectLst/>
            </a:rPr>
            <a:t> 오디오 부</a:t>
          </a:r>
          <a:r>
            <a:rPr lang="en-US" altLang="ko-KR" sz="1600" kern="1200" dirty="0" smtClean="0">
              <a:ln>
                <a:noFill/>
              </a:ln>
              <a:solidFill>
                <a:schemeClr val="tx1"/>
              </a:solidFill>
              <a:effectLst/>
            </a:rPr>
            <a:t>/</a:t>
          </a:r>
          <a:r>
            <a:rPr lang="ko-KR" altLang="en-US" sz="16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복호화기</a:t>
          </a:r>
          <a:r>
            <a:rPr lang="ko-KR" altLang="en-US" sz="1600" kern="1200" dirty="0" smtClean="0">
              <a:ln>
                <a:noFill/>
              </a:ln>
              <a:solidFill>
                <a:schemeClr val="tx1"/>
              </a:solidFill>
              <a:effectLst/>
            </a:rPr>
            <a:t> 구조 연구</a:t>
          </a:r>
          <a:endParaRPr lang="ko-KR" altLang="en-US" sz="1600" kern="1200" dirty="0">
            <a:ln>
              <a:noFill/>
            </a:ln>
            <a:solidFill>
              <a:schemeClr val="tx1"/>
            </a:solidFill>
            <a:effectLst/>
          </a:endParaRPr>
        </a:p>
      </dsp:txBody>
      <dsp:txXfrm>
        <a:off x="1968346" y="2366930"/>
        <a:ext cx="1621401" cy="1284038"/>
      </dsp:txXfrm>
    </dsp:sp>
    <dsp:sp modelId="{341DA3C5-C12D-423C-96FF-B9A51A5492DA}">
      <dsp:nvSpPr>
        <dsp:cNvPr id="0" name=""/>
        <dsp:cNvSpPr/>
      </dsp:nvSpPr>
      <dsp:spPr>
        <a:xfrm rot="17729638">
          <a:off x="3359740" y="2633213"/>
          <a:ext cx="807633" cy="22478"/>
        </a:xfrm>
        <a:custGeom>
          <a:avLst/>
          <a:gdLst/>
          <a:ahLst/>
          <a:cxnLst/>
          <a:rect l="0" t="0" r="0" b="0"/>
          <a:pathLst>
            <a:path>
              <a:moveTo>
                <a:pt x="0" y="11239"/>
              </a:moveTo>
              <a:lnTo>
                <a:pt x="807633" y="1123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ln>
              <a:noFill/>
            </a:ln>
            <a:solidFill>
              <a:schemeClr val="tx1"/>
            </a:solidFill>
            <a:effectLst/>
          </a:endParaRPr>
        </a:p>
      </dsp:txBody>
      <dsp:txXfrm rot="17729638">
        <a:off x="3743366" y="2624261"/>
        <a:ext cx="40381" cy="40381"/>
      </dsp:txXfrm>
    </dsp:sp>
    <dsp:sp modelId="{47305A0C-5286-4BAA-B7E1-2152C6567E6F}">
      <dsp:nvSpPr>
        <dsp:cNvPr id="0" name=""/>
        <dsp:cNvSpPr/>
      </dsp:nvSpPr>
      <dsp:spPr>
        <a:xfrm>
          <a:off x="3937366" y="1962040"/>
          <a:ext cx="4316046" cy="6358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메인 보컬 등 주요 객체 분석을 위한 </a:t>
          </a:r>
          <a:r>
            <a:rPr lang="ko-KR" altLang="en-US" sz="14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코덱</a:t>
          </a: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 구조 제시 </a:t>
          </a:r>
          <a:r>
            <a:rPr lang="en-US" altLang="ko-KR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/>
          </a:r>
          <a:br>
            <a:rPr lang="en-US" altLang="ko-KR" sz="1400" kern="1200" dirty="0" smtClean="0">
              <a:ln>
                <a:noFill/>
              </a:ln>
              <a:solidFill>
                <a:schemeClr val="tx1"/>
              </a:solidFill>
              <a:effectLst/>
            </a:rPr>
          </a:br>
          <a:r>
            <a:rPr lang="en-US" altLang="ko-KR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(Two-way analyzer)</a:t>
          </a:r>
          <a:endParaRPr lang="ko-KR" altLang="en-US" sz="1400" kern="1200" dirty="0">
            <a:ln>
              <a:noFill/>
            </a:ln>
            <a:solidFill>
              <a:schemeClr val="tx1"/>
            </a:solidFill>
            <a:effectLst/>
          </a:endParaRPr>
        </a:p>
      </dsp:txBody>
      <dsp:txXfrm>
        <a:off x="3937366" y="1962040"/>
        <a:ext cx="4316046" cy="635828"/>
      </dsp:txXfrm>
    </dsp:sp>
    <dsp:sp modelId="{A704B5D5-CB85-44FD-98C0-09F36DF0534A}">
      <dsp:nvSpPr>
        <dsp:cNvPr id="0" name=""/>
        <dsp:cNvSpPr/>
      </dsp:nvSpPr>
      <dsp:spPr>
        <a:xfrm rot="20151404">
          <a:off x="3572548" y="2917288"/>
          <a:ext cx="393242" cy="22478"/>
        </a:xfrm>
        <a:custGeom>
          <a:avLst/>
          <a:gdLst/>
          <a:ahLst/>
          <a:cxnLst/>
          <a:rect l="0" t="0" r="0" b="0"/>
          <a:pathLst>
            <a:path>
              <a:moveTo>
                <a:pt x="0" y="11239"/>
              </a:moveTo>
              <a:lnTo>
                <a:pt x="393242" y="1123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ln>
              <a:noFill/>
            </a:ln>
            <a:solidFill>
              <a:schemeClr val="tx1"/>
            </a:solidFill>
            <a:effectLst/>
          </a:endParaRPr>
        </a:p>
      </dsp:txBody>
      <dsp:txXfrm rot="20151404">
        <a:off x="3759339" y="2918696"/>
        <a:ext cx="19662" cy="19662"/>
      </dsp:txXfrm>
    </dsp:sp>
    <dsp:sp modelId="{F68B40BC-D3F3-4A68-90A1-9BDA4CA75A9C}">
      <dsp:nvSpPr>
        <dsp:cNvPr id="0" name=""/>
        <dsp:cNvSpPr/>
      </dsp:nvSpPr>
      <dsp:spPr>
        <a:xfrm>
          <a:off x="3948592" y="2650908"/>
          <a:ext cx="4301127" cy="3943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구조적</a:t>
          </a:r>
          <a:r>
            <a:rPr lang="en-US" altLang="ko-KR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/</a:t>
          </a: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계산적 복잡도 최소화를 고려한 </a:t>
          </a:r>
          <a:r>
            <a:rPr lang="ko-KR" altLang="en-US" sz="14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코덱</a:t>
          </a: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 설계</a:t>
          </a:r>
          <a:endParaRPr lang="ko-KR" altLang="en-US" sz="1400" kern="1200" dirty="0">
            <a:ln>
              <a:noFill/>
            </a:ln>
            <a:solidFill>
              <a:schemeClr val="tx1"/>
            </a:solidFill>
            <a:effectLst/>
          </a:endParaRPr>
        </a:p>
      </dsp:txBody>
      <dsp:txXfrm>
        <a:off x="3948592" y="2650908"/>
        <a:ext cx="4301127" cy="394393"/>
      </dsp:txXfrm>
    </dsp:sp>
    <dsp:sp modelId="{8B649813-9F0B-484B-9F41-C87B9824FDCB}">
      <dsp:nvSpPr>
        <dsp:cNvPr id="0" name=""/>
        <dsp:cNvSpPr/>
      </dsp:nvSpPr>
      <dsp:spPr>
        <a:xfrm rot="2400883">
          <a:off x="3534900" y="3148342"/>
          <a:ext cx="468538" cy="22478"/>
        </a:xfrm>
        <a:custGeom>
          <a:avLst/>
          <a:gdLst/>
          <a:ahLst/>
          <a:cxnLst/>
          <a:rect l="0" t="0" r="0" b="0"/>
          <a:pathLst>
            <a:path>
              <a:moveTo>
                <a:pt x="0" y="11239"/>
              </a:moveTo>
              <a:lnTo>
                <a:pt x="468538" y="1123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ln>
              <a:noFill/>
            </a:ln>
            <a:solidFill>
              <a:schemeClr val="tx1"/>
            </a:solidFill>
            <a:effectLst/>
          </a:endParaRPr>
        </a:p>
      </dsp:txBody>
      <dsp:txXfrm rot="2400883">
        <a:off x="3757456" y="3147867"/>
        <a:ext cx="23426" cy="23426"/>
      </dsp:txXfrm>
    </dsp:sp>
    <dsp:sp modelId="{04D40013-163A-48D5-8013-7033DA6B9DAC}">
      <dsp:nvSpPr>
        <dsp:cNvPr id="0" name=""/>
        <dsp:cNvSpPr/>
      </dsp:nvSpPr>
      <dsp:spPr>
        <a:xfrm>
          <a:off x="3948592" y="3113015"/>
          <a:ext cx="4273875" cy="3943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주요</a:t>
          </a:r>
          <a:r>
            <a:rPr lang="en-US" altLang="ko-KR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 </a:t>
          </a:r>
          <a:r>
            <a:rPr lang="ko-KR" altLang="en-US" sz="14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파라메트릭</a:t>
          </a: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 부</a:t>
          </a:r>
          <a:r>
            <a:rPr lang="en-US" altLang="ko-KR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/</a:t>
          </a:r>
          <a:r>
            <a:rPr lang="ko-KR" altLang="en-US" sz="14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복호화기</a:t>
          </a: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 모듈 구현</a:t>
          </a:r>
          <a:endParaRPr lang="ko-KR" altLang="en-US" sz="1400" kern="1200" dirty="0">
            <a:ln>
              <a:noFill/>
            </a:ln>
            <a:solidFill>
              <a:schemeClr val="tx1"/>
            </a:solidFill>
            <a:effectLst/>
          </a:endParaRPr>
        </a:p>
      </dsp:txBody>
      <dsp:txXfrm>
        <a:off x="3948592" y="3113015"/>
        <a:ext cx="4273875" cy="394393"/>
      </dsp:txXfrm>
    </dsp:sp>
    <dsp:sp modelId="{08651863-7461-47D6-A2F7-CFEED36B4804}">
      <dsp:nvSpPr>
        <dsp:cNvPr id="0" name=""/>
        <dsp:cNvSpPr/>
      </dsp:nvSpPr>
      <dsp:spPr>
        <a:xfrm rot="3865996">
          <a:off x="3347052" y="3382856"/>
          <a:ext cx="853903" cy="22478"/>
        </a:xfrm>
        <a:custGeom>
          <a:avLst/>
          <a:gdLst/>
          <a:ahLst/>
          <a:cxnLst/>
          <a:rect l="0" t="0" r="0" b="0"/>
          <a:pathLst>
            <a:path>
              <a:moveTo>
                <a:pt x="0" y="11239"/>
              </a:moveTo>
              <a:lnTo>
                <a:pt x="853903" y="1123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ln>
              <a:noFill/>
            </a:ln>
            <a:solidFill>
              <a:schemeClr val="tx1"/>
            </a:solidFill>
            <a:effectLst/>
          </a:endParaRPr>
        </a:p>
      </dsp:txBody>
      <dsp:txXfrm rot="3865996">
        <a:off x="3752656" y="3372748"/>
        <a:ext cx="42695" cy="42695"/>
      </dsp:txXfrm>
    </dsp:sp>
    <dsp:sp modelId="{A3C888A5-2544-42E3-9EF5-EC2F18A4E1BF}">
      <dsp:nvSpPr>
        <dsp:cNvPr id="0" name=""/>
        <dsp:cNvSpPr/>
      </dsp:nvSpPr>
      <dsp:spPr>
        <a:xfrm>
          <a:off x="3958260" y="3582044"/>
          <a:ext cx="4295240" cy="3943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객체별</a:t>
          </a: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 오디오 </a:t>
          </a:r>
          <a:r>
            <a:rPr lang="ko-KR" altLang="en-US" sz="1400" kern="1200" dirty="0" err="1" smtClean="0">
              <a:ln>
                <a:noFill/>
              </a:ln>
              <a:solidFill>
                <a:schemeClr val="tx1"/>
              </a:solidFill>
              <a:effectLst/>
            </a:rPr>
            <a:t>부복호화</a:t>
          </a:r>
          <a:r>
            <a:rPr lang="ko-KR" altLang="en-US" sz="1400" kern="1200" dirty="0" smtClean="0">
              <a:ln>
                <a:noFill/>
              </a:ln>
              <a:solidFill>
                <a:schemeClr val="tx1"/>
              </a:solidFill>
              <a:effectLst/>
            </a:rPr>
            <a:t> 알고리즘 개발</a:t>
          </a:r>
          <a:endParaRPr lang="ko-KR" altLang="en-US" sz="1400" kern="1200" dirty="0">
            <a:ln>
              <a:noFill/>
            </a:ln>
            <a:solidFill>
              <a:schemeClr val="tx1"/>
            </a:solidFill>
            <a:effectLst/>
          </a:endParaRPr>
        </a:p>
      </dsp:txBody>
      <dsp:txXfrm>
        <a:off x="3958260" y="3582044"/>
        <a:ext cx="4295240" cy="394393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0E8C2D0-86CC-4FFD-B504-E6F1353C617B}">
      <dsp:nvSpPr>
        <dsp:cNvPr id="0" name=""/>
        <dsp:cNvSpPr/>
      </dsp:nvSpPr>
      <dsp:spPr>
        <a:xfrm>
          <a:off x="0" y="1098615"/>
          <a:ext cx="1130596" cy="207473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b="0" kern="1200" dirty="0" smtClean="0">
              <a:solidFill>
                <a:schemeClr val="tx1"/>
              </a:solidFill>
              <a:effectLst/>
            </a:rPr>
            <a:t>음악 분위기 제어 기술</a:t>
          </a:r>
          <a:endParaRPr lang="en-US" altLang="ko-KR" sz="1800" b="0" kern="1200" dirty="0" smtClean="0">
            <a:solidFill>
              <a:schemeClr val="tx1"/>
            </a:solidFill>
            <a:effectLst/>
          </a:endParaRPr>
        </a:p>
        <a:p>
          <a:pPr marL="82550" lvl="0" indent="-82550" algn="l" defTabSz="8001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800" b="0" kern="1200" dirty="0" smtClean="0">
              <a:solidFill>
                <a:schemeClr val="tx1"/>
              </a:solidFill>
              <a:effectLst/>
            </a:rPr>
            <a:t>-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음악 분위기 제어를 위한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</a:rPr>
            <a:t>음원의</a:t>
          </a:r>
          <a:r>
            <a:rPr lang="ko-KR" altLang="en-US" sz="1200" b="0" kern="1200" dirty="0" smtClean="0">
              <a:solidFill>
                <a:schemeClr val="tx1"/>
              </a:solidFill>
              <a:effectLst/>
            </a:rPr>
            <a:t> 특징 검출 기술 연구</a:t>
          </a:r>
          <a:endParaRPr lang="ko-KR" altLang="en-US" sz="1200" b="0" kern="1200" dirty="0">
            <a:solidFill>
              <a:schemeClr val="tx1"/>
            </a:solidFill>
            <a:effectLst/>
          </a:endParaRPr>
        </a:p>
      </dsp:txBody>
      <dsp:txXfrm>
        <a:off x="0" y="1098615"/>
        <a:ext cx="1130596" cy="2074734"/>
      </dsp:txXfrm>
    </dsp:sp>
    <dsp:sp modelId="{533FFE40-C8BC-451B-BDEF-EC5503871135}">
      <dsp:nvSpPr>
        <dsp:cNvPr id="0" name=""/>
        <dsp:cNvSpPr/>
      </dsp:nvSpPr>
      <dsp:spPr>
        <a:xfrm rot="16953121">
          <a:off x="685833" y="1573423"/>
          <a:ext cx="1136521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1136521" y="788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700" b="0" kern="1200">
            <a:solidFill>
              <a:schemeClr val="tx1"/>
            </a:solidFill>
            <a:effectLst/>
          </a:endParaRPr>
        </a:p>
      </dsp:txBody>
      <dsp:txXfrm rot="16953121">
        <a:off x="1225680" y="1552890"/>
        <a:ext cx="56826" cy="56826"/>
      </dsp:txXfrm>
    </dsp:sp>
    <dsp:sp modelId="{5040C5D3-0786-433E-AECA-4AC94BC4C7A7}">
      <dsp:nvSpPr>
        <dsp:cNvPr id="0" name=""/>
        <dsp:cNvSpPr/>
      </dsp:nvSpPr>
      <dsp:spPr>
        <a:xfrm>
          <a:off x="1377591" y="546590"/>
          <a:ext cx="1212313" cy="9600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제어 가능한 음악 분위기 정의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1377591" y="546590"/>
        <a:ext cx="1212313" cy="960068"/>
      </dsp:txXfrm>
    </dsp:sp>
    <dsp:sp modelId="{4E5FE196-2EA7-4934-912A-3D591F28C9F1}">
      <dsp:nvSpPr>
        <dsp:cNvPr id="0" name=""/>
        <dsp:cNvSpPr/>
      </dsp:nvSpPr>
      <dsp:spPr>
        <a:xfrm rot="19283184">
          <a:off x="2552639" y="912372"/>
          <a:ext cx="340901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340901" y="788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19283184">
        <a:off x="2714568" y="911729"/>
        <a:ext cx="17045" cy="17045"/>
      </dsp:txXfrm>
    </dsp:sp>
    <dsp:sp modelId="{00F9D93E-18E9-40DE-8AD1-92D5303895CB}">
      <dsp:nvSpPr>
        <dsp:cNvPr id="0" name=""/>
        <dsp:cNvSpPr/>
      </dsp:nvSpPr>
      <dsp:spPr>
        <a:xfrm>
          <a:off x="2856276" y="546590"/>
          <a:ext cx="2560406" cy="5345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분위기 분류 참조 모델 선정 및 분석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2856276" y="546590"/>
        <a:ext cx="2560406" cy="534578"/>
      </dsp:txXfrm>
    </dsp:sp>
    <dsp:sp modelId="{08C6C7CC-DEEE-4073-80E1-3329C8030856}">
      <dsp:nvSpPr>
        <dsp:cNvPr id="0" name=""/>
        <dsp:cNvSpPr/>
      </dsp:nvSpPr>
      <dsp:spPr>
        <a:xfrm rot="166870">
          <a:off x="5416474" y="814564"/>
          <a:ext cx="353044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353044" y="788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166870">
        <a:off x="5584170" y="813619"/>
        <a:ext cx="17652" cy="17652"/>
      </dsp:txXfrm>
    </dsp:sp>
    <dsp:sp modelId="{1562CCAF-8442-41AA-B316-76F5C3B2AF75}">
      <dsp:nvSpPr>
        <dsp:cNvPr id="0" name=""/>
        <dsp:cNvSpPr/>
      </dsp:nvSpPr>
      <dsp:spPr>
        <a:xfrm>
          <a:off x="5769311" y="556528"/>
          <a:ext cx="2698734" cy="5489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SmartSound</a:t>
          </a:r>
          <a:r>
            <a:rPr lang="en-US" altLang="ko-KR" sz="1400" b="1" kern="1200" baseline="30000" dirty="0" smtClean="0">
              <a:solidFill>
                <a:srgbClr val="1F006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, 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전체 </a:t>
          </a: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184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개의 분위기 분류 분석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5769311" y="556528"/>
        <a:ext cx="2698734" cy="548962"/>
      </dsp:txXfrm>
    </dsp:sp>
    <dsp:sp modelId="{B9D31316-C171-413A-A6BF-524AE0104041}">
      <dsp:nvSpPr>
        <dsp:cNvPr id="0" name=""/>
        <dsp:cNvSpPr/>
      </dsp:nvSpPr>
      <dsp:spPr>
        <a:xfrm rot="2593989">
          <a:off x="2540287" y="1143959"/>
          <a:ext cx="365607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365607" y="788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2593989">
        <a:off x="2713950" y="1142699"/>
        <a:ext cx="18280" cy="18280"/>
      </dsp:txXfrm>
    </dsp:sp>
    <dsp:sp modelId="{6C03747C-6E5D-4A28-A589-D580147D0511}">
      <dsp:nvSpPr>
        <dsp:cNvPr id="0" name=""/>
        <dsp:cNvSpPr/>
      </dsp:nvSpPr>
      <dsp:spPr>
        <a:xfrm>
          <a:off x="2856276" y="1102971"/>
          <a:ext cx="2560406" cy="3481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적용 가능한 대표적 분위기 선정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2856276" y="1102971"/>
        <a:ext cx="2560406" cy="348166"/>
      </dsp:txXfrm>
    </dsp:sp>
    <dsp:sp modelId="{09583962-8041-43BF-AE10-A7B1F6CEF418}">
      <dsp:nvSpPr>
        <dsp:cNvPr id="0" name=""/>
        <dsp:cNvSpPr/>
      </dsp:nvSpPr>
      <dsp:spPr>
        <a:xfrm rot="2289995">
          <a:off x="1097015" y="2225168"/>
          <a:ext cx="314156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314156" y="788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2289995">
        <a:off x="1246240" y="2225195"/>
        <a:ext cx="15707" cy="15707"/>
      </dsp:txXfrm>
    </dsp:sp>
    <dsp:sp modelId="{F818D185-5A2B-4075-86D2-9A8E24B99597}">
      <dsp:nvSpPr>
        <dsp:cNvPr id="0" name=""/>
        <dsp:cNvSpPr/>
      </dsp:nvSpPr>
      <dsp:spPr>
        <a:xfrm>
          <a:off x="1377591" y="1659683"/>
          <a:ext cx="1212313" cy="13408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분위기 별 트랙 설정 고찰 및 분위기 제어 방안 수립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1377591" y="1659683"/>
        <a:ext cx="1212313" cy="1340863"/>
      </dsp:txXfrm>
    </dsp:sp>
    <dsp:sp modelId="{68B987F8-A65D-4A8C-9FC9-DA1686351D01}">
      <dsp:nvSpPr>
        <dsp:cNvPr id="0" name=""/>
        <dsp:cNvSpPr/>
      </dsp:nvSpPr>
      <dsp:spPr>
        <a:xfrm rot="17658825">
          <a:off x="2399615" y="2027450"/>
          <a:ext cx="646951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646951" y="788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17658825">
        <a:off x="2706916" y="2019157"/>
        <a:ext cx="32347" cy="32347"/>
      </dsp:txXfrm>
    </dsp:sp>
    <dsp:sp modelId="{D5F413FE-8E01-49AC-94D1-B16D0BC1F770}">
      <dsp:nvSpPr>
        <dsp:cNvPr id="0" name=""/>
        <dsp:cNvSpPr/>
      </dsp:nvSpPr>
      <dsp:spPr>
        <a:xfrm>
          <a:off x="2856276" y="1551742"/>
          <a:ext cx="2560406" cy="3776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분위기 별 악기 </a:t>
          </a:r>
          <a:r>
            <a:rPr lang="ko-KR" altLang="en-US" sz="1400" b="0" kern="1200" dirty="0" err="1" smtClean="0">
              <a:solidFill>
                <a:schemeClr val="tx1"/>
              </a:solidFill>
              <a:effectLst/>
            </a:rPr>
            <a:t>설정값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 일반화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2856276" y="1551742"/>
        <a:ext cx="2560406" cy="377607"/>
      </dsp:txXfrm>
    </dsp:sp>
    <dsp:sp modelId="{05C8AE9D-0CDE-4F0F-8C51-61DFAF3C40E1}">
      <dsp:nvSpPr>
        <dsp:cNvPr id="0" name=""/>
        <dsp:cNvSpPr/>
      </dsp:nvSpPr>
      <dsp:spPr>
        <a:xfrm rot="20067792">
          <a:off x="2575378" y="2258132"/>
          <a:ext cx="297399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297399" y="788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20067792">
        <a:off x="2716643" y="2258577"/>
        <a:ext cx="14869" cy="14869"/>
      </dsp:txXfrm>
    </dsp:sp>
    <dsp:sp modelId="{82942DDA-DBCF-4728-9953-FD9F0F6FEB72}">
      <dsp:nvSpPr>
        <dsp:cNvPr id="0" name=""/>
        <dsp:cNvSpPr/>
      </dsp:nvSpPr>
      <dsp:spPr>
        <a:xfrm>
          <a:off x="2858251" y="1974032"/>
          <a:ext cx="2551972" cy="4557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청음 실험에 의한 분위기의 실제 느낌 분석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2858251" y="1974032"/>
        <a:ext cx="2551972" cy="455754"/>
      </dsp:txXfrm>
    </dsp:sp>
    <dsp:sp modelId="{B8FABADF-7883-4101-8316-85D532EB7DA0}">
      <dsp:nvSpPr>
        <dsp:cNvPr id="0" name=""/>
        <dsp:cNvSpPr/>
      </dsp:nvSpPr>
      <dsp:spPr>
        <a:xfrm rot="3391142">
          <a:off x="2484834" y="2517703"/>
          <a:ext cx="468709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468709" y="788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3391142">
        <a:off x="2707471" y="2513866"/>
        <a:ext cx="23435" cy="23435"/>
      </dsp:txXfrm>
    </dsp:sp>
    <dsp:sp modelId="{CAA5FBE0-A47D-412A-A86C-68492B01BE08}">
      <dsp:nvSpPr>
        <dsp:cNvPr id="0" name=""/>
        <dsp:cNvSpPr/>
      </dsp:nvSpPr>
      <dsp:spPr>
        <a:xfrm>
          <a:off x="2848473" y="2477161"/>
          <a:ext cx="2585322" cy="4877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분위기 제어 방안 수립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2848473" y="2477161"/>
        <a:ext cx="2585322" cy="487781"/>
      </dsp:txXfrm>
    </dsp:sp>
    <dsp:sp modelId="{BAE3FAD9-DE42-4748-B409-5918073ED3C1}">
      <dsp:nvSpPr>
        <dsp:cNvPr id="0" name=""/>
        <dsp:cNvSpPr/>
      </dsp:nvSpPr>
      <dsp:spPr>
        <a:xfrm rot="19196794">
          <a:off x="5380568" y="2567140"/>
          <a:ext cx="453864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453864" y="788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19196794">
        <a:off x="5596153" y="2563674"/>
        <a:ext cx="22693" cy="22693"/>
      </dsp:txXfrm>
    </dsp:sp>
    <dsp:sp modelId="{752E9347-9570-4D2A-A476-78A8898B5713}">
      <dsp:nvSpPr>
        <dsp:cNvPr id="0" name=""/>
        <dsp:cNvSpPr/>
      </dsp:nvSpPr>
      <dsp:spPr>
        <a:xfrm>
          <a:off x="5781204" y="2154508"/>
          <a:ext cx="2704996" cy="5489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악기의 선택 및 볼륨 조정에 의한 분위기 제어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5781204" y="2154508"/>
        <a:ext cx="2704996" cy="548962"/>
      </dsp:txXfrm>
    </dsp:sp>
    <dsp:sp modelId="{7330AAF1-222B-41D8-AFB0-166E8FCAE42D}">
      <dsp:nvSpPr>
        <dsp:cNvPr id="0" name=""/>
        <dsp:cNvSpPr/>
      </dsp:nvSpPr>
      <dsp:spPr>
        <a:xfrm rot="2550171">
          <a:off x="5371887" y="2872357"/>
          <a:ext cx="471225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471225" y="788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2550171">
        <a:off x="5595719" y="2868457"/>
        <a:ext cx="23561" cy="23561"/>
      </dsp:txXfrm>
    </dsp:sp>
    <dsp:sp modelId="{D864D5BC-0451-488A-9630-2E2A75D87859}">
      <dsp:nvSpPr>
        <dsp:cNvPr id="0" name=""/>
        <dsp:cNvSpPr/>
      </dsp:nvSpPr>
      <dsp:spPr>
        <a:xfrm>
          <a:off x="5781204" y="2764943"/>
          <a:ext cx="2704996" cy="5489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다양한 효과 적용에 의한 분위기 제어 방안 </a:t>
          </a: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(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잔향</a:t>
          </a: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, 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음색 등</a:t>
          </a: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)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5781204" y="2764943"/>
        <a:ext cx="2704996" cy="548962"/>
      </dsp:txXfrm>
    </dsp:sp>
    <dsp:sp modelId="{08B87269-9177-4344-82A1-6245B3312185}">
      <dsp:nvSpPr>
        <dsp:cNvPr id="0" name=""/>
        <dsp:cNvSpPr/>
      </dsp:nvSpPr>
      <dsp:spPr>
        <a:xfrm rot="4929388">
          <a:off x="349138" y="3024590"/>
          <a:ext cx="1809910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1809910" y="788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700" b="0" kern="1200">
            <a:solidFill>
              <a:schemeClr val="tx1"/>
            </a:solidFill>
            <a:effectLst/>
          </a:endParaRPr>
        </a:p>
      </dsp:txBody>
      <dsp:txXfrm rot="4929388">
        <a:off x="1208846" y="2987223"/>
        <a:ext cx="90495" cy="90495"/>
      </dsp:txXfrm>
    </dsp:sp>
    <dsp:sp modelId="{9CA0007D-9D7F-4F43-BA92-A4CA47E9DF1A}">
      <dsp:nvSpPr>
        <dsp:cNvPr id="0" name=""/>
        <dsp:cNvSpPr/>
      </dsp:nvSpPr>
      <dsp:spPr>
        <a:xfrm>
          <a:off x="1377591" y="3448925"/>
          <a:ext cx="1212313" cy="9600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Music 2.0 </a:t>
          </a:r>
          <a:r>
            <a:rPr lang="ko-KR" altLang="en-US" sz="1400" b="0" kern="1200" dirty="0" err="1" smtClean="0">
              <a:solidFill>
                <a:schemeClr val="tx1"/>
              </a:solidFill>
              <a:effectLst/>
            </a:rPr>
            <a:t>음원에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 의한 분위기 제어 구현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1377591" y="3448925"/>
        <a:ext cx="1212313" cy="960068"/>
      </dsp:txXfrm>
    </dsp:sp>
    <dsp:sp modelId="{2ED2F62A-1994-4377-A657-DCF3A0E27718}">
      <dsp:nvSpPr>
        <dsp:cNvPr id="0" name=""/>
        <dsp:cNvSpPr/>
      </dsp:nvSpPr>
      <dsp:spPr>
        <a:xfrm rot="17691400">
          <a:off x="2406245" y="3633586"/>
          <a:ext cx="633689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633689" y="788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17691400">
        <a:off x="2707248" y="3625624"/>
        <a:ext cx="31684" cy="31684"/>
      </dsp:txXfrm>
    </dsp:sp>
    <dsp:sp modelId="{439CF562-F9F1-49E3-AE1A-DD8F376B1425}">
      <dsp:nvSpPr>
        <dsp:cNvPr id="0" name=""/>
        <dsp:cNvSpPr/>
      </dsp:nvSpPr>
      <dsp:spPr>
        <a:xfrm>
          <a:off x="2856276" y="3050057"/>
          <a:ext cx="2596658" cy="6078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Music 2.0 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트랙 조합에 따른 분위기 제어 구현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2856276" y="3050057"/>
        <a:ext cx="2596658" cy="607832"/>
      </dsp:txXfrm>
    </dsp:sp>
    <dsp:sp modelId="{DAC285CD-AFD8-44A0-9682-BC5747B1EF53}">
      <dsp:nvSpPr>
        <dsp:cNvPr id="0" name=""/>
        <dsp:cNvSpPr/>
      </dsp:nvSpPr>
      <dsp:spPr>
        <a:xfrm rot="21568796">
          <a:off x="2589899" y="3919864"/>
          <a:ext cx="267742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267742" y="788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21568796">
        <a:off x="2717077" y="3921051"/>
        <a:ext cx="13387" cy="13387"/>
      </dsp:txXfrm>
    </dsp:sp>
    <dsp:sp modelId="{A3E13182-EC3E-4647-B6A9-66CDCE90A7FA}">
      <dsp:nvSpPr>
        <dsp:cNvPr id="0" name=""/>
        <dsp:cNvSpPr/>
      </dsp:nvSpPr>
      <dsp:spPr>
        <a:xfrm>
          <a:off x="2857636" y="3681233"/>
          <a:ext cx="2599231" cy="4905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4 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개의 대표적 분위기 선정 및 트랙 설정 값 결정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2857636" y="3681233"/>
        <a:ext cx="2599231" cy="490593"/>
      </dsp:txXfrm>
    </dsp:sp>
    <dsp:sp modelId="{BFA6AC12-77ED-4C07-BE2A-E34B3A881F6C}">
      <dsp:nvSpPr>
        <dsp:cNvPr id="0" name=""/>
        <dsp:cNvSpPr/>
      </dsp:nvSpPr>
      <dsp:spPr>
        <a:xfrm rot="21381445">
          <a:off x="5456497" y="3906963"/>
          <a:ext cx="367871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367871" y="788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21381445">
        <a:off x="5631236" y="3905646"/>
        <a:ext cx="18393" cy="18393"/>
      </dsp:txXfrm>
    </dsp:sp>
    <dsp:sp modelId="{7A71CFB0-3FC5-4F13-AE52-4D841680F391}">
      <dsp:nvSpPr>
        <dsp:cNvPr id="0" name=""/>
        <dsp:cNvSpPr/>
      </dsp:nvSpPr>
      <dsp:spPr>
        <a:xfrm>
          <a:off x="5823996" y="3628676"/>
          <a:ext cx="2666753" cy="5489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Music 2.0 Player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에 분위기 제어 기능 구현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5823996" y="3628676"/>
        <a:ext cx="2666753" cy="548962"/>
      </dsp:txXfrm>
    </dsp:sp>
    <dsp:sp modelId="{97AD8B21-B481-48E6-8F30-FB3A1D8F2E53}">
      <dsp:nvSpPr>
        <dsp:cNvPr id="0" name=""/>
        <dsp:cNvSpPr/>
      </dsp:nvSpPr>
      <dsp:spPr>
        <a:xfrm rot="3756399">
          <a:off x="2432819" y="4179406"/>
          <a:ext cx="581903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581903" y="788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3756399">
        <a:off x="2709223" y="4172739"/>
        <a:ext cx="29095" cy="29095"/>
      </dsp:txXfrm>
    </dsp:sp>
    <dsp:sp modelId="{6C06DA10-22EE-42BE-A3C8-4350CEA336B0}">
      <dsp:nvSpPr>
        <dsp:cNvPr id="0" name=""/>
        <dsp:cNvSpPr/>
      </dsp:nvSpPr>
      <dsp:spPr>
        <a:xfrm>
          <a:off x="2857636" y="4210890"/>
          <a:ext cx="2599231" cy="4694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청음 실험에 의한 분위기의 느낌 및 명칭 공모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2857636" y="4210890"/>
        <a:ext cx="2599231" cy="469446"/>
      </dsp:txXfrm>
    </dsp:sp>
    <dsp:sp modelId="{82EA4FCA-4448-4FF8-9FB1-E4B533B413E6}">
      <dsp:nvSpPr>
        <dsp:cNvPr id="0" name=""/>
        <dsp:cNvSpPr/>
      </dsp:nvSpPr>
      <dsp:spPr>
        <a:xfrm rot="278583">
          <a:off x="5456264" y="4452641"/>
          <a:ext cx="368336" cy="15760"/>
        </a:xfrm>
        <a:custGeom>
          <a:avLst/>
          <a:gdLst/>
          <a:ahLst/>
          <a:cxnLst/>
          <a:rect l="0" t="0" r="0" b="0"/>
          <a:pathLst>
            <a:path>
              <a:moveTo>
                <a:pt x="0" y="7880"/>
              </a:moveTo>
              <a:lnTo>
                <a:pt x="368336" y="788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b="0" kern="1200">
            <a:solidFill>
              <a:schemeClr val="tx1"/>
            </a:solidFill>
            <a:effectLst/>
          </a:endParaRPr>
        </a:p>
      </dsp:txBody>
      <dsp:txXfrm rot="278583">
        <a:off x="5631224" y="4451313"/>
        <a:ext cx="18416" cy="18416"/>
      </dsp:txXfrm>
    </dsp:sp>
    <dsp:sp modelId="{C5C3B9A6-D4D0-48F5-84C7-D1E7451A1140}">
      <dsp:nvSpPr>
        <dsp:cNvPr id="0" name=""/>
        <dsp:cNvSpPr/>
      </dsp:nvSpPr>
      <dsp:spPr>
        <a:xfrm>
          <a:off x="5823996" y="4270522"/>
          <a:ext cx="2666753" cy="4098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6 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장르</a:t>
          </a: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, 48</a:t>
          </a:r>
          <a:r>
            <a:rPr lang="ko-KR" altLang="en-US" sz="1400" b="0" kern="1200" dirty="0" smtClean="0">
              <a:solidFill>
                <a:schemeClr val="tx1"/>
              </a:solidFill>
              <a:effectLst/>
            </a:rPr>
            <a:t>곡의 </a:t>
          </a:r>
          <a:r>
            <a:rPr lang="en-US" altLang="ko-KR" sz="1400" b="0" kern="1200" dirty="0" smtClean="0">
              <a:solidFill>
                <a:schemeClr val="tx1"/>
              </a:solidFill>
              <a:effectLst/>
            </a:rPr>
            <a:t>Music 2.0 </a:t>
          </a:r>
          <a:r>
            <a:rPr lang="ko-KR" altLang="en-US" sz="1400" b="0" kern="1200" dirty="0" err="1" smtClean="0">
              <a:solidFill>
                <a:schemeClr val="tx1"/>
              </a:solidFill>
              <a:effectLst/>
            </a:rPr>
            <a:t>콘텐츠</a:t>
          </a:r>
          <a:endParaRPr lang="ko-KR" altLang="en-US" sz="1400" b="0" kern="1200" dirty="0">
            <a:solidFill>
              <a:schemeClr val="tx1"/>
            </a:solidFill>
            <a:effectLst/>
          </a:endParaRPr>
        </a:p>
      </dsp:txBody>
      <dsp:txXfrm>
        <a:off x="5823996" y="4270522"/>
        <a:ext cx="2666753" cy="409814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BDB15D2-2330-4A56-9B4C-13F5A4E21F2C}">
      <dsp:nvSpPr>
        <dsp:cNvPr id="0" name=""/>
        <dsp:cNvSpPr/>
      </dsp:nvSpPr>
      <dsp:spPr>
        <a:xfrm>
          <a:off x="1" y="1637618"/>
          <a:ext cx="1102908" cy="19103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서비스 검증용 </a:t>
          </a:r>
          <a:r>
            <a:rPr lang="ko-KR" altLang="en-US" sz="1800" b="0" kern="120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프로토타입</a:t>
          </a:r>
          <a:r>
            <a:rPr lang="ko-KR" altLang="en-US" sz="18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 재생 단말 구현</a:t>
          </a:r>
          <a:endParaRPr lang="ko-KR" altLang="en-US" sz="18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1" y="1637618"/>
        <a:ext cx="1102908" cy="1910301"/>
      </dsp:txXfrm>
    </dsp:sp>
    <dsp:sp modelId="{1A0C529B-AA5F-4B68-9800-3414A59E1C91}">
      <dsp:nvSpPr>
        <dsp:cNvPr id="0" name=""/>
        <dsp:cNvSpPr/>
      </dsp:nvSpPr>
      <dsp:spPr>
        <a:xfrm rot="17196727">
          <a:off x="767961" y="2135466"/>
          <a:ext cx="938086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938086" y="783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17196727">
        <a:off x="1213552" y="2119851"/>
        <a:ext cx="46904" cy="46904"/>
      </dsp:txXfrm>
    </dsp:sp>
    <dsp:sp modelId="{A4361415-93CE-402B-945A-C5DD368173F1}">
      <dsp:nvSpPr>
        <dsp:cNvPr id="0" name=""/>
        <dsp:cNvSpPr/>
      </dsp:nvSpPr>
      <dsp:spPr>
        <a:xfrm>
          <a:off x="1371099" y="1187668"/>
          <a:ext cx="1176555" cy="10123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요구사항 및 기능 규격 정의</a:t>
          </a:r>
          <a:endParaRPr lang="ko-KR" altLang="en-US" sz="16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1371099" y="1187668"/>
        <a:ext cx="1176555" cy="1012336"/>
      </dsp:txXfrm>
    </dsp:sp>
    <dsp:sp modelId="{CCAAC0E3-63B7-4237-81D0-44BE01DBE75B}">
      <dsp:nvSpPr>
        <dsp:cNvPr id="0" name=""/>
        <dsp:cNvSpPr/>
      </dsp:nvSpPr>
      <dsp:spPr>
        <a:xfrm rot="19449185">
          <a:off x="2495692" y="1525344"/>
          <a:ext cx="548666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548666" y="783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19449185">
        <a:off x="2756309" y="1519464"/>
        <a:ext cx="27433" cy="27433"/>
      </dsp:txXfrm>
    </dsp:sp>
    <dsp:sp modelId="{E2D2A204-0DB2-45E2-B2B2-649A732AA278}">
      <dsp:nvSpPr>
        <dsp:cNvPr id="0" name=""/>
        <dsp:cNvSpPr/>
      </dsp:nvSpPr>
      <dsp:spPr>
        <a:xfrm>
          <a:off x="2992396" y="1106250"/>
          <a:ext cx="2343404" cy="5325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공동연구기관의 요구사항 반영 및 검토</a:t>
          </a:r>
          <a:endParaRPr lang="ko-KR" altLang="en-US" sz="14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2992396" y="1106250"/>
        <a:ext cx="2343404" cy="532551"/>
      </dsp:txXfrm>
    </dsp:sp>
    <dsp:sp modelId="{5021E50F-1116-4F7B-8B40-3FEF48090ADD}">
      <dsp:nvSpPr>
        <dsp:cNvPr id="0" name=""/>
        <dsp:cNvSpPr/>
      </dsp:nvSpPr>
      <dsp:spPr>
        <a:xfrm rot="1803894">
          <a:off x="2513086" y="1814721"/>
          <a:ext cx="513878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513878" y="783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1803894">
        <a:off x="2757179" y="1809711"/>
        <a:ext cx="25693" cy="25693"/>
      </dsp:txXfrm>
    </dsp:sp>
    <dsp:sp modelId="{545DA247-B1FE-4B89-B9F7-83AAAF3426A4}">
      <dsp:nvSpPr>
        <dsp:cNvPr id="0" name=""/>
        <dsp:cNvSpPr/>
      </dsp:nvSpPr>
      <dsp:spPr>
        <a:xfrm>
          <a:off x="2992396" y="1696656"/>
          <a:ext cx="2343404" cy="5092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개발 단계별 요구사항 반영 여부 검증</a:t>
          </a:r>
          <a:r>
            <a:rPr lang="en-US" altLang="ko-KR" sz="14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(</a:t>
          </a:r>
          <a:r>
            <a:rPr lang="ko-KR" altLang="en-US" sz="14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요구사항 추적</a:t>
          </a:r>
          <a:r>
            <a:rPr lang="en-US" altLang="ko-KR" sz="14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)</a:t>
          </a:r>
          <a:endParaRPr lang="ko-KR" altLang="en-US" sz="14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2992396" y="1696656"/>
        <a:ext cx="2343404" cy="509246"/>
      </dsp:txXfrm>
    </dsp:sp>
    <dsp:sp modelId="{FBBBA58C-6604-4804-B3C4-53F1EF84843B}">
      <dsp:nvSpPr>
        <dsp:cNvPr id="0" name=""/>
        <dsp:cNvSpPr/>
      </dsp:nvSpPr>
      <dsp:spPr>
        <a:xfrm rot="4389401">
          <a:off x="774216" y="3027867"/>
          <a:ext cx="925575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925575" y="783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4389401">
        <a:off x="1213865" y="3012564"/>
        <a:ext cx="46278" cy="46278"/>
      </dsp:txXfrm>
    </dsp:sp>
    <dsp:sp modelId="{73774E24-4614-40B9-A116-A4E6FCF3A572}">
      <dsp:nvSpPr>
        <dsp:cNvPr id="0" name=""/>
        <dsp:cNvSpPr/>
      </dsp:nvSpPr>
      <dsp:spPr>
        <a:xfrm>
          <a:off x="1371099" y="2972470"/>
          <a:ext cx="1176555" cy="10123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b="0" kern="120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프로토타입</a:t>
          </a:r>
          <a:r>
            <a:rPr lang="ko-KR" altLang="en-US" sz="16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 재생 단말 구현</a:t>
          </a:r>
          <a:endParaRPr lang="ko-KR" altLang="en-US" sz="16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1371099" y="2972470"/>
        <a:ext cx="1176555" cy="1012336"/>
      </dsp:txXfrm>
    </dsp:sp>
    <dsp:sp modelId="{E3CB21A5-571D-46E5-B8DF-AE4040529EC0}">
      <dsp:nvSpPr>
        <dsp:cNvPr id="0" name=""/>
        <dsp:cNvSpPr/>
      </dsp:nvSpPr>
      <dsp:spPr>
        <a:xfrm rot="18056840">
          <a:off x="2337609" y="3099943"/>
          <a:ext cx="864833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864833" y="783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18056840">
        <a:off x="2748405" y="3086159"/>
        <a:ext cx="43241" cy="43241"/>
      </dsp:txXfrm>
    </dsp:sp>
    <dsp:sp modelId="{884634BD-79CF-4042-996C-486E62ED2501}">
      <dsp:nvSpPr>
        <dsp:cNvPr id="0" name=""/>
        <dsp:cNvSpPr/>
      </dsp:nvSpPr>
      <dsp:spPr>
        <a:xfrm>
          <a:off x="2992396" y="2469973"/>
          <a:ext cx="2343404" cy="5338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이용자 무드 필터 기능 구현 및 검증</a:t>
          </a:r>
          <a:endParaRPr lang="ko-KR" altLang="en-US" sz="14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2992396" y="2469973"/>
        <a:ext cx="2343404" cy="533898"/>
      </dsp:txXfrm>
    </dsp:sp>
    <dsp:sp modelId="{484651CA-EF42-43CA-85A6-C99CF9C10FA3}">
      <dsp:nvSpPr>
        <dsp:cNvPr id="0" name=""/>
        <dsp:cNvSpPr/>
      </dsp:nvSpPr>
      <dsp:spPr>
        <a:xfrm rot="17203293">
          <a:off x="4898472" y="2141064"/>
          <a:ext cx="1227969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1227969" y="783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17203293">
        <a:off x="5481757" y="2118201"/>
        <a:ext cx="61398" cy="61398"/>
      </dsp:txXfrm>
    </dsp:sp>
    <dsp:sp modelId="{77889269-666E-4A3B-81AC-97928D60D247}">
      <dsp:nvSpPr>
        <dsp:cNvPr id="0" name=""/>
        <dsp:cNvSpPr/>
      </dsp:nvSpPr>
      <dsp:spPr>
        <a:xfrm>
          <a:off x="5689113" y="1340058"/>
          <a:ext cx="2845328" cy="441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Music 2.0 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단말에 음악 분위기 제어 기능 제공</a:t>
          </a:r>
          <a:endParaRPr lang="ko-KR" altLang="en-US" sz="12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5689113" y="1340058"/>
        <a:ext cx="2845328" cy="441640"/>
      </dsp:txXfrm>
    </dsp:sp>
    <dsp:sp modelId="{DD0E46BD-76B7-4C52-A2B5-2BAAE2DA35CB}">
      <dsp:nvSpPr>
        <dsp:cNvPr id="0" name=""/>
        <dsp:cNvSpPr/>
      </dsp:nvSpPr>
      <dsp:spPr>
        <a:xfrm rot="17820167">
          <a:off x="5123375" y="2382420"/>
          <a:ext cx="778162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778162" y="783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17820167">
        <a:off x="5493003" y="2370803"/>
        <a:ext cx="38908" cy="38908"/>
      </dsp:txXfrm>
    </dsp:sp>
    <dsp:sp modelId="{46DDE698-721E-4C24-804C-82DA8149766D}">
      <dsp:nvSpPr>
        <dsp:cNvPr id="0" name=""/>
        <dsp:cNvSpPr/>
      </dsp:nvSpPr>
      <dsp:spPr>
        <a:xfrm>
          <a:off x="5689113" y="1822771"/>
          <a:ext cx="2845328" cy="441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위탁 연구 결과물의 제안 설정 값 적용 및 구현</a:t>
          </a:r>
          <a:endParaRPr lang="ko-KR" altLang="en-US" sz="12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5689113" y="1822771"/>
        <a:ext cx="2845328" cy="441640"/>
      </dsp:txXfrm>
    </dsp:sp>
    <dsp:sp modelId="{3165FD56-5EB3-41E6-92CE-0433696F39E7}">
      <dsp:nvSpPr>
        <dsp:cNvPr id="0" name=""/>
        <dsp:cNvSpPr/>
      </dsp:nvSpPr>
      <dsp:spPr>
        <a:xfrm rot="19751986">
          <a:off x="5306793" y="2623776"/>
          <a:ext cx="411326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411326" y="783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19751986">
        <a:off x="5502173" y="2621330"/>
        <a:ext cx="20566" cy="20566"/>
      </dsp:txXfrm>
    </dsp:sp>
    <dsp:sp modelId="{C3966502-3154-4E12-9340-DB2C372DC3CD}">
      <dsp:nvSpPr>
        <dsp:cNvPr id="0" name=""/>
        <dsp:cNvSpPr/>
      </dsp:nvSpPr>
      <dsp:spPr>
        <a:xfrm>
          <a:off x="5689113" y="2305484"/>
          <a:ext cx="2845328" cy="441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단말에서의 트랙 신호 특징 설정에 의한 분위기 변화 가능성 확인</a:t>
          </a:r>
          <a:endParaRPr lang="ko-KR" altLang="en-US" sz="12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5689113" y="2305484"/>
        <a:ext cx="2845328" cy="441640"/>
      </dsp:txXfrm>
    </dsp:sp>
    <dsp:sp modelId="{35BD6D9B-DE72-4CE4-8290-4E3DA54799E9}">
      <dsp:nvSpPr>
        <dsp:cNvPr id="0" name=""/>
        <dsp:cNvSpPr/>
      </dsp:nvSpPr>
      <dsp:spPr>
        <a:xfrm rot="2653002">
          <a:off x="5265974" y="2900976"/>
          <a:ext cx="492965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492965" y="783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2653002">
        <a:off x="5500132" y="2896489"/>
        <a:ext cx="24648" cy="24648"/>
      </dsp:txXfrm>
    </dsp:sp>
    <dsp:sp modelId="{02DA5710-E4BA-461E-9464-9197244474C0}">
      <dsp:nvSpPr>
        <dsp:cNvPr id="0" name=""/>
        <dsp:cNvSpPr/>
      </dsp:nvSpPr>
      <dsp:spPr>
        <a:xfrm>
          <a:off x="5689113" y="2788197"/>
          <a:ext cx="2845328" cy="5850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간단한 동작에 의한 임의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설정값으로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 랜덤 분위기 변경 기능 </a:t>
          </a:r>
          <a:r>
            <a:rPr lang="en-US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(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트랙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쉐이크</a:t>
          </a:r>
          <a:r>
            <a:rPr lang="en-US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) 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구현</a:t>
          </a:r>
          <a:endParaRPr lang="ko-KR" altLang="en-US" sz="12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5689113" y="2788197"/>
        <a:ext cx="2845328" cy="585014"/>
      </dsp:txXfrm>
    </dsp:sp>
    <dsp:sp modelId="{987E262A-C45C-478C-B294-C95616AE62C5}">
      <dsp:nvSpPr>
        <dsp:cNvPr id="0" name=""/>
        <dsp:cNvSpPr/>
      </dsp:nvSpPr>
      <dsp:spPr>
        <a:xfrm rot="3796079">
          <a:off x="2275670" y="3912321"/>
          <a:ext cx="988711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988711" y="783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3796079">
        <a:off x="2745308" y="3895439"/>
        <a:ext cx="49435" cy="49435"/>
      </dsp:txXfrm>
    </dsp:sp>
    <dsp:sp modelId="{C0FBB0F4-26BE-4F7A-989F-E1EB34ADE84C}">
      <dsp:nvSpPr>
        <dsp:cNvPr id="0" name=""/>
        <dsp:cNvSpPr/>
      </dsp:nvSpPr>
      <dsp:spPr>
        <a:xfrm>
          <a:off x="2992396" y="4094910"/>
          <a:ext cx="2343404" cy="5335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이용자 트랙 녹음 기능 구현 및 검증</a:t>
          </a:r>
          <a:endParaRPr lang="ko-KR" altLang="en-US" sz="14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2992396" y="4094910"/>
        <a:ext cx="2343404" cy="533532"/>
      </dsp:txXfrm>
    </dsp:sp>
    <dsp:sp modelId="{1AB8BFED-656E-4946-AB54-B4210FC9B557}">
      <dsp:nvSpPr>
        <dsp:cNvPr id="0" name=""/>
        <dsp:cNvSpPr/>
      </dsp:nvSpPr>
      <dsp:spPr>
        <a:xfrm rot="17928025">
          <a:off x="5145768" y="4032509"/>
          <a:ext cx="733378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733378" y="783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17928025">
        <a:off x="5494122" y="4022011"/>
        <a:ext cx="36668" cy="36668"/>
      </dsp:txXfrm>
    </dsp:sp>
    <dsp:sp modelId="{B8963FE1-240C-4D9D-A1E7-60EBDC839C50}">
      <dsp:nvSpPr>
        <dsp:cNvPr id="0" name=""/>
        <dsp:cNvSpPr/>
      </dsp:nvSpPr>
      <dsp:spPr>
        <a:xfrm>
          <a:off x="5689113" y="3498195"/>
          <a:ext cx="2845328" cy="441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이용자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창조형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 음악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콘텐츠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 생성을 위한 이용자 트랙 녹음 기능 구현</a:t>
          </a:r>
          <a:endParaRPr lang="ko-KR" altLang="en-US" sz="12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5689113" y="3498195"/>
        <a:ext cx="2845328" cy="441640"/>
      </dsp:txXfrm>
    </dsp:sp>
    <dsp:sp modelId="{1E15BE0E-08FB-49D5-855E-BA639A19CE0E}">
      <dsp:nvSpPr>
        <dsp:cNvPr id="0" name=""/>
        <dsp:cNvSpPr/>
      </dsp:nvSpPr>
      <dsp:spPr>
        <a:xfrm rot="20876076">
          <a:off x="5331810" y="4316080"/>
          <a:ext cx="361293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361293" y="783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20876076">
        <a:off x="5503424" y="4314884"/>
        <a:ext cx="18064" cy="18064"/>
      </dsp:txXfrm>
    </dsp:sp>
    <dsp:sp modelId="{ABD20F4E-E6D4-4719-921C-C692BF3F2E59}">
      <dsp:nvSpPr>
        <dsp:cNvPr id="0" name=""/>
        <dsp:cNvSpPr/>
      </dsp:nvSpPr>
      <dsp:spPr>
        <a:xfrm>
          <a:off x="5689113" y="3980908"/>
          <a:ext cx="2845328" cy="6104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이용자의 연주 혹은 편곡에 의한 다양한 버전의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+mn-ea"/>
              <a:ea typeface="+mn-ea"/>
            </a:rPr>
            <a:t>콘텐츠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+mn-ea"/>
              <a:ea typeface="+mn-ea"/>
            </a:rPr>
            <a:t> 생성 및 서비스 가능성 검증</a:t>
          </a:r>
          <a:endParaRPr lang="ko-KR" altLang="en-US" sz="1200" b="0" kern="1200" dirty="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5689113" y="3980908"/>
        <a:ext cx="2845328" cy="610496"/>
      </dsp:txXfrm>
    </dsp:sp>
    <dsp:sp modelId="{60C3DC4D-D2F0-48DA-BE16-76149FB62BA5}">
      <dsp:nvSpPr>
        <dsp:cNvPr id="0" name=""/>
        <dsp:cNvSpPr/>
      </dsp:nvSpPr>
      <dsp:spPr>
        <a:xfrm rot="3250956">
          <a:off x="5210586" y="4598623"/>
          <a:ext cx="603741" cy="15673"/>
        </a:xfrm>
        <a:custGeom>
          <a:avLst/>
          <a:gdLst/>
          <a:ahLst/>
          <a:cxnLst/>
          <a:rect l="0" t="0" r="0" b="0"/>
          <a:pathLst>
            <a:path>
              <a:moveTo>
                <a:pt x="0" y="7836"/>
              </a:moveTo>
              <a:lnTo>
                <a:pt x="603741" y="783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 rot="3250956">
        <a:off x="5497363" y="4591366"/>
        <a:ext cx="30187" cy="30187"/>
      </dsp:txXfrm>
    </dsp:sp>
    <dsp:sp modelId="{DCF0B05A-769B-4B8C-B7D6-184EB5737050}">
      <dsp:nvSpPr>
        <dsp:cNvPr id="0" name=""/>
        <dsp:cNvSpPr/>
      </dsp:nvSpPr>
      <dsp:spPr>
        <a:xfrm>
          <a:off x="5689113" y="4630422"/>
          <a:ext cx="2845328" cy="4416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b="0" kern="1200" smtClean="0">
              <a:solidFill>
                <a:schemeClr val="tx1"/>
              </a:solidFill>
              <a:effectLst/>
              <a:latin typeface="+mn-ea"/>
              <a:ea typeface="+mn-ea"/>
            </a:rPr>
            <a:t>전문 사용자</a:t>
          </a:r>
          <a:r>
            <a:rPr lang="en-US" altLang="en-US" sz="1200" b="0" kern="1200" smtClean="0">
              <a:solidFill>
                <a:schemeClr val="tx1"/>
              </a:solidFill>
              <a:effectLst/>
              <a:latin typeface="+mn-ea"/>
              <a:ea typeface="+mn-ea"/>
            </a:rPr>
            <a:t>(</a:t>
          </a:r>
          <a:r>
            <a:rPr lang="ko-KR" altLang="en-US" sz="1200" b="0" kern="1200" smtClean="0">
              <a:solidFill>
                <a:schemeClr val="tx1"/>
              </a:solidFill>
              <a:effectLst/>
              <a:latin typeface="+mn-ea"/>
              <a:ea typeface="+mn-ea"/>
            </a:rPr>
            <a:t>교육</a:t>
          </a:r>
          <a:r>
            <a:rPr lang="en-US" altLang="en-US" sz="1200" b="0" kern="1200" smtClean="0">
              <a:solidFill>
                <a:schemeClr val="tx1"/>
              </a:solidFill>
              <a:effectLst/>
              <a:latin typeface="+mn-ea"/>
              <a:ea typeface="+mn-ea"/>
            </a:rPr>
            <a:t>, </a:t>
          </a:r>
          <a:r>
            <a:rPr lang="ko-KR" altLang="en-US" sz="1200" b="0" kern="1200" smtClean="0">
              <a:solidFill>
                <a:schemeClr val="tx1"/>
              </a:solidFill>
              <a:effectLst/>
              <a:latin typeface="+mn-ea"/>
              <a:ea typeface="+mn-ea"/>
            </a:rPr>
            <a:t>창작자 등</a:t>
          </a:r>
          <a:r>
            <a:rPr lang="en-US" altLang="en-US" sz="1200" b="0" kern="1200" smtClean="0">
              <a:solidFill>
                <a:schemeClr val="tx1"/>
              </a:solidFill>
              <a:effectLst/>
              <a:latin typeface="+mn-ea"/>
              <a:ea typeface="+mn-ea"/>
            </a:rPr>
            <a:t>)</a:t>
          </a:r>
          <a:r>
            <a:rPr lang="ko-KR" altLang="en-US" sz="1200" b="0" kern="1200" smtClean="0">
              <a:solidFill>
                <a:schemeClr val="tx1"/>
              </a:solidFill>
              <a:effectLst/>
              <a:latin typeface="+mn-ea"/>
              <a:ea typeface="+mn-ea"/>
            </a:rPr>
            <a:t>용 단말로서 별도 구현</a:t>
          </a:r>
          <a:endParaRPr lang="ko-KR" altLang="en-US" sz="1200" b="0" kern="1200">
            <a:solidFill>
              <a:schemeClr val="tx1"/>
            </a:solidFill>
            <a:effectLst/>
            <a:latin typeface="+mn-ea"/>
            <a:ea typeface="+mn-ea"/>
          </a:endParaRPr>
        </a:p>
      </dsp:txBody>
      <dsp:txXfrm>
        <a:off x="5689113" y="4630422"/>
        <a:ext cx="2845328" cy="441640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7DA739B-CC91-40DE-847F-A6AA2D1CDE71}">
      <dsp:nvSpPr>
        <dsp:cNvPr id="0" name=""/>
        <dsp:cNvSpPr/>
      </dsp:nvSpPr>
      <dsp:spPr>
        <a:xfrm>
          <a:off x="0" y="164804"/>
          <a:ext cx="8540750" cy="16230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CCAFC7C-9A4C-488E-80B7-3099013655C4}">
      <dsp:nvSpPr>
        <dsp:cNvPr id="0" name=""/>
        <dsp:cNvSpPr/>
      </dsp:nvSpPr>
      <dsp:spPr>
        <a:xfrm>
          <a:off x="256222" y="209165"/>
          <a:ext cx="2508845" cy="1481876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B2E2AF9-54A0-4249-AA5E-95545D642D41}">
      <dsp:nvSpPr>
        <dsp:cNvPr id="0" name=""/>
        <dsp:cNvSpPr/>
      </dsp:nvSpPr>
      <dsp:spPr>
        <a:xfrm rot="10800000">
          <a:off x="256222" y="1690652"/>
          <a:ext cx="2508845" cy="1325495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lvl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프로토타입</a:t>
          </a:r>
          <a:r>
            <a:rPr lang="ko-KR" alt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재생 단말 기본 기능</a:t>
          </a:r>
          <a:endParaRPr lang="ko-KR" alt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트랙 </a:t>
          </a:r>
          <a:r>
            <a:rPr lang="ko-KR" altLang="en-US" sz="105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음원의</a:t>
          </a:r>
          <a:r>
            <a:rPr lang="ko-KR" altLang="en-US" sz="10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en-US" altLang="en-US" sz="10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on/off </a:t>
          </a:r>
          <a:r>
            <a:rPr lang="ko-KR" altLang="en-US" sz="10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선택 가능 여부</a:t>
          </a:r>
          <a:endParaRPr lang="ko-KR" altLang="en-US" sz="10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트랙 음원 볼륨 조정 가능 여부</a:t>
          </a:r>
          <a:endParaRPr lang="ko-KR" altLang="en-US" sz="10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프로듀서 믹싱 버전 선택 가능 여부</a:t>
          </a:r>
          <a:endParaRPr lang="ko-KR" altLang="en-US" sz="10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256222" y="1690652"/>
        <a:ext cx="2508845" cy="1325495"/>
      </dsp:txXfrm>
    </dsp:sp>
    <dsp:sp modelId="{2F8E457F-D2D7-4770-B27A-63905D84B6C8}">
      <dsp:nvSpPr>
        <dsp:cNvPr id="0" name=""/>
        <dsp:cNvSpPr/>
      </dsp:nvSpPr>
      <dsp:spPr>
        <a:xfrm>
          <a:off x="3015952" y="209165"/>
          <a:ext cx="2508845" cy="1481876"/>
        </a:xfrm>
        <a:prstGeom prst="roundRect">
          <a:avLst>
            <a:gd name="adj" fmla="val 10000"/>
          </a:avLst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3222507-0C37-41C1-962F-D1F5857E37E4}">
      <dsp:nvSpPr>
        <dsp:cNvPr id="0" name=""/>
        <dsp:cNvSpPr/>
      </dsp:nvSpPr>
      <dsp:spPr>
        <a:xfrm rot="10800000">
          <a:off x="3015952" y="1690652"/>
          <a:ext cx="2508845" cy="1325495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lvl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분위기 제어 기능</a:t>
          </a:r>
          <a:endParaRPr lang="ko-KR" alt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단말의 무드 필터를 선택 가능 여부</a:t>
          </a:r>
          <a:endParaRPr lang="ko-KR" altLang="en-US" sz="10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무드 필터 선택 시 음악의 무드 변화 여부</a:t>
          </a:r>
          <a:endParaRPr lang="ko-KR" altLang="en-US" sz="10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트랙 쉐이크 클릭 시 랜점 설정 동작 여부</a:t>
          </a:r>
          <a:endParaRPr lang="ko-KR" altLang="en-US" sz="10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3015952" y="1690652"/>
        <a:ext cx="2508845" cy="1325495"/>
      </dsp:txXfrm>
    </dsp:sp>
    <dsp:sp modelId="{58E6327F-5040-4418-90D0-33184383AD94}">
      <dsp:nvSpPr>
        <dsp:cNvPr id="0" name=""/>
        <dsp:cNvSpPr/>
      </dsp:nvSpPr>
      <dsp:spPr>
        <a:xfrm>
          <a:off x="5775682" y="209165"/>
          <a:ext cx="2508845" cy="1481876"/>
        </a:xfrm>
        <a:prstGeom prst="roundRect">
          <a:avLst>
            <a:gd name="adj" fmla="val 1000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E508185-5AC3-4EBD-A453-91213BC829FE}">
      <dsp:nvSpPr>
        <dsp:cNvPr id="0" name=""/>
        <dsp:cNvSpPr/>
      </dsp:nvSpPr>
      <dsp:spPr>
        <a:xfrm rot="10800000">
          <a:off x="5775682" y="1690652"/>
          <a:ext cx="2508845" cy="1325495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lvl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UCC</a:t>
          </a:r>
          <a:r>
            <a:rPr lang="en-US" altLang="ko-KR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ko-KR" alt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기능</a:t>
          </a:r>
          <a:endParaRPr lang="ko-KR" alt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사용자 트랙 녹음 가능 여부</a:t>
          </a:r>
          <a:endParaRPr lang="ko-KR" altLang="en-US" sz="10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5775682" y="1690652"/>
        <a:ext cx="2508845" cy="1325495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2E2B3DA-0D28-46C2-BDBA-B8027C87872F}">
      <dsp:nvSpPr>
        <dsp:cNvPr id="0" name=""/>
        <dsp:cNvSpPr/>
      </dsp:nvSpPr>
      <dsp:spPr>
        <a:xfrm>
          <a:off x="2" y="0"/>
          <a:ext cx="8743393" cy="5704114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C1A98-C398-4F4A-A172-12A0547E5C28}">
      <dsp:nvSpPr>
        <dsp:cNvPr id="0" name=""/>
        <dsp:cNvSpPr/>
      </dsp:nvSpPr>
      <dsp:spPr>
        <a:xfrm>
          <a:off x="0" y="1586701"/>
          <a:ext cx="2372569" cy="261084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effectLst/>
            </a:rPr>
            <a:t>기술 수준의 우수성</a:t>
          </a:r>
          <a:endParaRPr lang="ko-KR" altLang="en-US" sz="1800" kern="1200" dirty="0">
            <a:effectLst/>
          </a:endParaRPr>
        </a:p>
        <a:p>
          <a:pPr marL="114300" lvl="1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공동연구기관 요구사항 및 검토 의견 반영</a:t>
          </a:r>
          <a:endParaRPr lang="ko-KR" altLang="en-US" sz="1400" kern="1200" dirty="0">
            <a:effectLst/>
          </a:endParaRPr>
        </a:p>
        <a:p>
          <a:pPr marL="114300" lvl="1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기존 </a:t>
          </a:r>
          <a:r>
            <a:rPr lang="en-US" altLang="en-US" sz="1400" kern="1200" dirty="0" smtClean="0">
              <a:effectLst/>
            </a:rPr>
            <a:t>Music2.0 </a:t>
          </a:r>
          <a:r>
            <a:rPr lang="ko-KR" altLang="en-US" sz="1400" kern="1200" dirty="0" smtClean="0">
              <a:effectLst/>
            </a:rPr>
            <a:t>플레이어와 호환</a:t>
          </a:r>
        </a:p>
        <a:p>
          <a:pPr marL="114300" lvl="1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이용자 창조형 음악 콘텐츠 서비스를 제공하는 신개념의 음악 플레이어 구현</a:t>
          </a:r>
        </a:p>
      </dsp:txBody>
      <dsp:txXfrm>
        <a:off x="0" y="1586701"/>
        <a:ext cx="2372569" cy="2610841"/>
      </dsp:txXfrm>
    </dsp:sp>
    <dsp:sp modelId="{3276E25E-3C9B-40B7-A7CF-4940780A68A2}">
      <dsp:nvSpPr>
        <dsp:cNvPr id="0" name=""/>
        <dsp:cNvSpPr/>
      </dsp:nvSpPr>
      <dsp:spPr>
        <a:xfrm>
          <a:off x="5577874" y="487861"/>
          <a:ext cx="2943628" cy="28404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effectLst/>
            </a:rPr>
            <a:t>기타 파급 효과</a:t>
          </a:r>
          <a:endParaRPr lang="ko-KR" altLang="en-US" sz="1800" kern="1200" dirty="0">
            <a:effectLst/>
          </a:endParaRPr>
        </a:p>
        <a:p>
          <a:pPr marL="114300" lvl="1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미디어 산업 진화 견인</a:t>
          </a:r>
          <a:endParaRPr lang="ko-KR" altLang="en-US" sz="1400" kern="1200" dirty="0">
            <a:effectLst/>
          </a:endParaRPr>
        </a:p>
        <a:p>
          <a:pPr marL="228600" lvl="2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콘텐츠에 대한 이용자 참여를 돕는 다양한 산업 연계 및 생태계 확장</a:t>
          </a:r>
        </a:p>
        <a:p>
          <a:pPr marL="228600" lvl="2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관련 단말 및 인터페이스 시장</a:t>
          </a:r>
        </a:p>
        <a:p>
          <a:pPr marL="228600" lvl="2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음악 교육 시장</a:t>
          </a:r>
        </a:p>
        <a:p>
          <a:pPr marL="114300" lvl="1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방송</a:t>
          </a:r>
          <a:r>
            <a:rPr lang="en-US" altLang="en-US" sz="1400" kern="1200" dirty="0" smtClean="0">
              <a:effectLst/>
            </a:rPr>
            <a:t>, </a:t>
          </a:r>
          <a:r>
            <a:rPr lang="ko-KR" altLang="en-US" sz="1400" kern="1200" dirty="0" smtClean="0">
              <a:effectLst/>
            </a:rPr>
            <a:t>영화</a:t>
          </a:r>
          <a:r>
            <a:rPr lang="en-US" altLang="en-US" sz="1400" kern="1200" dirty="0" smtClean="0">
              <a:effectLst/>
            </a:rPr>
            <a:t>, </a:t>
          </a:r>
          <a:r>
            <a:rPr lang="ko-KR" altLang="en-US" sz="1400" kern="1200" dirty="0" smtClean="0">
              <a:effectLst/>
            </a:rPr>
            <a:t>게임오디오의 인터랙션 제공에 의해 콘텐츠 산업 혁신</a:t>
          </a:r>
        </a:p>
      </dsp:txBody>
      <dsp:txXfrm>
        <a:off x="5577874" y="487861"/>
        <a:ext cx="2943628" cy="2840420"/>
      </dsp:txXfrm>
    </dsp:sp>
    <dsp:sp modelId="{23887DCC-1FA2-4EEE-A32E-CF79854D1901}">
      <dsp:nvSpPr>
        <dsp:cNvPr id="0" name=""/>
        <dsp:cNvSpPr/>
      </dsp:nvSpPr>
      <dsp:spPr>
        <a:xfrm>
          <a:off x="2760120" y="1684710"/>
          <a:ext cx="2923178" cy="247086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err="1" smtClean="0">
              <a:effectLst/>
            </a:rPr>
            <a:t>콘텐츠</a:t>
          </a:r>
          <a:r>
            <a:rPr lang="ko-KR" altLang="en-US" sz="1800" kern="1200" dirty="0" smtClean="0">
              <a:effectLst/>
            </a:rPr>
            <a:t> 산업에의 </a:t>
          </a:r>
          <a:r>
            <a:rPr lang="ko-KR" altLang="en-US" sz="1800" kern="1200" dirty="0" err="1" smtClean="0">
              <a:effectLst/>
            </a:rPr>
            <a:t>활용성</a:t>
          </a:r>
          <a:endParaRPr lang="ko-KR" altLang="en-US" sz="1800" kern="1200" dirty="0" smtClean="0">
            <a:effectLst/>
          </a:endParaRPr>
        </a:p>
        <a:p>
          <a:pPr marL="171450" lvl="1" indent="-171450" algn="l" defTabSz="7112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600" kern="1200" dirty="0" smtClean="0">
              <a:effectLst/>
            </a:rPr>
            <a:t>콘텐츠 산업의 유통 혁신</a:t>
          </a:r>
        </a:p>
        <a:p>
          <a:pPr marL="228600" lvl="2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분위기 제어 기능을 통해 이용자 참여 확대</a:t>
          </a:r>
        </a:p>
        <a:p>
          <a:pPr marL="228600" lvl="2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트랙 추가</a:t>
          </a:r>
          <a:r>
            <a:rPr lang="en-US" altLang="en-US" sz="1400" kern="1200" dirty="0" smtClean="0">
              <a:effectLst/>
            </a:rPr>
            <a:t>/</a:t>
          </a:r>
          <a:r>
            <a:rPr lang="ko-KR" altLang="en-US" sz="1400" kern="1200" dirty="0" smtClean="0">
              <a:effectLst/>
            </a:rPr>
            <a:t>변경 기능을 통해 이용자 참여 확대</a:t>
          </a:r>
        </a:p>
        <a:p>
          <a:pPr marL="228600" lvl="2" indent="-114300" algn="l" defTabSz="622300" latinLnBrk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>
              <a:effectLst/>
            </a:rPr>
            <a:t>다양한 이용자 창작 버전 유통에 의한 콘텐츠 생명 주기 연장</a:t>
          </a:r>
        </a:p>
      </dsp:txBody>
      <dsp:txXfrm>
        <a:off x="2760120" y="1684710"/>
        <a:ext cx="2923178" cy="2470862"/>
      </dsp:txXfrm>
    </dsp:sp>
  </dsp:spTree>
</dsp:drawing>
</file>

<file path=ppt/diagrams/drawing2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9AFCA01-1A9E-4B1C-85C6-2874DB800C01}">
      <dsp:nvSpPr>
        <dsp:cNvPr id="0" name=""/>
        <dsp:cNvSpPr/>
      </dsp:nvSpPr>
      <dsp:spPr>
        <a:xfrm>
          <a:off x="0" y="206909"/>
          <a:ext cx="4691695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3C06742-8345-45BE-BFCE-2C4CA19913EB}">
      <dsp:nvSpPr>
        <dsp:cNvPr id="0" name=""/>
        <dsp:cNvSpPr/>
      </dsp:nvSpPr>
      <dsp:spPr>
        <a:xfrm>
          <a:off x="234584" y="269"/>
          <a:ext cx="3284186" cy="4132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4134" tIns="0" rIns="124134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  <a:endParaRPr lang="ko-KR" altLang="en-US" sz="24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34584" y="269"/>
        <a:ext cx="3284186" cy="413280"/>
      </dsp:txXfrm>
    </dsp:sp>
    <dsp:sp modelId="{830C68AF-44B6-42BB-A397-B137DD0A7698}">
      <dsp:nvSpPr>
        <dsp:cNvPr id="0" name=""/>
        <dsp:cNvSpPr/>
      </dsp:nvSpPr>
      <dsp:spPr>
        <a:xfrm>
          <a:off x="0" y="841949"/>
          <a:ext cx="4691695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DC506E-807D-4FBD-9F9F-DD547A767F0C}">
      <dsp:nvSpPr>
        <dsp:cNvPr id="0" name=""/>
        <dsp:cNvSpPr/>
      </dsp:nvSpPr>
      <dsp:spPr>
        <a:xfrm>
          <a:off x="234584" y="635309"/>
          <a:ext cx="3284186" cy="4132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4134" tIns="0" rIns="124134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달성도</a:t>
          </a:r>
          <a:endParaRPr lang="ko-KR" altLang="en-US" sz="24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34584" y="635309"/>
        <a:ext cx="3284186" cy="413280"/>
      </dsp:txXfrm>
    </dsp:sp>
    <dsp:sp modelId="{F01CA542-1069-4685-B666-F8C37CBB13A6}">
      <dsp:nvSpPr>
        <dsp:cNvPr id="0" name=""/>
        <dsp:cNvSpPr/>
      </dsp:nvSpPr>
      <dsp:spPr>
        <a:xfrm>
          <a:off x="0" y="1476989"/>
          <a:ext cx="4691695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04F892A-76EA-468A-B11B-3B5D4728FA99}">
      <dsp:nvSpPr>
        <dsp:cNvPr id="0" name=""/>
        <dsp:cNvSpPr/>
      </dsp:nvSpPr>
      <dsp:spPr>
        <a:xfrm>
          <a:off x="234584" y="1270350"/>
          <a:ext cx="3284186" cy="4132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4134" tIns="0" rIns="124134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III.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방법</a:t>
          </a:r>
          <a:endParaRPr lang="ko-KR" altLang="en-US" sz="2400" b="0" kern="1200" cap="none" spc="0" dirty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34584" y="1270350"/>
        <a:ext cx="3284186" cy="413280"/>
      </dsp:txXfrm>
    </dsp:sp>
    <dsp:sp modelId="{5839E5D4-29CA-4494-A11C-D2C19BBA1CF8}">
      <dsp:nvSpPr>
        <dsp:cNvPr id="0" name=""/>
        <dsp:cNvSpPr/>
      </dsp:nvSpPr>
      <dsp:spPr>
        <a:xfrm>
          <a:off x="0" y="2112030"/>
          <a:ext cx="4691695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B7CE389-B5B1-402F-B989-E968BB7B4CD5}">
      <dsp:nvSpPr>
        <dsp:cNvPr id="0" name=""/>
        <dsp:cNvSpPr/>
      </dsp:nvSpPr>
      <dsp:spPr>
        <a:xfrm>
          <a:off x="234584" y="1905390"/>
          <a:ext cx="3284186" cy="4132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4134" tIns="0" rIns="124134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IV.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연구수행 결과물</a:t>
          </a:r>
          <a:endParaRPr lang="ko-KR" altLang="ko-KR" sz="24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34584" y="1905390"/>
        <a:ext cx="3284186" cy="413280"/>
      </dsp:txXfrm>
    </dsp:sp>
    <dsp:sp modelId="{16D7B8BE-04DE-4F4A-87A5-C5AF4F4A017F}">
      <dsp:nvSpPr>
        <dsp:cNvPr id="0" name=""/>
        <dsp:cNvSpPr/>
      </dsp:nvSpPr>
      <dsp:spPr>
        <a:xfrm>
          <a:off x="0" y="2747070"/>
          <a:ext cx="4691695" cy="2601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4128" tIns="291592" rIns="364128" bIns="128016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ko-KR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과제 개요</a:t>
          </a: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ko-KR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연구목표 및 내용</a:t>
          </a: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수행 일정</a:t>
          </a:r>
          <a:r>
            <a:rPr lang="en-US" altLang="ko-KR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 </a:t>
          </a: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체계</a:t>
          </a:r>
          <a:r>
            <a:rPr lang="en-US" altLang="ko-KR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 </a:t>
          </a: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방법</a:t>
          </a:r>
          <a:r>
            <a:rPr lang="en-US" altLang="ko-KR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</a:t>
          </a: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전략</a:t>
          </a:r>
          <a:endParaRPr lang="ko-KR" altLang="ko-KR" sz="18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주요 </a:t>
          </a:r>
          <a:r>
            <a:rPr lang="ko-KR" altLang="en-US" sz="1800" b="0" kern="1200" cap="none" spc="0" dirty="0" err="1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마일스톤</a:t>
          </a:r>
          <a:r>
            <a:rPr lang="en-US" altLang="ko-KR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 </a:t>
          </a: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평가 항목</a:t>
          </a:r>
          <a:r>
            <a:rPr lang="en-US" altLang="ko-KR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</a:t>
          </a: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평가 방법</a:t>
          </a:r>
          <a:endParaRPr lang="ko-KR" altLang="ko-KR" sz="18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예상 결과물의 우수성</a:t>
          </a:r>
          <a:r>
            <a:rPr lang="en-US" altLang="ko-KR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/</a:t>
          </a: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활용 전략</a:t>
          </a:r>
          <a:endParaRPr lang="ko-KR" altLang="ko-KR" sz="18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환경 </a:t>
          </a: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변화 및 대응</a:t>
          </a:r>
          <a:endParaRPr lang="ko-KR" altLang="ko-KR" sz="18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8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주요 사업비 구성</a:t>
          </a:r>
          <a:endParaRPr lang="ko-KR" altLang="ko-KR" sz="18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0" y="2747070"/>
        <a:ext cx="4691695" cy="2601900"/>
      </dsp:txXfrm>
    </dsp:sp>
    <dsp:sp modelId="{4D7DFAA5-5575-4975-89A5-62338500865C}">
      <dsp:nvSpPr>
        <dsp:cNvPr id="0" name=""/>
        <dsp:cNvSpPr/>
      </dsp:nvSpPr>
      <dsp:spPr>
        <a:xfrm>
          <a:off x="234584" y="2540430"/>
          <a:ext cx="3284186" cy="41328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4134" tIns="0" rIns="124134" bIns="0" numCol="1" spcCol="1270" anchor="ctr" anchorCtr="0">
          <a:noAutofit/>
        </a:bodyPr>
        <a:lstStyle/>
        <a:p>
          <a:pPr lvl="0" algn="l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V.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차년도</a:t>
          </a:r>
          <a:r>
            <a:rPr lang="en-US" altLang="ko-KR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 </a:t>
          </a:r>
          <a:r>
            <a:rPr lang="ko-KR" altLang="en-US" sz="2400" b="0" kern="1200" cap="none" spc="0" dirty="0" smtClean="0">
              <a:ln w="10160">
                <a:prstDash val="solid"/>
              </a:ln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rPr>
            <a:t>연구계획</a:t>
          </a:r>
          <a:endParaRPr lang="ko-KR" altLang="ko-KR" sz="2400" b="0" kern="1200" cap="none" spc="0" dirty="0" smtClean="0">
            <a:ln w="10160">
              <a:prstDash val="solid"/>
            </a:ln>
            <a:effectLst>
              <a:outerShdw blurRad="38100" dist="32000" dir="5400000" algn="tl">
                <a:srgbClr val="000000">
                  <a:alpha val="30000"/>
                </a:srgbClr>
              </a:outerShdw>
            </a:effectLst>
          </a:endParaRPr>
        </a:p>
      </dsp:txBody>
      <dsp:txXfrm>
        <a:off x="234584" y="2540430"/>
        <a:ext cx="3284186" cy="413280"/>
      </dsp:txXfrm>
    </dsp:sp>
  </dsp:spTree>
</dsp:drawing>
</file>

<file path=ppt/diagrams/drawing2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BFB165A-D328-4886-80FA-47D494638793}">
      <dsp:nvSpPr>
        <dsp:cNvPr id="0" name=""/>
        <dsp:cNvSpPr/>
      </dsp:nvSpPr>
      <dsp:spPr>
        <a:xfrm>
          <a:off x="6174509" y="0"/>
          <a:ext cx="2574709" cy="507206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chemeClr val="tx1"/>
              </a:solidFill>
            </a:rPr>
            <a:t>기술개발 및 </a:t>
          </a:r>
          <a:r>
            <a:rPr lang="en-US" altLang="ko-KR" sz="2000" kern="1200" dirty="0" smtClean="0">
              <a:solidFill>
                <a:schemeClr val="tx1"/>
              </a:solidFill>
            </a:rPr>
            <a:t/>
          </a:r>
          <a:br>
            <a:rPr lang="en-US" altLang="ko-KR" sz="2000" kern="1200" dirty="0" smtClean="0">
              <a:solidFill>
                <a:schemeClr val="tx1"/>
              </a:solidFill>
            </a:rPr>
          </a:br>
          <a:r>
            <a:rPr lang="ko-KR" altLang="en-US" sz="2000" kern="1200" dirty="0" smtClean="0">
              <a:solidFill>
                <a:schemeClr val="tx1"/>
              </a:solidFill>
            </a:rPr>
            <a:t>성능목표</a:t>
          </a:r>
          <a:endParaRPr lang="en-US" altLang="ko-KR" sz="2000" kern="1200" dirty="0" smtClean="0">
            <a:solidFill>
              <a:schemeClr val="tx1"/>
            </a:solidFill>
          </a:endParaRPr>
        </a:p>
      </dsp:txBody>
      <dsp:txXfrm>
        <a:off x="6174509" y="0"/>
        <a:ext cx="2574709" cy="1521618"/>
      </dsp:txXfrm>
    </dsp:sp>
    <dsp:sp modelId="{0FDC2D6F-7833-4758-95C9-A6CD44C1C62B}">
      <dsp:nvSpPr>
        <dsp:cNvPr id="0" name=""/>
        <dsp:cNvSpPr/>
      </dsp:nvSpPr>
      <dsp:spPr>
        <a:xfrm>
          <a:off x="3153583" y="0"/>
          <a:ext cx="2970278" cy="507206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chemeClr val="tx1"/>
              </a:solidFill>
            </a:rPr>
            <a:t>연구 내용</a:t>
          </a:r>
          <a:endParaRPr lang="ko-KR" altLang="en-US" sz="2000" kern="1200" dirty="0">
            <a:solidFill>
              <a:schemeClr val="tx1"/>
            </a:solidFill>
          </a:endParaRPr>
        </a:p>
      </dsp:txBody>
      <dsp:txXfrm>
        <a:off x="3153583" y="0"/>
        <a:ext cx="2970278" cy="1521618"/>
      </dsp:txXfrm>
    </dsp:sp>
    <dsp:sp modelId="{3BAC737B-A52F-4507-A482-5C42BF19AC33}">
      <dsp:nvSpPr>
        <dsp:cNvPr id="0" name=""/>
        <dsp:cNvSpPr/>
      </dsp:nvSpPr>
      <dsp:spPr>
        <a:xfrm>
          <a:off x="1602485" y="0"/>
          <a:ext cx="1500452" cy="507206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chemeClr val="tx1"/>
              </a:solidFill>
            </a:rPr>
            <a:t>세부 목표</a:t>
          </a:r>
          <a:endParaRPr lang="ko-KR" altLang="en-US" sz="2000" kern="1200" dirty="0">
            <a:solidFill>
              <a:schemeClr val="tx1"/>
            </a:solidFill>
          </a:endParaRPr>
        </a:p>
      </dsp:txBody>
      <dsp:txXfrm>
        <a:off x="1602485" y="0"/>
        <a:ext cx="1500452" cy="1521618"/>
      </dsp:txXfrm>
    </dsp:sp>
    <dsp:sp modelId="{9DDA9B01-7D95-465D-AC07-9E8AD50007C6}">
      <dsp:nvSpPr>
        <dsp:cNvPr id="0" name=""/>
        <dsp:cNvSpPr/>
      </dsp:nvSpPr>
      <dsp:spPr>
        <a:xfrm>
          <a:off x="1112" y="0"/>
          <a:ext cx="1550726" cy="507206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chemeClr val="tx1"/>
              </a:solidFill>
            </a:rPr>
            <a:t>연구목표</a:t>
          </a:r>
          <a:endParaRPr lang="ko-KR" altLang="en-US" sz="2000" kern="1200" dirty="0">
            <a:solidFill>
              <a:schemeClr val="tx1"/>
            </a:solidFill>
          </a:endParaRPr>
        </a:p>
      </dsp:txBody>
      <dsp:txXfrm>
        <a:off x="1112" y="0"/>
        <a:ext cx="1550726" cy="1521618"/>
      </dsp:txXfrm>
    </dsp:sp>
    <dsp:sp modelId="{2DC3AB1A-CDD8-4940-950F-16D7A7FD3ECC}">
      <dsp:nvSpPr>
        <dsp:cNvPr id="0" name=""/>
        <dsp:cNvSpPr/>
      </dsp:nvSpPr>
      <dsp:spPr>
        <a:xfrm>
          <a:off x="131339" y="1694418"/>
          <a:ext cx="1346561" cy="17172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>
              <a:solidFill>
                <a:schemeClr val="tx1"/>
              </a:solidFill>
            </a:rPr>
            <a:t>이용자 </a:t>
          </a:r>
          <a:r>
            <a:rPr lang="ko-KR" altLang="en-US" sz="1400" kern="1200" dirty="0" err="1" smtClean="0">
              <a:solidFill>
                <a:schemeClr val="tx1"/>
              </a:solidFill>
            </a:rPr>
            <a:t>창조형</a:t>
          </a:r>
          <a:r>
            <a:rPr lang="ko-KR" altLang="en-US" sz="1400" kern="1200" dirty="0" smtClean="0">
              <a:solidFill>
                <a:schemeClr val="tx1"/>
              </a:solidFill>
            </a:rPr>
            <a:t> 음악 </a:t>
          </a:r>
          <a:r>
            <a:rPr lang="ko-KR" altLang="en-US" sz="1400" kern="1200" dirty="0" err="1" smtClean="0">
              <a:solidFill>
                <a:schemeClr val="tx1"/>
              </a:solidFill>
            </a:rPr>
            <a:t>콘텐츠</a:t>
          </a:r>
          <a:r>
            <a:rPr lang="ko-KR" altLang="en-US" sz="1400" kern="1200" dirty="0" smtClean="0">
              <a:solidFill>
                <a:schemeClr val="tx1"/>
              </a:solidFill>
            </a:rPr>
            <a:t> 서비스를 위한 음악 신호처리 기술 개발 및 검증시스템 구현</a:t>
          </a:r>
          <a:endParaRPr lang="ko-KR" altLang="en-US" sz="1400" kern="1200" dirty="0">
            <a:solidFill>
              <a:schemeClr val="tx1"/>
            </a:solidFill>
          </a:endParaRPr>
        </a:p>
      </dsp:txBody>
      <dsp:txXfrm>
        <a:off x="131339" y="1694418"/>
        <a:ext cx="1346561" cy="1717201"/>
      </dsp:txXfrm>
    </dsp:sp>
    <dsp:sp modelId="{9609DC31-B2C0-4FCC-B999-F4003D58EE47}">
      <dsp:nvSpPr>
        <dsp:cNvPr id="0" name=""/>
        <dsp:cNvSpPr/>
      </dsp:nvSpPr>
      <dsp:spPr>
        <a:xfrm rot="16806773">
          <a:off x="855599" y="1807656"/>
          <a:ext cx="1509686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1509686" y="2246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16806773">
        <a:off x="1572700" y="1772160"/>
        <a:ext cx="75484" cy="75484"/>
      </dsp:txXfrm>
    </dsp:sp>
    <dsp:sp modelId="{7162B31B-24EF-42AB-918A-0D370C67AB80}">
      <dsp:nvSpPr>
        <dsp:cNvPr id="0" name=""/>
        <dsp:cNvSpPr/>
      </dsp:nvSpPr>
      <dsp:spPr>
        <a:xfrm>
          <a:off x="1742984" y="772761"/>
          <a:ext cx="1209877" cy="5880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</a:rPr>
            <a:t>주요 객체 </a:t>
          </a:r>
          <a:r>
            <a:rPr lang="ko-KR" altLang="en-US" sz="1200" kern="1200" dirty="0" err="1" smtClean="0">
              <a:solidFill>
                <a:schemeClr val="tx1"/>
              </a:solidFill>
            </a:rPr>
            <a:t>음원</a:t>
          </a:r>
          <a:r>
            <a:rPr lang="ko-KR" altLang="en-US" sz="1200" kern="1200" dirty="0" smtClean="0">
              <a:solidFill>
                <a:schemeClr val="tx1"/>
              </a:solidFill>
            </a:rPr>
            <a:t> 추출 모듈 구현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>
        <a:off x="1742984" y="772761"/>
        <a:ext cx="1209877" cy="588050"/>
      </dsp:txXfrm>
    </dsp:sp>
    <dsp:sp modelId="{A7D3060F-4721-4A8D-81DC-069EB1F931FF}">
      <dsp:nvSpPr>
        <dsp:cNvPr id="0" name=""/>
        <dsp:cNvSpPr/>
      </dsp:nvSpPr>
      <dsp:spPr>
        <a:xfrm rot="3161">
          <a:off x="2952861" y="1064659"/>
          <a:ext cx="258911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258911" y="2246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3161">
        <a:off x="3075844" y="1060433"/>
        <a:ext cx="12945" cy="12945"/>
      </dsp:txXfrm>
    </dsp:sp>
    <dsp:sp modelId="{719F875B-A438-4C53-A271-76C665B52D35}">
      <dsp:nvSpPr>
        <dsp:cNvPr id="0" name=""/>
        <dsp:cNvSpPr/>
      </dsp:nvSpPr>
      <dsp:spPr>
        <a:xfrm>
          <a:off x="3211773" y="791830"/>
          <a:ext cx="2878269" cy="5503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just" defTabSz="533400" latinLnBrk="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altLang="ko-KR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• 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주요 객체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분리 모듈 개발</a:t>
          </a:r>
          <a:endParaRPr lang="en-US" altLang="ko-KR" sz="1200" b="0" kern="120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  <a:p>
          <a:pPr lvl="0" algn="just" defTabSz="533400" latinLnBrk="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altLang="ko-KR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• 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특징 기반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분류 및 추출 기능 구현</a:t>
          </a:r>
        </a:p>
      </dsp:txBody>
      <dsp:txXfrm>
        <a:off x="3211773" y="791830"/>
        <a:ext cx="2878269" cy="550388"/>
      </dsp:txXfrm>
    </dsp:sp>
    <dsp:sp modelId="{4A8C535C-86A2-4663-84E3-8D37B40DDCA9}">
      <dsp:nvSpPr>
        <dsp:cNvPr id="0" name=""/>
        <dsp:cNvSpPr/>
      </dsp:nvSpPr>
      <dsp:spPr>
        <a:xfrm rot="21567650">
          <a:off x="6090035" y="1063333"/>
          <a:ext cx="307188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307188" y="224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21567650">
        <a:off x="6235950" y="1057900"/>
        <a:ext cx="15359" cy="15359"/>
      </dsp:txXfrm>
    </dsp:sp>
    <dsp:sp modelId="{21DE9026-F63F-4FE7-BC06-A1642A665573}">
      <dsp:nvSpPr>
        <dsp:cNvPr id="0" name=""/>
        <dsp:cNvSpPr/>
      </dsp:nvSpPr>
      <dsp:spPr>
        <a:xfrm>
          <a:off x="6397217" y="847106"/>
          <a:ext cx="2192841" cy="4340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SIR</a:t>
          </a:r>
          <a:r>
            <a:rPr lang="en-US" altLang="ko-KR" sz="1100" b="0" kern="1200" baseline="300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1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10dB 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이상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/>
          </a:r>
          <a:b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</a:b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MOS</a:t>
          </a:r>
          <a:r>
            <a:rPr lang="en-US" altLang="ko-KR" sz="1100" b="0" kern="1200" baseline="300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2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3.5 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이상</a:t>
          </a:r>
        </a:p>
      </dsp:txBody>
      <dsp:txXfrm>
        <a:off x="6397217" y="847106"/>
        <a:ext cx="2192841" cy="434055"/>
      </dsp:txXfrm>
    </dsp:sp>
    <dsp:sp modelId="{1CA95A27-CE8C-4581-A023-35724A6F9B81}">
      <dsp:nvSpPr>
        <dsp:cNvPr id="0" name=""/>
        <dsp:cNvSpPr/>
      </dsp:nvSpPr>
      <dsp:spPr>
        <a:xfrm rot="17895039">
          <a:off x="1317259" y="2282089"/>
          <a:ext cx="610029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610029" y="2246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17895039">
        <a:off x="1607022" y="2269085"/>
        <a:ext cx="30501" cy="30501"/>
      </dsp:txXfrm>
    </dsp:sp>
    <dsp:sp modelId="{CC112999-FFE3-416C-A42E-FD5DC88AA9F8}">
      <dsp:nvSpPr>
        <dsp:cNvPr id="0" name=""/>
        <dsp:cNvSpPr/>
      </dsp:nvSpPr>
      <dsp:spPr>
        <a:xfrm>
          <a:off x="1766646" y="1686622"/>
          <a:ext cx="1195035" cy="6580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err="1" smtClean="0">
              <a:solidFill>
                <a:schemeClr val="tx1"/>
              </a:solidFill>
              <a:latin typeface="굴림"/>
            </a:rPr>
            <a:t>다객체</a:t>
          </a:r>
          <a:r>
            <a:rPr lang="ko-KR" altLang="en-US" sz="1200" kern="1200" dirty="0" smtClean="0">
              <a:solidFill>
                <a:schemeClr val="tx1"/>
              </a:solidFill>
              <a:latin typeface="굴림"/>
            </a:rPr>
            <a:t> 오디오 </a:t>
          </a:r>
          <a:r>
            <a:rPr lang="ko-KR" altLang="en-US" sz="1200" kern="1200" dirty="0" err="1" smtClean="0">
              <a:solidFill>
                <a:schemeClr val="tx1"/>
              </a:solidFill>
              <a:latin typeface="굴림"/>
            </a:rPr>
            <a:t>부복호화</a:t>
          </a:r>
          <a:r>
            <a:rPr lang="ko-KR" altLang="en-US" sz="1200" kern="1200" dirty="0" smtClean="0">
              <a:solidFill>
                <a:schemeClr val="tx1"/>
              </a:solidFill>
              <a:latin typeface="굴림"/>
            </a:rPr>
            <a:t> 모듈 구현</a:t>
          </a:r>
          <a:endParaRPr lang="en-US" altLang="ko-KR" sz="1200" kern="1200" dirty="0" smtClean="0">
            <a:solidFill>
              <a:schemeClr val="tx1"/>
            </a:solidFill>
            <a:latin typeface="굴림"/>
          </a:endParaRPr>
        </a:p>
      </dsp:txBody>
      <dsp:txXfrm>
        <a:off x="1766646" y="1686622"/>
        <a:ext cx="1195035" cy="658061"/>
      </dsp:txXfrm>
    </dsp:sp>
    <dsp:sp modelId="{17469F7F-0376-487D-B885-EA9E499EC02A}">
      <dsp:nvSpPr>
        <dsp:cNvPr id="0" name=""/>
        <dsp:cNvSpPr/>
      </dsp:nvSpPr>
      <dsp:spPr>
        <a:xfrm rot="19179241">
          <a:off x="2919091" y="1897479"/>
          <a:ext cx="358129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358129" y="2246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19179241">
        <a:off x="3089202" y="1890773"/>
        <a:ext cx="17906" cy="17906"/>
      </dsp:txXfrm>
    </dsp:sp>
    <dsp:sp modelId="{AACC9F14-2C73-4291-AB44-7A62C6FDFDC3}">
      <dsp:nvSpPr>
        <dsp:cNvPr id="0" name=""/>
        <dsp:cNvSpPr/>
      </dsp:nvSpPr>
      <dsp:spPr>
        <a:xfrm>
          <a:off x="3234630" y="1548343"/>
          <a:ext cx="2828838" cy="470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just" defTabSz="533400" latinLnBrk="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altLang="ko-KR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•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객체별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주요 특징 기반 코딩 방식 개발</a:t>
          </a:r>
          <a:endParaRPr lang="en-US" altLang="ko-KR" sz="1200" b="0" kern="120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  <a:p>
          <a:pPr lvl="0" algn="just" defTabSz="533400" latinLnBrk="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altLang="ko-KR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•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객체별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오디오 부</a:t>
          </a:r>
          <a:r>
            <a:rPr lang="en-US" altLang="ko-KR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/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복호화기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개발</a:t>
          </a:r>
          <a:endParaRPr lang="en-US" altLang="ko-KR" sz="1200" b="0" kern="120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sp:txBody>
      <dsp:txXfrm>
        <a:off x="3234630" y="1548343"/>
        <a:ext cx="2828838" cy="470910"/>
      </dsp:txXfrm>
    </dsp:sp>
    <dsp:sp modelId="{A1A8BAA4-1A36-4D63-915B-A151C74516FD}">
      <dsp:nvSpPr>
        <dsp:cNvPr id="0" name=""/>
        <dsp:cNvSpPr/>
      </dsp:nvSpPr>
      <dsp:spPr>
        <a:xfrm rot="21463519">
          <a:off x="6063334" y="1774820"/>
          <a:ext cx="339235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339235" y="224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21463519">
        <a:off x="6224471" y="1768586"/>
        <a:ext cx="16961" cy="16961"/>
      </dsp:txXfrm>
    </dsp:sp>
    <dsp:sp modelId="{869730FF-1E2A-45E6-AA9F-2A7D81A1EA59}">
      <dsp:nvSpPr>
        <dsp:cNvPr id="0" name=""/>
        <dsp:cNvSpPr/>
      </dsp:nvSpPr>
      <dsp:spPr>
        <a:xfrm>
          <a:off x="6402436" y="1626850"/>
          <a:ext cx="2187622" cy="2869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MOS 4.0 @ 48kbps </a:t>
          </a:r>
        </a:p>
      </dsp:txBody>
      <dsp:txXfrm>
        <a:off x="6402436" y="1626850"/>
        <a:ext cx="2187622" cy="286969"/>
      </dsp:txXfrm>
    </dsp:sp>
    <dsp:sp modelId="{7CDE69E4-FD96-462F-B4A0-DA22A8ED91F8}">
      <dsp:nvSpPr>
        <dsp:cNvPr id="0" name=""/>
        <dsp:cNvSpPr/>
      </dsp:nvSpPr>
      <dsp:spPr>
        <a:xfrm rot="2996846">
          <a:off x="2885511" y="2176950"/>
          <a:ext cx="427312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427312" y="2246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2996846">
        <a:off x="3088484" y="2168514"/>
        <a:ext cx="21365" cy="21365"/>
      </dsp:txXfrm>
    </dsp:sp>
    <dsp:sp modelId="{7AE3B5A8-CAF1-41CC-A497-BCE4F932B3E6}">
      <dsp:nvSpPr>
        <dsp:cNvPr id="0" name=""/>
        <dsp:cNvSpPr/>
      </dsp:nvSpPr>
      <dsp:spPr>
        <a:xfrm>
          <a:off x="3236653" y="2131127"/>
          <a:ext cx="2836625" cy="4232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ts val="1400"/>
            </a:lnSpc>
            <a:spcBef>
              <a:spcPct val="0"/>
            </a:spcBef>
            <a:spcAft>
              <a:spcPts val="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벡터 양자화 기반의 객체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잔차신호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코딩 기술 개발</a:t>
          </a:r>
          <a:endParaRPr lang="en-US" altLang="ko-KR" sz="1200" b="0" kern="120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sp:txBody>
      <dsp:txXfrm>
        <a:off x="3236653" y="2131127"/>
        <a:ext cx="2836625" cy="423228"/>
      </dsp:txXfrm>
    </dsp:sp>
    <dsp:sp modelId="{590E6B90-8F55-456A-9634-18C4DB66C063}">
      <dsp:nvSpPr>
        <dsp:cNvPr id="0" name=""/>
        <dsp:cNvSpPr/>
      </dsp:nvSpPr>
      <dsp:spPr>
        <a:xfrm rot="21536221">
          <a:off x="6073250" y="2337431"/>
          <a:ext cx="330265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330265" y="224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21536221">
        <a:off x="6230126" y="2331421"/>
        <a:ext cx="16513" cy="16513"/>
      </dsp:txXfrm>
    </dsp:sp>
    <dsp:sp modelId="{3C1E2BB4-7318-4012-97E8-1307F6491F65}">
      <dsp:nvSpPr>
        <dsp:cNvPr id="0" name=""/>
        <dsp:cNvSpPr/>
      </dsp:nvSpPr>
      <dsp:spPr>
        <a:xfrm>
          <a:off x="6403487" y="2138301"/>
          <a:ext cx="2186571" cy="3966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ts val="1300"/>
            </a:lnSpc>
            <a:spcBef>
              <a:spcPct val="0"/>
            </a:spcBef>
            <a:spcAft>
              <a:spcPts val="0"/>
            </a:spcAft>
          </a:pP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5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개 객체에 대해 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MOS 4.0 @ 40kbps</a:t>
          </a:r>
          <a:r>
            <a:rPr lang="en-US" altLang="ko-KR" sz="1100" b="0" kern="1200" baseline="300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3</a:t>
          </a:r>
          <a:endParaRPr lang="en-US" altLang="ko-KR" sz="1100" b="0" kern="120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sp:txBody>
      <dsp:txXfrm>
        <a:off x="6403487" y="2138301"/>
        <a:ext cx="2186571" cy="396626"/>
      </dsp:txXfrm>
    </dsp:sp>
    <dsp:sp modelId="{BB266D36-8B58-4B37-85CD-D0FBEF90F5BE}">
      <dsp:nvSpPr>
        <dsp:cNvPr id="0" name=""/>
        <dsp:cNvSpPr/>
      </dsp:nvSpPr>
      <dsp:spPr>
        <a:xfrm rot="3841379">
          <a:off x="1306128" y="2825543"/>
          <a:ext cx="611302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611302" y="2246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3841379">
        <a:off x="1596497" y="2812507"/>
        <a:ext cx="30565" cy="30565"/>
      </dsp:txXfrm>
    </dsp:sp>
    <dsp:sp modelId="{2F565019-DE8D-4001-B2A3-3DD5DD95C2BB}">
      <dsp:nvSpPr>
        <dsp:cNvPr id="0" name=""/>
        <dsp:cNvSpPr/>
      </dsp:nvSpPr>
      <dsp:spPr>
        <a:xfrm>
          <a:off x="1745658" y="2878797"/>
          <a:ext cx="1238748" cy="4475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굴림"/>
            </a:rPr>
            <a:t>음악 분위기</a:t>
          </a:r>
          <a:r>
            <a:rPr lang="en-US" altLang="ko-KR" sz="1200" kern="1200" dirty="0" smtClean="0">
              <a:solidFill>
                <a:schemeClr val="tx1"/>
              </a:solidFill>
              <a:latin typeface="굴림"/>
            </a:rPr>
            <a:t/>
          </a:r>
          <a:br>
            <a:rPr lang="en-US" altLang="ko-KR" sz="1200" kern="1200" dirty="0" smtClean="0">
              <a:solidFill>
                <a:schemeClr val="tx1"/>
              </a:solidFill>
              <a:latin typeface="굴림"/>
            </a:rPr>
          </a:br>
          <a:r>
            <a:rPr lang="ko-KR" altLang="en-US" sz="1200" kern="1200" dirty="0" smtClean="0">
              <a:solidFill>
                <a:schemeClr val="tx1"/>
              </a:solidFill>
              <a:latin typeface="굴림"/>
            </a:rPr>
            <a:t>제어 기술</a:t>
          </a:r>
          <a:endParaRPr lang="en-US" altLang="ko-KR" sz="1200" kern="1200" dirty="0" smtClean="0">
            <a:solidFill>
              <a:schemeClr val="tx1"/>
            </a:solidFill>
            <a:latin typeface="굴림"/>
          </a:endParaRPr>
        </a:p>
      </dsp:txBody>
      <dsp:txXfrm>
        <a:off x="1745658" y="2878797"/>
        <a:ext cx="1238748" cy="447527"/>
      </dsp:txXfrm>
    </dsp:sp>
    <dsp:sp modelId="{64287197-2F41-4F58-8054-CF2574AC3638}">
      <dsp:nvSpPr>
        <dsp:cNvPr id="0" name=""/>
        <dsp:cNvSpPr/>
      </dsp:nvSpPr>
      <dsp:spPr>
        <a:xfrm rot="21197949">
          <a:off x="2983557" y="3085799"/>
          <a:ext cx="248792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248792" y="2246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21197949">
        <a:off x="3101733" y="3081826"/>
        <a:ext cx="12439" cy="12439"/>
      </dsp:txXfrm>
    </dsp:sp>
    <dsp:sp modelId="{951C5260-4A32-4882-9F71-A833B1E16ED9}">
      <dsp:nvSpPr>
        <dsp:cNvPr id="0" name=""/>
        <dsp:cNvSpPr/>
      </dsp:nvSpPr>
      <dsp:spPr>
        <a:xfrm>
          <a:off x="3231500" y="2884714"/>
          <a:ext cx="2814279" cy="3776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서비스 특화된 분위기 제어 범위 연구</a:t>
          </a:r>
          <a:endParaRPr lang="en-US" altLang="ko-KR" sz="1200" b="0" kern="120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sp:txBody>
      <dsp:txXfrm>
        <a:off x="3231500" y="2884714"/>
        <a:ext cx="2814279" cy="377632"/>
      </dsp:txXfrm>
    </dsp:sp>
    <dsp:sp modelId="{4CE93BFD-FEEB-4264-B44D-969B5016925A}">
      <dsp:nvSpPr>
        <dsp:cNvPr id="0" name=""/>
        <dsp:cNvSpPr/>
      </dsp:nvSpPr>
      <dsp:spPr>
        <a:xfrm rot="120992">
          <a:off x="6045670" y="3077511"/>
          <a:ext cx="353963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353963" y="224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120992">
        <a:off x="6213803" y="3070909"/>
        <a:ext cx="17698" cy="17698"/>
      </dsp:txXfrm>
    </dsp:sp>
    <dsp:sp modelId="{42E4B684-AD64-48DD-A671-863CE8F2A875}">
      <dsp:nvSpPr>
        <dsp:cNvPr id="0" name=""/>
        <dsp:cNvSpPr/>
      </dsp:nvSpPr>
      <dsp:spPr>
        <a:xfrm>
          <a:off x="6399524" y="2808918"/>
          <a:ext cx="2190534" cy="554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0">
            <a:lnSpc>
              <a:spcPts val="1300"/>
            </a:lnSpc>
            <a:spcBef>
              <a:spcPct val="0"/>
            </a:spcBef>
            <a:spcAft>
              <a:spcPts val="0"/>
            </a:spcAft>
          </a:pP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특징 추출 성능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85% 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이상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(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추출된 </a:t>
          </a:r>
          <a:r>
            <a:rPr lang="ko-KR" altLang="en-US" sz="11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음원특징과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실제 </a:t>
          </a:r>
          <a:r>
            <a:rPr lang="ko-KR" altLang="en-US" sz="11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구간의 검출 적중률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)</a:t>
          </a:r>
        </a:p>
      </dsp:txBody>
      <dsp:txXfrm>
        <a:off x="6399524" y="2808918"/>
        <a:ext cx="2190534" cy="554135"/>
      </dsp:txXfrm>
    </dsp:sp>
    <dsp:sp modelId="{E7C9BEBB-68E8-4695-8DA2-AB0090BE9C47}">
      <dsp:nvSpPr>
        <dsp:cNvPr id="0" name=""/>
        <dsp:cNvSpPr/>
      </dsp:nvSpPr>
      <dsp:spPr>
        <a:xfrm rot="4896957">
          <a:off x="729509" y="3417548"/>
          <a:ext cx="1752278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1752278" y="2246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kern="1200">
            <a:solidFill>
              <a:schemeClr val="tx1"/>
            </a:solidFill>
          </a:endParaRPr>
        </a:p>
      </dsp:txBody>
      <dsp:txXfrm rot="4896957">
        <a:off x="1561842" y="3375987"/>
        <a:ext cx="87613" cy="87613"/>
      </dsp:txXfrm>
    </dsp:sp>
    <dsp:sp modelId="{E519117D-4935-4471-96F9-1B9D71CE0989}">
      <dsp:nvSpPr>
        <dsp:cNvPr id="0" name=""/>
        <dsp:cNvSpPr/>
      </dsp:nvSpPr>
      <dsp:spPr>
        <a:xfrm>
          <a:off x="1733396" y="3868466"/>
          <a:ext cx="1277781" cy="8362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200" kern="1200" dirty="0" smtClean="0">
              <a:solidFill>
                <a:schemeClr val="tx1"/>
              </a:solidFill>
              <a:latin typeface="굴림"/>
            </a:rPr>
            <a:t>이용자 </a:t>
          </a:r>
          <a:r>
            <a:rPr lang="ko-KR" altLang="en-US" sz="1200" kern="1200" dirty="0" err="1" smtClean="0">
              <a:solidFill>
                <a:schemeClr val="tx1"/>
              </a:solidFill>
              <a:latin typeface="굴림"/>
            </a:rPr>
            <a:t>창조형</a:t>
          </a:r>
          <a:r>
            <a:rPr lang="ko-KR" altLang="en-US" sz="1200" kern="1200" dirty="0" smtClean="0">
              <a:solidFill>
                <a:schemeClr val="tx1"/>
              </a:solidFill>
              <a:latin typeface="굴림"/>
            </a:rPr>
            <a:t> 음악 </a:t>
          </a:r>
          <a:r>
            <a:rPr lang="ko-KR" altLang="en-US" sz="1200" kern="1200" dirty="0" err="1" smtClean="0">
              <a:solidFill>
                <a:schemeClr val="tx1"/>
              </a:solidFill>
              <a:latin typeface="굴림"/>
            </a:rPr>
            <a:t>콘텐츠</a:t>
          </a:r>
          <a:r>
            <a:rPr lang="ko-KR" altLang="en-US" sz="1200" kern="1200" dirty="0" smtClean="0">
              <a:solidFill>
                <a:schemeClr val="tx1"/>
              </a:solidFill>
              <a:latin typeface="굴림"/>
            </a:rPr>
            <a:t> 서비스 시스템 구현</a:t>
          </a:r>
          <a:endParaRPr lang="ko-KR" altLang="en-US" sz="1200" kern="1200" dirty="0">
            <a:solidFill>
              <a:schemeClr val="tx1"/>
            </a:solidFill>
          </a:endParaRPr>
        </a:p>
      </dsp:txBody>
      <dsp:txXfrm>
        <a:off x="1733396" y="3868466"/>
        <a:ext cx="1277781" cy="836207"/>
      </dsp:txXfrm>
    </dsp:sp>
    <dsp:sp modelId="{CB03EBD0-FA02-4D1B-AE5F-C747EE9BA535}">
      <dsp:nvSpPr>
        <dsp:cNvPr id="0" name=""/>
        <dsp:cNvSpPr/>
      </dsp:nvSpPr>
      <dsp:spPr>
        <a:xfrm rot="17636126">
          <a:off x="2849508" y="4035681"/>
          <a:ext cx="544073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544073" y="2246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17636126">
        <a:off x="3107943" y="4024326"/>
        <a:ext cx="27203" cy="27203"/>
      </dsp:txXfrm>
    </dsp:sp>
    <dsp:sp modelId="{06086D31-0F0E-48A3-B69B-E2E41277789B}">
      <dsp:nvSpPr>
        <dsp:cNvPr id="0" name=""/>
        <dsp:cNvSpPr/>
      </dsp:nvSpPr>
      <dsp:spPr>
        <a:xfrm>
          <a:off x="3231912" y="3594639"/>
          <a:ext cx="2836103" cy="3892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ts val="1400"/>
            </a:lnSpc>
            <a:spcBef>
              <a:spcPct val="0"/>
            </a:spcBef>
            <a:spcAft>
              <a:spcPts val="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이용자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창조형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음악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콘텐츠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저작 도구 구현</a:t>
          </a:r>
          <a:endParaRPr lang="en-US" altLang="ko-KR" sz="1200" b="0" kern="120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sp:txBody>
      <dsp:txXfrm>
        <a:off x="3231912" y="3594639"/>
        <a:ext cx="2836103" cy="389293"/>
      </dsp:txXfrm>
    </dsp:sp>
    <dsp:sp modelId="{1B37A928-BBF0-4D6B-9D16-6A78A83CF69B}">
      <dsp:nvSpPr>
        <dsp:cNvPr id="0" name=""/>
        <dsp:cNvSpPr/>
      </dsp:nvSpPr>
      <dsp:spPr>
        <a:xfrm rot="21458548">
          <a:off x="6067876" y="3780257"/>
          <a:ext cx="329720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329720" y="224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21458548">
        <a:off x="6224494" y="3774261"/>
        <a:ext cx="16486" cy="16486"/>
      </dsp:txXfrm>
    </dsp:sp>
    <dsp:sp modelId="{F6B7AA7D-C20A-4ED7-AB02-0C6E5E4C1345}">
      <dsp:nvSpPr>
        <dsp:cNvPr id="0" name=""/>
        <dsp:cNvSpPr/>
      </dsp:nvSpPr>
      <dsp:spPr>
        <a:xfrm>
          <a:off x="6397458" y="3503613"/>
          <a:ext cx="2192601" cy="544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1">
            <a:lnSpc>
              <a:spcPts val="1300"/>
            </a:lnSpc>
            <a:spcBef>
              <a:spcPct val="0"/>
            </a:spcBef>
            <a:spcAft>
              <a:spcPts val="0"/>
            </a:spcAft>
          </a:pP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기능 검증 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(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스테레오 </a:t>
          </a:r>
          <a:r>
            <a:rPr lang="ko-KR" altLang="en-US" sz="11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추출</a:t>
          </a:r>
          <a:r>
            <a:rPr lang="en-US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/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제거</a:t>
          </a:r>
          <a:r>
            <a:rPr lang="en-US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1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특징 추출</a:t>
          </a:r>
          <a:r>
            <a:rPr lang="en-US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/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제어</a:t>
          </a:r>
          <a:r>
            <a:rPr lang="en-US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1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콘텐츠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생성</a:t>
          </a:r>
          <a:r>
            <a:rPr lang="en-US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부호화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)</a:t>
          </a: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</a:t>
          </a:r>
          <a:endParaRPr lang="en-US" altLang="ko-KR" sz="1100" b="0" kern="120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sp:txBody>
      <dsp:txXfrm>
        <a:off x="6397458" y="3503613"/>
        <a:ext cx="2192601" cy="544217"/>
      </dsp:txXfrm>
    </dsp:sp>
    <dsp:sp modelId="{83050FAC-8984-4E0D-A1DD-860B3ECAE1A4}">
      <dsp:nvSpPr>
        <dsp:cNvPr id="0" name=""/>
        <dsp:cNvSpPr/>
      </dsp:nvSpPr>
      <dsp:spPr>
        <a:xfrm rot="21211342">
          <a:off x="3010482" y="4272020"/>
          <a:ext cx="218113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218113" y="2246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21211342">
        <a:off x="3114085" y="4268814"/>
        <a:ext cx="10905" cy="10905"/>
      </dsp:txXfrm>
    </dsp:sp>
    <dsp:sp modelId="{4A065B24-C13F-4685-B07B-AA198FCB2780}">
      <dsp:nvSpPr>
        <dsp:cNvPr id="0" name=""/>
        <dsp:cNvSpPr/>
      </dsp:nvSpPr>
      <dsp:spPr>
        <a:xfrm>
          <a:off x="3227899" y="4059758"/>
          <a:ext cx="2840340" cy="4044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0">
            <a:lnSpc>
              <a:spcPts val="1400"/>
            </a:lnSpc>
            <a:spcBef>
              <a:spcPct val="0"/>
            </a:spcBef>
            <a:spcAft>
              <a:spcPts val="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이용자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창조형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음악 </a:t>
          </a:r>
          <a:r>
            <a:rPr lang="ko-KR" altLang="en-US" sz="12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콘텐츠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재생</a:t>
          </a:r>
          <a:r>
            <a:rPr lang="en-US" altLang="ko-KR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</a:t>
          </a: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단말 구현</a:t>
          </a:r>
          <a:endParaRPr lang="en-US" altLang="ko-KR" sz="1200" b="0" kern="120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sp:txBody>
      <dsp:txXfrm>
        <a:off x="3227899" y="4059758"/>
        <a:ext cx="2840340" cy="404410"/>
      </dsp:txXfrm>
    </dsp:sp>
    <dsp:sp modelId="{3A60438E-431C-4E45-BF2F-5CEC753F33BB}">
      <dsp:nvSpPr>
        <dsp:cNvPr id="0" name=""/>
        <dsp:cNvSpPr/>
      </dsp:nvSpPr>
      <dsp:spPr>
        <a:xfrm rot="840804">
          <a:off x="6062851" y="4303553"/>
          <a:ext cx="362055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362055" y="224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840804">
        <a:off x="6234828" y="4296748"/>
        <a:ext cx="18102" cy="18102"/>
      </dsp:txXfrm>
    </dsp:sp>
    <dsp:sp modelId="{7D4EDD26-9E22-488B-95C2-C979E4AB4BAD}">
      <dsp:nvSpPr>
        <dsp:cNvPr id="0" name=""/>
        <dsp:cNvSpPr/>
      </dsp:nvSpPr>
      <dsp:spPr>
        <a:xfrm>
          <a:off x="6419519" y="4115005"/>
          <a:ext cx="2170539" cy="4692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latinLnBrk="1">
            <a:lnSpc>
              <a:spcPts val="1300"/>
            </a:lnSpc>
            <a:spcBef>
              <a:spcPct val="0"/>
            </a:spcBef>
            <a:spcAft>
              <a:spcPts val="0"/>
            </a:spcAft>
          </a:pPr>
          <a:r>
            <a:rPr lang="ko-KR" altLang="en-US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기능 검증 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(</a:t>
          </a:r>
          <a:r>
            <a:rPr lang="ko-KR" altLang="ko-KR" sz="11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선택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ko-KR" sz="11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음원</a:t>
          </a:r>
          <a:r>
            <a:rPr lang="ko-KR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 볼륨 조정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ko-KR" sz="1100" b="0" kern="1200" dirty="0" err="1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프리셋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분위기 제어</a:t>
          </a:r>
          <a:r>
            <a:rPr lang="en-US" altLang="ko-KR" sz="11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, UCC)</a:t>
          </a:r>
        </a:p>
      </dsp:txBody>
      <dsp:txXfrm>
        <a:off x="6419519" y="4115005"/>
        <a:ext cx="2170539" cy="469261"/>
      </dsp:txXfrm>
    </dsp:sp>
    <dsp:sp modelId="{0BA2F7FB-4E61-4F55-A7C4-EAE54AF3C854}">
      <dsp:nvSpPr>
        <dsp:cNvPr id="0" name=""/>
        <dsp:cNvSpPr/>
      </dsp:nvSpPr>
      <dsp:spPr>
        <a:xfrm rot="3809180">
          <a:off x="2868406" y="4515102"/>
          <a:ext cx="515804" cy="4493"/>
        </a:xfrm>
        <a:custGeom>
          <a:avLst/>
          <a:gdLst/>
          <a:ahLst/>
          <a:cxnLst/>
          <a:rect l="0" t="0" r="0" b="0"/>
          <a:pathLst>
            <a:path>
              <a:moveTo>
                <a:pt x="0" y="2246"/>
              </a:moveTo>
              <a:lnTo>
                <a:pt x="515804" y="2246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500" kern="1200">
            <a:solidFill>
              <a:schemeClr val="tx1"/>
            </a:solidFill>
          </a:endParaRPr>
        </a:p>
      </dsp:txBody>
      <dsp:txXfrm rot="3809180">
        <a:off x="3113413" y="4504453"/>
        <a:ext cx="25790" cy="25790"/>
      </dsp:txXfrm>
    </dsp:sp>
    <dsp:sp modelId="{215685B9-4036-4B4F-86AA-AF319544A756}">
      <dsp:nvSpPr>
        <dsp:cNvPr id="0" name=""/>
        <dsp:cNvSpPr/>
      </dsp:nvSpPr>
      <dsp:spPr>
        <a:xfrm>
          <a:off x="3241439" y="4632242"/>
          <a:ext cx="2833358" cy="2317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latinLnBrk="1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ko-KR" altLang="en-US" sz="1200" b="0" kern="1200" dirty="0" smtClean="0"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</a:rPr>
            <a:t>통합 구현 및 검증</a:t>
          </a:r>
          <a:endParaRPr lang="en-US" altLang="ko-KR" sz="1200" b="0" kern="1200" dirty="0" smtClean="0">
            <a:solidFill>
              <a:schemeClr val="tx1"/>
            </a:solidFill>
            <a:effectLst/>
            <a:latin typeface="HY견고딕" pitchFamily="18" charset="-127"/>
            <a:ea typeface="HY견고딕" pitchFamily="18" charset="-127"/>
          </a:endParaRPr>
        </a:p>
      </dsp:txBody>
      <dsp:txXfrm>
        <a:off x="3241439" y="4632242"/>
        <a:ext cx="2833358" cy="231770"/>
      </dsp:txXfrm>
    </dsp:sp>
  </dsp:spTree>
</dsp:drawing>
</file>

<file path=ppt/diagrams/drawing2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45D25C1-D8E6-4E44-8C65-7491A841339D}">
      <dsp:nvSpPr>
        <dsp:cNvPr id="0" name=""/>
        <dsp:cNvSpPr/>
      </dsp:nvSpPr>
      <dsp:spPr>
        <a:xfrm rot="16200000">
          <a:off x="857256" y="-857256"/>
          <a:ext cx="2464611" cy="4179123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ko-KR" altLang="en-US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공동연구기관 </a:t>
          </a:r>
          <a:r>
            <a:rPr lang="en-US" altLang="ko-KR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(</a:t>
          </a:r>
          <a:r>
            <a:rPr lang="ko-KR" altLang="en-US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㈜ </a:t>
          </a:r>
          <a:r>
            <a:rPr lang="ko-KR" altLang="en-US" sz="1400" b="1" kern="120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엔터기술</a:t>
          </a:r>
          <a:r>
            <a:rPr lang="en-US" altLang="ko-KR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)</a:t>
          </a:r>
          <a:endParaRPr lang="ko-KR" altLang="en-US" sz="1400" b="1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주요 </a:t>
          </a:r>
          <a:r>
            <a:rPr lang="ko-KR" altLang="en-US" sz="1200" b="0" kern="120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음원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선정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품질 요구사항 정의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국내외 반주기 시장 활용도 평가 및 사업화 추진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중국 시장 사업화 추진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서비스 모델에 맞는 모듈 최적화 및 성능 검증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다객체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오디오 부호화 모듈 최적화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sp:txBody>
      <dsp:txXfrm rot="16200000">
        <a:off x="1165332" y="-1165332"/>
        <a:ext cx="1848458" cy="4179123"/>
      </dsp:txXfrm>
    </dsp:sp>
    <dsp:sp modelId="{0CED4779-0346-4C77-9518-A3B22451B4D2}">
      <dsp:nvSpPr>
        <dsp:cNvPr id="0" name=""/>
        <dsp:cNvSpPr/>
      </dsp:nvSpPr>
      <dsp:spPr>
        <a:xfrm>
          <a:off x="4179123" y="0"/>
          <a:ext cx="4179123" cy="2464611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ko-KR" altLang="en-US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공동연구기관 </a:t>
          </a:r>
          <a:r>
            <a:rPr lang="en-US" altLang="ko-KR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(</a:t>
          </a:r>
          <a:r>
            <a:rPr lang="ko-KR" altLang="en-US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㈜ </a:t>
          </a:r>
          <a:r>
            <a:rPr lang="ko-KR" altLang="en-US" sz="1400" b="1" kern="120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오디즌</a:t>
          </a:r>
          <a:r>
            <a:rPr lang="en-US" altLang="ko-KR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)</a:t>
          </a:r>
          <a:endParaRPr lang="ko-KR" altLang="en-US" sz="1400" b="1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주요 </a:t>
          </a:r>
          <a:r>
            <a:rPr lang="ko-KR" altLang="en-US" sz="1200" b="0" kern="120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음원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선정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품질 요구사항 정의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시장 활용도 평가 및 사업화 추진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이용자 </a:t>
          </a:r>
          <a:r>
            <a:rPr lang="ko-KR" altLang="en-US" sz="1200" b="0" kern="120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창조형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음악 </a:t>
          </a:r>
          <a:r>
            <a:rPr lang="ko-KR" altLang="en-US" sz="1200" b="0" kern="120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콘텐츠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서비스 저작</a:t>
          </a: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/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재생 도구 구현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228600" lvl="2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음악 교육 시장을 포함한 다각적인 시장 활성화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sp:txBody>
      <dsp:txXfrm>
        <a:off x="4179123" y="0"/>
        <a:ext cx="4179123" cy="1848458"/>
      </dsp:txXfrm>
    </dsp:sp>
    <dsp:sp modelId="{F433EBC0-E6E1-47D7-B8DE-5AEDC1E3132E}">
      <dsp:nvSpPr>
        <dsp:cNvPr id="0" name=""/>
        <dsp:cNvSpPr/>
      </dsp:nvSpPr>
      <dsp:spPr>
        <a:xfrm rot="10800000">
          <a:off x="0" y="2464611"/>
          <a:ext cx="4179123" cy="2464611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ko-KR" altLang="en-US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공동연구기관 </a:t>
          </a:r>
          <a:r>
            <a:rPr lang="en-US" altLang="ko-KR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(</a:t>
          </a:r>
          <a:r>
            <a:rPr lang="ko-KR" altLang="en-US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배재대</a:t>
          </a:r>
          <a:r>
            <a:rPr lang="en-US" altLang="ko-KR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)</a:t>
          </a:r>
          <a:endParaRPr lang="ko-KR" altLang="en-US" sz="1400" b="1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음원분리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성능 향상 연구 협력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sp:txBody>
      <dsp:txXfrm rot="10800000">
        <a:off x="0" y="3080763"/>
        <a:ext cx="4179123" cy="1848458"/>
      </dsp:txXfrm>
    </dsp:sp>
    <dsp:sp modelId="{3B691A37-D3D4-4AF4-AED4-E5DE7D932D1E}">
      <dsp:nvSpPr>
        <dsp:cNvPr id="0" name=""/>
        <dsp:cNvSpPr/>
      </dsp:nvSpPr>
      <dsp:spPr>
        <a:xfrm rot="5400000">
          <a:off x="5036379" y="1607355"/>
          <a:ext cx="2464611" cy="4179123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ko-KR" altLang="en-US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위탁연구기관</a:t>
          </a:r>
          <a:endParaRPr lang="ko-KR" altLang="en-US" sz="1400" b="1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err="1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음원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 별 특징 연구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음악의 분위기 연구</a:t>
          </a:r>
          <a:endParaRPr lang="ko-KR" altLang="en-US" sz="1200" b="0" kern="1200" cap="none" spc="0" dirty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sp:txBody>
      <dsp:txXfrm rot="5400000">
        <a:off x="5344455" y="1915431"/>
        <a:ext cx="1848458" cy="4179123"/>
      </dsp:txXfrm>
    </dsp:sp>
    <dsp:sp modelId="{9EF295D2-EA68-4F20-8738-C197AEB78FE5}">
      <dsp:nvSpPr>
        <dsp:cNvPr id="0" name=""/>
        <dsp:cNvSpPr/>
      </dsp:nvSpPr>
      <dsp:spPr>
        <a:xfrm>
          <a:off x="2725603" y="1852475"/>
          <a:ext cx="2581519" cy="1857010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주관연구기관</a:t>
          </a:r>
          <a:r>
            <a:rPr lang="en-US" altLang="ko-KR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(</a:t>
          </a:r>
          <a:r>
            <a:rPr lang="ko-KR" altLang="en-US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한국전자통신연구원</a:t>
          </a:r>
          <a:r>
            <a:rPr lang="en-US" altLang="ko-KR" sz="1400" b="1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)</a:t>
          </a:r>
        </a:p>
        <a:p>
          <a:pPr lvl="0" algn="l" defTabSz="6223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- 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연구계획 수립 및 총괄 수행 관리</a:t>
          </a: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- 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핵심기술 개발 및 </a:t>
          </a: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IPR 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확보</a:t>
          </a: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- 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국내외 표준화</a:t>
          </a: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- 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요구사항 수렴 및 성능목표 확정</a:t>
          </a: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/>
          </a:r>
          <a:b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</a:br>
          <a:r>
            <a:rPr lang="en-US" altLang="ko-KR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- </a:t>
          </a:r>
          <a:r>
            <a:rPr lang="ko-KR" altLang="en-US" sz="1200" b="0" kern="1200" cap="none" spc="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rPr>
            <a:t>검증플랫폼 설계</a:t>
          </a:r>
          <a:endParaRPr lang="en-US" altLang="ko-KR" sz="1200" b="0" kern="1200" cap="none" spc="0" dirty="0" smtClean="0">
            <a:ln w="18415" cmpd="sng">
              <a:prstDash val="solid"/>
            </a:ln>
            <a:effectLst>
              <a:outerShdw blurRad="63500" dir="3600000" algn="tl" rotWithShape="0">
                <a:srgbClr val="000000">
                  <a:alpha val="70000"/>
                </a:srgbClr>
              </a:outerShdw>
            </a:effectLst>
          </a:endParaRPr>
        </a:p>
      </dsp:txBody>
      <dsp:txXfrm>
        <a:off x="2725603" y="1852475"/>
        <a:ext cx="2581519" cy="1857010"/>
      </dsp:txXfrm>
    </dsp:sp>
  </dsp:spTree>
</dsp:drawing>
</file>

<file path=ppt/diagrams/drawing2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13BEA2F-D448-4A19-9CFD-C25168266274}">
      <dsp:nvSpPr>
        <dsp:cNvPr id="0" name=""/>
        <dsp:cNvSpPr/>
      </dsp:nvSpPr>
      <dsp:spPr>
        <a:xfrm>
          <a:off x="1802422" y="254146"/>
          <a:ext cx="1930622" cy="1930622"/>
        </a:xfrm>
        <a:prstGeom prst="pieWedg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분리</a:t>
          </a:r>
          <a: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802422" y="254146"/>
        <a:ext cx="1930622" cy="1930622"/>
      </dsp:txXfrm>
    </dsp:sp>
    <dsp:sp modelId="{F2DA7243-B7B2-4772-A1EB-C3657D101D1C}">
      <dsp:nvSpPr>
        <dsp:cNvPr id="0" name=""/>
        <dsp:cNvSpPr/>
      </dsp:nvSpPr>
      <dsp:spPr>
        <a:xfrm rot="5400000">
          <a:off x="3822218" y="254146"/>
          <a:ext cx="1930622" cy="1930622"/>
        </a:xfrm>
        <a:prstGeom prst="pieWedg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부호화 기술</a:t>
          </a:r>
          <a:endParaRPr lang="ko-KR" alt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3822218" y="254146"/>
        <a:ext cx="1930622" cy="1930622"/>
      </dsp:txXfrm>
    </dsp:sp>
    <dsp:sp modelId="{BAD86FF0-8087-45CC-89E6-A96900047259}">
      <dsp:nvSpPr>
        <dsp:cNvPr id="0" name=""/>
        <dsp:cNvSpPr/>
      </dsp:nvSpPr>
      <dsp:spPr>
        <a:xfrm rot="10800000">
          <a:off x="3822218" y="2273943"/>
          <a:ext cx="1930622" cy="1930622"/>
        </a:xfrm>
        <a:prstGeom prst="pieWedg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분위기 제어</a:t>
          </a:r>
          <a: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3822218" y="2273943"/>
        <a:ext cx="1930622" cy="1930622"/>
      </dsp:txXfrm>
    </dsp:sp>
    <dsp:sp modelId="{2028C305-8E4F-41FF-8DFB-80D7F7618434}">
      <dsp:nvSpPr>
        <dsp:cNvPr id="0" name=""/>
        <dsp:cNvSpPr/>
      </dsp:nvSpPr>
      <dsp:spPr>
        <a:xfrm rot="16200000">
          <a:off x="1802422" y="2273943"/>
          <a:ext cx="1930622" cy="1930622"/>
        </a:xfrm>
        <a:prstGeom prst="pieWedg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저작도구 및 </a:t>
          </a:r>
          <a: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재생단말</a:t>
          </a:r>
          <a:endParaRPr lang="ko-KR" alt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6200000">
        <a:off x="1802422" y="2273943"/>
        <a:ext cx="1930622" cy="1930622"/>
      </dsp:txXfrm>
    </dsp:sp>
    <dsp:sp modelId="{8C08B622-0609-45C8-AB4C-E7B7B5257E74}">
      <dsp:nvSpPr>
        <dsp:cNvPr id="0" name=""/>
        <dsp:cNvSpPr/>
      </dsp:nvSpPr>
      <dsp:spPr>
        <a:xfrm>
          <a:off x="3444342" y="1828071"/>
          <a:ext cx="666577" cy="579632"/>
        </a:xfrm>
        <a:prstGeom prst="circular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C3E71246-A1C9-42D4-90EE-3D20A1BFF15D}">
      <dsp:nvSpPr>
        <dsp:cNvPr id="0" name=""/>
        <dsp:cNvSpPr/>
      </dsp:nvSpPr>
      <dsp:spPr>
        <a:xfrm rot="10800000">
          <a:off x="3444342" y="2051007"/>
          <a:ext cx="666577" cy="579632"/>
        </a:xfrm>
        <a:prstGeom prst="circular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13BEA2F-D448-4A19-9CFD-C25168266274}">
      <dsp:nvSpPr>
        <dsp:cNvPr id="0" name=""/>
        <dsp:cNvSpPr/>
      </dsp:nvSpPr>
      <dsp:spPr>
        <a:xfrm>
          <a:off x="1802422" y="254146"/>
          <a:ext cx="1930622" cy="1930622"/>
        </a:xfrm>
        <a:prstGeom prst="pieWedg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분리</a:t>
          </a:r>
          <a: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802422" y="254146"/>
        <a:ext cx="1930622" cy="1930622"/>
      </dsp:txXfrm>
    </dsp:sp>
    <dsp:sp modelId="{F2DA7243-B7B2-4772-A1EB-C3657D101D1C}">
      <dsp:nvSpPr>
        <dsp:cNvPr id="0" name=""/>
        <dsp:cNvSpPr/>
      </dsp:nvSpPr>
      <dsp:spPr>
        <a:xfrm rot="5400000">
          <a:off x="3822218" y="254146"/>
          <a:ext cx="1930622" cy="1930622"/>
        </a:xfrm>
        <a:prstGeom prst="pieWedg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부호화 기술</a:t>
          </a:r>
          <a:endParaRPr lang="ko-KR" alt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3822218" y="254146"/>
        <a:ext cx="1930622" cy="1930622"/>
      </dsp:txXfrm>
    </dsp:sp>
    <dsp:sp modelId="{BAD86FF0-8087-45CC-89E6-A96900047259}">
      <dsp:nvSpPr>
        <dsp:cNvPr id="0" name=""/>
        <dsp:cNvSpPr/>
      </dsp:nvSpPr>
      <dsp:spPr>
        <a:xfrm rot="10800000">
          <a:off x="3822218" y="2273943"/>
          <a:ext cx="1930622" cy="1930622"/>
        </a:xfrm>
        <a:prstGeom prst="pieWedg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분위기 제어</a:t>
          </a:r>
          <a: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3822218" y="2273943"/>
        <a:ext cx="1930622" cy="1930622"/>
      </dsp:txXfrm>
    </dsp:sp>
    <dsp:sp modelId="{2028C305-8E4F-41FF-8DFB-80D7F7618434}">
      <dsp:nvSpPr>
        <dsp:cNvPr id="0" name=""/>
        <dsp:cNvSpPr/>
      </dsp:nvSpPr>
      <dsp:spPr>
        <a:xfrm rot="16200000">
          <a:off x="1802422" y="2273943"/>
          <a:ext cx="1930622" cy="1930622"/>
        </a:xfrm>
        <a:prstGeom prst="pieWedg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저작도구 및 </a:t>
          </a:r>
          <a: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재생단말</a:t>
          </a:r>
          <a:endParaRPr lang="ko-KR" alt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6200000">
        <a:off x="1802422" y="2273943"/>
        <a:ext cx="1930622" cy="1930622"/>
      </dsp:txXfrm>
    </dsp:sp>
    <dsp:sp modelId="{8C08B622-0609-45C8-AB4C-E7B7B5257E74}">
      <dsp:nvSpPr>
        <dsp:cNvPr id="0" name=""/>
        <dsp:cNvSpPr/>
      </dsp:nvSpPr>
      <dsp:spPr>
        <a:xfrm>
          <a:off x="3444342" y="1828071"/>
          <a:ext cx="666577" cy="579632"/>
        </a:xfrm>
        <a:prstGeom prst="circular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C3E71246-A1C9-42D4-90EE-3D20A1BFF15D}">
      <dsp:nvSpPr>
        <dsp:cNvPr id="0" name=""/>
        <dsp:cNvSpPr/>
      </dsp:nvSpPr>
      <dsp:spPr>
        <a:xfrm rot="10800000">
          <a:off x="3444342" y="2051007"/>
          <a:ext cx="666577" cy="579632"/>
        </a:xfrm>
        <a:prstGeom prst="circular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86CDA35-8510-419A-85FA-CE3F58DC0361}">
      <dsp:nvSpPr>
        <dsp:cNvPr id="0" name=""/>
        <dsp:cNvSpPr/>
      </dsp:nvSpPr>
      <dsp:spPr>
        <a:xfrm>
          <a:off x="1105544" y="214184"/>
          <a:ext cx="1627052" cy="1627052"/>
        </a:xfrm>
        <a:prstGeom prst="pieWedg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77787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5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분리</a:t>
          </a:r>
          <a: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17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105544" y="214184"/>
        <a:ext cx="1627052" cy="1627052"/>
      </dsp:txXfrm>
    </dsp:sp>
    <dsp:sp modelId="{5B69AAA3-83A1-4DE3-9A67-4A82FE6BE011}">
      <dsp:nvSpPr>
        <dsp:cNvPr id="0" name=""/>
        <dsp:cNvSpPr/>
      </dsp:nvSpPr>
      <dsp:spPr>
        <a:xfrm rot="5400000">
          <a:off x="2807749" y="214184"/>
          <a:ext cx="1627052" cy="1627052"/>
        </a:xfrm>
        <a:prstGeom prst="pieWedg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77787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5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부호화</a:t>
          </a:r>
          <a: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17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2807749" y="214184"/>
        <a:ext cx="1627052" cy="1627052"/>
      </dsp:txXfrm>
    </dsp:sp>
    <dsp:sp modelId="{83488865-C8FE-4A8B-AD8A-82024BA1B7DD}">
      <dsp:nvSpPr>
        <dsp:cNvPr id="0" name=""/>
        <dsp:cNvSpPr/>
      </dsp:nvSpPr>
      <dsp:spPr>
        <a:xfrm rot="10800000">
          <a:off x="2807749" y="1916389"/>
          <a:ext cx="1627052" cy="1627052"/>
        </a:xfrm>
        <a:prstGeom prst="pieWedg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77787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분위기</a:t>
          </a:r>
          <a: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제어</a:t>
          </a:r>
          <a: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기술</a:t>
          </a:r>
          <a:endParaRPr lang="ko-KR" altLang="en-US" sz="17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2807749" y="1916389"/>
        <a:ext cx="1627052" cy="1627052"/>
      </dsp:txXfrm>
    </dsp:sp>
    <dsp:sp modelId="{20851B74-C26D-4A24-8792-3A3A769A62F8}">
      <dsp:nvSpPr>
        <dsp:cNvPr id="0" name=""/>
        <dsp:cNvSpPr/>
      </dsp:nvSpPr>
      <dsp:spPr>
        <a:xfrm rot="16200000">
          <a:off x="1105544" y="1916389"/>
          <a:ext cx="1627052" cy="1627052"/>
        </a:xfrm>
        <a:prstGeom prst="pieWedg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777875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저작도구 및 </a:t>
          </a:r>
          <a: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ko-KR" altLang="en-US" sz="175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재생단말</a:t>
          </a:r>
          <a:endParaRPr lang="ko-KR" altLang="en-US" sz="175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6200000">
        <a:off x="1105544" y="1916389"/>
        <a:ext cx="1627052" cy="1627052"/>
      </dsp:txXfrm>
    </dsp:sp>
    <dsp:sp modelId="{7C61902A-D4A0-41A0-9972-32D2FC0358F6}">
      <dsp:nvSpPr>
        <dsp:cNvPr id="0" name=""/>
        <dsp:cNvSpPr/>
      </dsp:nvSpPr>
      <dsp:spPr>
        <a:xfrm>
          <a:off x="2489290" y="1540627"/>
          <a:ext cx="561765" cy="488491"/>
        </a:xfrm>
        <a:prstGeom prst="circular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401D3185-AC94-44D0-9A78-B5914F594C5F}">
      <dsp:nvSpPr>
        <dsp:cNvPr id="0" name=""/>
        <dsp:cNvSpPr/>
      </dsp:nvSpPr>
      <dsp:spPr>
        <a:xfrm rot="10800000">
          <a:off x="2489290" y="1728508"/>
          <a:ext cx="561765" cy="488491"/>
        </a:xfrm>
        <a:prstGeom prst="circular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5F2CC16-CD5F-48D9-AA07-D1BDF5E839AC}">
      <dsp:nvSpPr>
        <dsp:cNvPr id="0" name=""/>
        <dsp:cNvSpPr/>
      </dsp:nvSpPr>
      <dsp:spPr>
        <a:xfrm>
          <a:off x="312" y="334620"/>
          <a:ext cx="2275580" cy="588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음원</a:t>
          </a:r>
          <a:r>
            <a:rPr lang="ko-KR" alt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분리</a:t>
          </a:r>
          <a:endParaRPr lang="ko-KR" alt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2" y="334620"/>
        <a:ext cx="2275580" cy="588140"/>
      </dsp:txXfrm>
    </dsp:sp>
    <dsp:sp modelId="{EFEB364A-9D48-4D34-8EA6-01C1E90709F4}">
      <dsp:nvSpPr>
        <dsp:cNvPr id="0" name=""/>
        <dsp:cNvSpPr/>
      </dsp:nvSpPr>
      <dsp:spPr>
        <a:xfrm>
          <a:off x="227870" y="922761"/>
          <a:ext cx="227558" cy="825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5552"/>
              </a:lnTo>
              <a:lnTo>
                <a:pt x="227558" y="82555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B781F7-1876-4303-AB07-6C6A5AFD7DE8}">
      <dsp:nvSpPr>
        <dsp:cNvPr id="0" name=""/>
        <dsp:cNvSpPr/>
      </dsp:nvSpPr>
      <dsp:spPr>
        <a:xfrm>
          <a:off x="455428" y="1223638"/>
          <a:ext cx="2186018" cy="1049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l" defTabSz="533400" latinLnBrk="1">
            <a:lnSpc>
              <a:spcPts val="14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중국 원음 노래방 시장 태동</a:t>
          </a:r>
          <a:endParaRPr lang="en-US" altLang="ko-KR" sz="1200" b="1" kern="1200" dirty="0" smtClean="0">
            <a:latin typeface="맑은 고딕" pitchFamily="50" charset="-127"/>
            <a:ea typeface="맑은 고딕" pitchFamily="50" charset="-127"/>
          </a:endParaRPr>
        </a:p>
        <a:p>
          <a:pPr marL="87313" lvl="0" indent="-87313" algn="l" defTabSz="533400" latinLnBrk="1">
            <a:lnSpc>
              <a:spcPts val="14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작고한 아티스트의 보컬 활용에 대한 요구사항 발생</a:t>
          </a:r>
        </a:p>
      </dsp:txBody>
      <dsp:txXfrm>
        <a:off x="455428" y="1223638"/>
        <a:ext cx="2186018" cy="1049349"/>
      </dsp:txXfrm>
    </dsp:sp>
    <dsp:sp modelId="{90C81B58-DAC0-452B-B6B7-219A30977D0D}">
      <dsp:nvSpPr>
        <dsp:cNvPr id="0" name=""/>
        <dsp:cNvSpPr/>
      </dsp:nvSpPr>
      <dsp:spPr>
        <a:xfrm>
          <a:off x="227870" y="922761"/>
          <a:ext cx="227558" cy="2560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0140"/>
              </a:lnTo>
              <a:lnTo>
                <a:pt x="227558" y="256014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682839-E811-461A-9217-7A7864588999}">
      <dsp:nvSpPr>
        <dsp:cNvPr id="0" name=""/>
        <dsp:cNvSpPr/>
      </dsp:nvSpPr>
      <dsp:spPr>
        <a:xfrm>
          <a:off x="455428" y="2576629"/>
          <a:ext cx="2186018" cy="1812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87313" lvl="0" indent="-87313" algn="l" defTabSz="533400" latinLnBrk="0">
            <a:lnSpc>
              <a:spcPts val="14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• 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중국 노래방 시장분석에 기초한 </a:t>
          </a:r>
          <a:r>
            <a:rPr lang="ko-KR" altLang="en-US" sz="1200" b="1" kern="1200" dirty="0" err="1" smtClean="0">
              <a:latin typeface="맑은 고딕" pitchFamily="50" charset="-127"/>
              <a:ea typeface="맑은 고딕" pitchFamily="50" charset="-127"/>
            </a:rPr>
            <a:t>음원분리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 기술 최적화 검토</a:t>
          </a: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(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반주 </a:t>
          </a:r>
          <a:r>
            <a:rPr lang="ko-KR" altLang="en-US" sz="1200" b="1" kern="1200" dirty="0" err="1" smtClean="0">
              <a:latin typeface="맑은 고딕" pitchFamily="50" charset="-127"/>
              <a:ea typeface="맑은 고딕" pitchFamily="50" charset="-127"/>
            </a:rPr>
            <a:t>음원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 품질 극대화</a:t>
          </a: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)</a:t>
          </a:r>
        </a:p>
        <a:p>
          <a:pPr marL="87313" lvl="0" indent="-87313" algn="l" defTabSz="533400" latinLnBrk="0">
            <a:lnSpc>
              <a:spcPts val="14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• 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보컬 </a:t>
          </a:r>
          <a:r>
            <a:rPr lang="ko-KR" altLang="en-US" sz="1200" b="1" kern="1200" dirty="0" err="1" smtClean="0">
              <a:latin typeface="맑은 고딕" pitchFamily="50" charset="-127"/>
              <a:ea typeface="맑은 고딕" pitchFamily="50" charset="-127"/>
            </a:rPr>
            <a:t>음원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 품질을 극대화하는 </a:t>
          </a:r>
          <a:r>
            <a:rPr lang="ko-KR" altLang="en-US" sz="1200" b="1" kern="1200" dirty="0" err="1" smtClean="0">
              <a:latin typeface="맑은 고딕" pitchFamily="50" charset="-127"/>
              <a:ea typeface="맑은 고딕" pitchFamily="50" charset="-127"/>
            </a:rPr>
            <a:t>음원분리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 기술 최적화 검토</a:t>
          </a:r>
          <a:endParaRPr lang="ko-KR" altLang="en-US" sz="1200" b="1" kern="1200" dirty="0">
            <a:latin typeface="맑은 고딕" pitchFamily="50" charset="-127"/>
            <a:ea typeface="맑은 고딕" pitchFamily="50" charset="-127"/>
          </a:endParaRPr>
        </a:p>
      </dsp:txBody>
      <dsp:txXfrm>
        <a:off x="455428" y="2576629"/>
        <a:ext cx="2186018" cy="1812543"/>
      </dsp:txXfrm>
    </dsp:sp>
    <dsp:sp modelId="{F0D1E07E-DE19-4817-A46D-07CA0E586F75}">
      <dsp:nvSpPr>
        <dsp:cNvPr id="0" name=""/>
        <dsp:cNvSpPr/>
      </dsp:nvSpPr>
      <dsp:spPr>
        <a:xfrm>
          <a:off x="2705092" y="334620"/>
          <a:ext cx="2275580" cy="588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다객체</a:t>
          </a:r>
          <a:r>
            <a:rPr lang="ko-KR" alt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부호화 기술</a:t>
          </a:r>
          <a:endParaRPr lang="ko-KR" alt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705092" y="334620"/>
        <a:ext cx="2275580" cy="588140"/>
      </dsp:txXfrm>
    </dsp:sp>
    <dsp:sp modelId="{E85EA7AE-FC43-48BF-86C4-A7F35D5AA9D6}">
      <dsp:nvSpPr>
        <dsp:cNvPr id="0" name=""/>
        <dsp:cNvSpPr/>
      </dsp:nvSpPr>
      <dsp:spPr>
        <a:xfrm>
          <a:off x="2932650" y="922761"/>
          <a:ext cx="227558" cy="825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5552"/>
              </a:lnTo>
              <a:lnTo>
                <a:pt x="227558" y="82555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A2E90E-0B76-4DF0-9EB9-9F4B894CC2FD}">
      <dsp:nvSpPr>
        <dsp:cNvPr id="0" name=""/>
        <dsp:cNvSpPr/>
      </dsp:nvSpPr>
      <dsp:spPr>
        <a:xfrm>
          <a:off x="3160208" y="1223638"/>
          <a:ext cx="2186018" cy="1049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87313" lvl="0" indent="-87313" algn="l" defTabSz="533400">
            <a:lnSpc>
              <a:spcPts val="14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휴대용 노래방 기기용 </a:t>
          </a:r>
          <a:r>
            <a:rPr lang="ko-KR" altLang="en-US" sz="1200" b="1" kern="1200" dirty="0" err="1" smtClean="0">
              <a:latin typeface="맑은 고딕" pitchFamily="50" charset="-127"/>
              <a:ea typeface="맑은 고딕" pitchFamily="50" charset="-127"/>
            </a:rPr>
            <a:t>다객체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 </a:t>
          </a:r>
          <a:r>
            <a:rPr lang="ko-KR" altLang="en-US" sz="1200" b="1" kern="1200" dirty="0" err="1" smtClean="0">
              <a:latin typeface="맑은 고딕" pitchFamily="50" charset="-127"/>
              <a:ea typeface="맑은 고딕" pitchFamily="50" charset="-127"/>
            </a:rPr>
            <a:t>음원의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 압축에 대한 요구사항 발생</a:t>
          </a:r>
          <a:endParaRPr lang="ko-KR" altLang="en-US" sz="1200" b="1" kern="1200" dirty="0">
            <a:latin typeface="맑은 고딕" pitchFamily="50" charset="-127"/>
            <a:ea typeface="맑은 고딕" pitchFamily="50" charset="-127"/>
          </a:endParaRPr>
        </a:p>
      </dsp:txBody>
      <dsp:txXfrm>
        <a:off x="3160208" y="1223638"/>
        <a:ext cx="2186018" cy="1049349"/>
      </dsp:txXfrm>
    </dsp:sp>
    <dsp:sp modelId="{D64ADC94-743A-4CBA-8BDC-930978A77881}">
      <dsp:nvSpPr>
        <dsp:cNvPr id="0" name=""/>
        <dsp:cNvSpPr/>
      </dsp:nvSpPr>
      <dsp:spPr>
        <a:xfrm>
          <a:off x="2932650" y="922761"/>
          <a:ext cx="227558" cy="2560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0140"/>
              </a:lnTo>
              <a:lnTo>
                <a:pt x="227558" y="256014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795D76-58D4-40BA-B177-E76FE247D5EF}">
      <dsp:nvSpPr>
        <dsp:cNvPr id="0" name=""/>
        <dsp:cNvSpPr/>
      </dsp:nvSpPr>
      <dsp:spPr>
        <a:xfrm>
          <a:off x="3160208" y="2576629"/>
          <a:ext cx="2186018" cy="1812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87313" lvl="0" indent="-87313" algn="l" defTabSz="533400">
            <a:lnSpc>
              <a:spcPts val="14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품질 측면에 대한 부호화 기술의 목표와 함께 복잡도에 대한 요구사항을 추가 반영</a:t>
          </a:r>
          <a:endParaRPr lang="ko-KR" altLang="en-US" sz="1200" b="1" kern="1200" dirty="0">
            <a:latin typeface="맑은 고딕" pitchFamily="50" charset="-127"/>
            <a:ea typeface="맑은 고딕" pitchFamily="50" charset="-127"/>
          </a:endParaRPr>
        </a:p>
      </dsp:txBody>
      <dsp:txXfrm>
        <a:off x="3160208" y="2576629"/>
        <a:ext cx="2186018" cy="1812543"/>
      </dsp:txXfrm>
    </dsp:sp>
    <dsp:sp modelId="{8C8972DD-4433-4A1A-A2AA-998D18DBAE3B}">
      <dsp:nvSpPr>
        <dsp:cNvPr id="0" name=""/>
        <dsp:cNvSpPr/>
      </dsp:nvSpPr>
      <dsp:spPr>
        <a:xfrm>
          <a:off x="5409872" y="334620"/>
          <a:ext cx="2479296" cy="588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멀티트랙 음반 서비스</a:t>
          </a:r>
          <a:r>
            <a:rPr lang="en-US" altLang="ko-KR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br>
            <a:rPr lang="en-US" altLang="ko-KR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n-US" altLang="ko-KR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en-US" altLang="ko-KR" sz="18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UCC</a:t>
          </a:r>
          <a:r>
            <a:rPr lang="en-US" altLang="ko-KR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ko-KR" alt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포함</a:t>
          </a:r>
          <a:r>
            <a:rPr lang="en-US" altLang="ko-KR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  <a:endParaRPr lang="ko-KR" alt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409872" y="334620"/>
        <a:ext cx="2479296" cy="588140"/>
      </dsp:txXfrm>
    </dsp:sp>
    <dsp:sp modelId="{B993CB64-BBEB-4333-829C-A611D16D613C}">
      <dsp:nvSpPr>
        <dsp:cNvPr id="0" name=""/>
        <dsp:cNvSpPr/>
      </dsp:nvSpPr>
      <dsp:spPr>
        <a:xfrm>
          <a:off x="5657802" y="922761"/>
          <a:ext cx="247929" cy="825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5552"/>
              </a:lnTo>
              <a:lnTo>
                <a:pt x="247929" y="82555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F7B3DC-EF7E-46BA-AF5E-7B8F1E6BE54A}">
      <dsp:nvSpPr>
        <dsp:cNvPr id="0" name=""/>
        <dsp:cNvSpPr/>
      </dsp:nvSpPr>
      <dsp:spPr>
        <a:xfrm>
          <a:off x="5905731" y="1223638"/>
          <a:ext cx="2186018" cy="1049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87313" lvl="0" indent="-87313" algn="l" defTabSz="533400" latinLnBrk="0">
            <a:lnSpc>
              <a:spcPts val="14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해외에서의 멀티트랙 음악 서비스 사업 활성화 </a:t>
          </a: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(</a:t>
          </a:r>
          <a:r>
            <a:rPr lang="en-US" altLang="en-US" sz="1200" b="1" kern="1200" dirty="0" err="1" smtClean="0">
              <a:latin typeface="맑은 고딕" pitchFamily="50" charset="-127"/>
              <a:ea typeface="맑은 고딕" pitchFamily="50" charset="-127"/>
            </a:rPr>
            <a:t>iKlax</a:t>
          </a:r>
          <a:r>
            <a:rPr lang="en-US" altLang="en-US" sz="1200" b="1" kern="1200" dirty="0" smtClean="0">
              <a:latin typeface="맑은 고딕" pitchFamily="50" charset="-127"/>
              <a:ea typeface="맑은 고딕" pitchFamily="50" charset="-127"/>
            </a:rPr>
            <a:t>, MXP4, 5Gum 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등</a:t>
          </a: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, 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프랑스 </a:t>
          </a: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)</a:t>
          </a:r>
          <a:endParaRPr lang="ko-KR" altLang="en-US" sz="1200" b="1" kern="1200" dirty="0">
            <a:latin typeface="맑은 고딕" pitchFamily="50" charset="-127"/>
            <a:ea typeface="맑은 고딕" pitchFamily="50" charset="-127"/>
          </a:endParaRPr>
        </a:p>
      </dsp:txBody>
      <dsp:txXfrm>
        <a:off x="5905731" y="1223638"/>
        <a:ext cx="2186018" cy="1049349"/>
      </dsp:txXfrm>
    </dsp:sp>
    <dsp:sp modelId="{390FA0FE-AADA-48C6-BB0D-D968C73D3030}">
      <dsp:nvSpPr>
        <dsp:cNvPr id="0" name=""/>
        <dsp:cNvSpPr/>
      </dsp:nvSpPr>
      <dsp:spPr>
        <a:xfrm>
          <a:off x="5657802" y="922761"/>
          <a:ext cx="247929" cy="2560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0140"/>
              </a:lnTo>
              <a:lnTo>
                <a:pt x="247929" y="256014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E8FD98-61A6-4852-A978-E612DED65580}">
      <dsp:nvSpPr>
        <dsp:cNvPr id="0" name=""/>
        <dsp:cNvSpPr/>
      </dsp:nvSpPr>
      <dsp:spPr>
        <a:xfrm>
          <a:off x="5905731" y="2576629"/>
          <a:ext cx="2186018" cy="18125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87313" lvl="0" indent="-87313" algn="l" defTabSz="533400" latinLnBrk="0">
            <a:lnSpc>
              <a:spcPts val="14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다양한 상용 서비스 모델 개발로 차별화 추구 </a:t>
          </a:r>
          <a:r>
            <a:rPr lang="en-US" altLang="en-US" sz="1200" b="1" kern="1200" dirty="0" smtClean="0">
              <a:latin typeface="맑은 고딕" pitchFamily="50" charset="-127"/>
              <a:ea typeface="맑은 고딕" pitchFamily="50" charset="-127"/>
            </a:rPr>
            <a:t>(ex.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교육용</a:t>
          </a:r>
          <a:r>
            <a:rPr lang="en-US" altLang="en-US" sz="1200" b="1" kern="1200" dirty="0" smtClean="0">
              <a:latin typeface="맑은 고딕" pitchFamily="50" charset="-127"/>
              <a:ea typeface="맑은 고딕" pitchFamily="50" charset="-127"/>
            </a:rPr>
            <a:t>)</a:t>
          </a:r>
        </a:p>
        <a:p>
          <a:pPr marL="87313" lvl="0" indent="-87313" algn="l" defTabSz="533400" latinLnBrk="0">
            <a:lnSpc>
              <a:spcPts val="14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en-US" altLang="en-US" sz="1200" b="1" kern="1200" dirty="0" err="1" smtClean="0">
              <a:latin typeface="맑은 고딕" pitchFamily="50" charset="-127"/>
              <a:ea typeface="맑은 고딕" pitchFamily="50" charset="-127"/>
            </a:rPr>
            <a:t>MIDEM</a:t>
          </a:r>
          <a:r>
            <a:rPr lang="en-US" altLang="en-US" sz="1200" b="1" kern="1200" dirty="0" smtClean="0">
              <a:latin typeface="맑은 고딕" pitchFamily="50" charset="-127"/>
              <a:ea typeface="맑은 고딕" pitchFamily="50" charset="-127"/>
            </a:rPr>
            <a:t> 2010 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전시회 참가를 통해 기술 홍보 및 국제 협력 기관 발굴 노력</a:t>
          </a:r>
          <a:endParaRPr lang="en-US" altLang="ko-KR" sz="1200" b="1" kern="1200" dirty="0" smtClean="0">
            <a:latin typeface="맑은 고딕" pitchFamily="50" charset="-127"/>
            <a:ea typeface="맑은 고딕" pitchFamily="50" charset="-127"/>
          </a:endParaRPr>
        </a:p>
        <a:p>
          <a:pPr marL="87313" lvl="0" indent="-87313" algn="l" defTabSz="533400" latinLnBrk="0">
            <a:lnSpc>
              <a:spcPts val="14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200" b="1" kern="1200" dirty="0" smtClean="0">
              <a:latin typeface="맑은 고딕" pitchFamily="50" charset="-127"/>
              <a:ea typeface="맑은 고딕" pitchFamily="50" charset="-127"/>
            </a:rPr>
            <a:t>•</a:t>
          </a:r>
          <a:r>
            <a:rPr lang="ko-KR" altLang="en-US" sz="1200" b="1" kern="1200" dirty="0" smtClean="0">
              <a:latin typeface="맑은 고딕" pitchFamily="50" charset="-127"/>
              <a:ea typeface="맑은 고딕" pitchFamily="50" charset="-127"/>
            </a:rPr>
            <a:t>해외 협력 강화</a:t>
          </a:r>
          <a:r>
            <a:rPr lang="en-US" altLang="ko-KR" sz="1200" b="1" kern="1200" baseline="30000" dirty="0" smtClean="0">
              <a:solidFill>
                <a:srgbClr val="1F006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rPr>
            <a:t>1</a:t>
          </a:r>
          <a:endParaRPr lang="ko-KR" altLang="en-US" sz="1200" b="1" kern="1200" dirty="0">
            <a:solidFill>
              <a:srgbClr val="1F006C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맑은 고딕" pitchFamily="50" charset="-127"/>
            <a:ea typeface="맑은 고딕" pitchFamily="50" charset="-127"/>
          </a:endParaRPr>
        </a:p>
      </dsp:txBody>
      <dsp:txXfrm>
        <a:off x="5905731" y="2576629"/>
        <a:ext cx="2186018" cy="18125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05" tIns="46052" rIns="92105" bIns="46052" numCol="1" anchor="t" anchorCtr="0" compatLnSpc="1">
            <a:prstTxWarp prst="textNoShape">
              <a:avLst/>
            </a:prstTxWarp>
          </a:bodyPr>
          <a:lstStyle>
            <a:lvl1pPr defTabSz="920750">
              <a:spcBef>
                <a:spcPct val="0"/>
              </a:spcBef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중고딕" pitchFamily="18" charset="-127"/>
                <a:ea typeface="HY중고딕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89718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05" tIns="46052" rIns="92105" bIns="46052" numCol="1" anchor="t" anchorCtr="0" compatLnSpc="1">
            <a:prstTxWarp prst="textNoShape">
              <a:avLst/>
            </a:prstTxWarp>
          </a:bodyPr>
          <a:lstStyle>
            <a:lvl1pPr algn="r" defTabSz="920750">
              <a:spcBef>
                <a:spcPct val="0"/>
              </a:spcBef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중고딕" pitchFamily="18" charset="-127"/>
                <a:ea typeface="HY중고딕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6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05" tIns="46052" rIns="92105" bIns="46052" numCol="1" anchor="b" anchorCtr="0" compatLnSpc="1">
            <a:prstTxWarp prst="textNoShape">
              <a:avLst/>
            </a:prstTxWarp>
          </a:bodyPr>
          <a:lstStyle>
            <a:lvl1pPr defTabSz="920750">
              <a:spcBef>
                <a:spcPct val="0"/>
              </a:spcBef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중고딕" pitchFamily="18" charset="-127"/>
                <a:ea typeface="HY중고딕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6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448800"/>
            <a:ext cx="28971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05" tIns="46052" rIns="92105" bIns="46052" numCol="1" anchor="b" anchorCtr="0" compatLnSpc="1">
            <a:prstTxWarp prst="textNoShape">
              <a:avLst/>
            </a:prstTxWarp>
          </a:bodyPr>
          <a:lstStyle>
            <a:lvl1pPr algn="r" defTabSz="920750">
              <a:spcBef>
                <a:spcPct val="0"/>
              </a:spcBef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중고딕" pitchFamily="18" charset="-127"/>
                <a:ea typeface="HY중고딕" pitchFamily="18" charset="-127"/>
              </a:defRPr>
            </a:lvl1pPr>
          </a:lstStyle>
          <a:p>
            <a:pPr>
              <a:defRPr/>
            </a:pPr>
            <a:fld id="{948C006F-46CC-4E4F-BD00-473FF76042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5" rIns="91332" bIns="45665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5" rIns="91332" bIns="45665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57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741363"/>
            <a:ext cx="496887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5" rIns="91332" bIns="456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5" rIns="91332" bIns="45665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5" rIns="91332" bIns="45665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684FE06-16CD-4F2A-92D3-9A856A9371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C4DC29-1537-4E58-A16D-D012F578D888}" type="slidenum">
              <a:rPr lang="en-US" altLang="ko-KR" smtClean="0">
                <a:latin typeface="굴림" charset="-127"/>
                <a:ea typeface="굴림" charset="-127"/>
              </a:rPr>
              <a:pPr/>
              <a:t>1</a:t>
            </a:fld>
            <a:endParaRPr lang="en-US" altLang="ko-KR" smtClean="0">
              <a:latin typeface="굴림" charset="-127"/>
              <a:ea typeface="굴림" charset="-127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Tx/>
              <a:buChar char="-"/>
            </a:pPr>
            <a:endParaRPr lang="en-US" altLang="ko-KR" b="1" u="none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블록 텍스트 등을 모두 볼드로 변경하였음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차년도 실적을 거의 </a:t>
            </a:r>
            <a:r>
              <a:rPr lang="en-US" altLang="ko-KR" dirty="0" smtClean="0"/>
              <a:t>100% </a:t>
            </a:r>
            <a:r>
              <a:rPr lang="ko-KR" altLang="en-US" dirty="0" smtClean="0"/>
              <a:t>수준으로 변경하였음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6183B2-AA99-45F3-A60A-59C30B644487}" type="slidenum">
              <a:rPr lang="en-US" altLang="ko-KR" b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pPr/>
              <a:t>17</a:t>
            </a:fld>
            <a:endParaRPr lang="en-US" altLang="ko-KR" b="1" smtClean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b="1" dirty="0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990788-5DBE-4299-9898-84372E80EB77}" type="slidenum">
              <a:rPr lang="en-US" altLang="ko-KR" b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pPr/>
              <a:t>18</a:t>
            </a:fld>
            <a:endParaRPr lang="en-US" altLang="ko-KR" b="1" smtClean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b="1" dirty="0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SmartSound</a:t>
            </a:r>
            <a:r>
              <a:rPr lang="ko-KR" altLang="en-US" dirty="0" smtClean="0"/>
              <a:t>에 대한 주석 추가 요망</a:t>
            </a:r>
            <a:endParaRPr lang="en-US" altLang="ko-KR" dirty="0" smtClean="0"/>
          </a:p>
          <a:p>
            <a:pPr marL="182563" indent="-182563" algn="l" defTabSz="914400" rtl="0" eaLnBrk="1" latinLnBrk="0" hangingPunct="1">
              <a:buFontTx/>
              <a:buChar char="-"/>
            </a:pPr>
            <a:r>
              <a:rPr lang="ko-KR" altLang="en-US" sz="1200" kern="1200" dirty="0" smtClean="0">
                <a:solidFill>
                  <a:schemeClr val="dk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멀티트랙 음악 무드 분류 및 무드의 특징 조사</a:t>
            </a:r>
            <a:endParaRPr lang="en-US" altLang="ko-KR" sz="1200" kern="1200" dirty="0" smtClean="0">
              <a:solidFill>
                <a:schemeClr val="dk1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182563" marR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kern="1200" dirty="0" smtClean="0">
                <a:solidFill>
                  <a:schemeClr val="dk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서비스에 활용 가능한 무드 선정 및 검증</a:t>
            </a:r>
          </a:p>
          <a:p>
            <a:pPr marL="182563" indent="-182563" algn="l" defTabSz="914400" rtl="0" eaLnBrk="1" latinLnBrk="0" hangingPunct="1">
              <a:buFontTx/>
              <a:buChar char="-"/>
            </a:pPr>
            <a:r>
              <a:rPr lang="ko-KR" altLang="en-US" sz="1200" kern="1200" dirty="0" smtClean="0">
                <a:solidFill>
                  <a:schemeClr val="dk1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무드 제어를 위한 악기 조합 및 볼륨 설정 검증</a:t>
            </a:r>
            <a:endParaRPr lang="en-US" altLang="ko-KR" sz="1200" kern="1200" dirty="0" smtClean="0">
              <a:solidFill>
                <a:schemeClr val="dk1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 smtClean="0"/>
              <a:t>음원</a:t>
            </a:r>
            <a:r>
              <a:rPr lang="ko-KR" altLang="en-US" dirty="0" smtClean="0"/>
              <a:t> 검출 </a:t>
            </a:r>
            <a:r>
              <a:rPr lang="en-US" altLang="ko-KR" dirty="0" smtClean="0"/>
              <a:t>2</a:t>
            </a:r>
            <a:r>
              <a:rPr lang="ko-KR" altLang="en-US" dirty="0" smtClean="0"/>
              <a:t>차년도 실적을 거의 </a:t>
            </a:r>
            <a:r>
              <a:rPr lang="en-US" altLang="ko-KR" dirty="0" smtClean="0"/>
              <a:t>100% </a:t>
            </a:r>
            <a:r>
              <a:rPr lang="ko-KR" altLang="en-US" dirty="0" smtClean="0"/>
              <a:t>수준으로 수정하였음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업체 내용 추가 요망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분위기 명 영문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V</a:t>
            </a:r>
            <a:r>
              <a:rPr lang="ko-KR" altLang="en-US" dirty="0" smtClean="0"/>
              <a:t>자의 순서를 변경하였음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b="1" dirty="0" smtClean="0"/>
          </a:p>
        </p:txBody>
      </p:sp>
      <p:sp>
        <p:nvSpPr>
          <p:cNvPr id="11469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ED7918-3119-4767-8BE7-58D677B9368E}" type="slidenum">
              <a:rPr lang="en-US" altLang="ko-KR" b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pPr/>
              <a:t>40</a:t>
            </a:fld>
            <a:endParaRPr lang="en-US" altLang="ko-KR" b="1" smtClean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b="1" dirty="0" smtClean="0">
              <a:solidFill>
                <a:srgbClr val="FF0000"/>
              </a:solidFill>
            </a:endParaRPr>
          </a:p>
        </p:txBody>
      </p:sp>
      <p:sp>
        <p:nvSpPr>
          <p:cNvPr id="117764" name="슬라이드 번호 개체 틀 3"/>
          <p:cNvSpPr txBox="1">
            <a:spLocks noGrp="1"/>
          </p:cNvSpPr>
          <p:nvPr/>
        </p:nvSpPr>
        <p:spPr bwMode="auto">
          <a:xfrm>
            <a:off x="3851275" y="9431814"/>
            <a:ext cx="2946400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27" tIns="45663" rIns="91327" bIns="45663" anchor="b"/>
          <a:lstStyle/>
          <a:p>
            <a:pPr algn="r"/>
            <a:fld id="{EDD03995-FCCD-4B99-ADF5-F99B8151BE31}" type="slidenum">
              <a:rPr lang="en-US" altLang="ko-KR" sz="1200">
                <a:solidFill>
                  <a:srgbClr val="000000"/>
                </a:solidFill>
                <a:latin typeface="Times New Roman" pitchFamily="18" charset="0"/>
                <a:ea typeface="굴림" pitchFamily="50" charset="-127"/>
              </a:rPr>
              <a:pPr algn="r"/>
              <a:t>42</a:t>
            </a:fld>
            <a:endParaRPr lang="en-US" altLang="ko-KR" sz="12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표준화 관련 항목 재검토 요청</a:t>
            </a:r>
            <a:r>
              <a:rPr lang="en-US" altLang="ko-KR" dirty="0" smtClean="0"/>
              <a:t>: </a:t>
            </a:r>
            <a:r>
              <a:rPr lang="ko-KR" altLang="en-US" dirty="0" smtClean="0"/>
              <a:t>본 과제의 경우 표준화 과제가 아니므로 표준화 단체로부터 정보 획득은 의미 있으나 그 외 내용은 삭제 요망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b="1" dirty="0" smtClean="0"/>
          </a:p>
        </p:txBody>
      </p:sp>
      <p:sp>
        <p:nvSpPr>
          <p:cNvPr id="118788" name="슬라이드 번호 개체 틀 3"/>
          <p:cNvSpPr txBox="1">
            <a:spLocks noGrp="1"/>
          </p:cNvSpPr>
          <p:nvPr/>
        </p:nvSpPr>
        <p:spPr bwMode="auto">
          <a:xfrm>
            <a:off x="3851275" y="9431814"/>
            <a:ext cx="2946400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27" tIns="45663" rIns="91327" bIns="45663" anchor="b"/>
          <a:lstStyle/>
          <a:p>
            <a:pPr algn="r"/>
            <a:fld id="{AF20D117-851E-4DB0-B89A-DDE9722A3C15}" type="slidenum">
              <a:rPr lang="en-US" altLang="ko-KR" sz="1200">
                <a:solidFill>
                  <a:srgbClr val="000000"/>
                </a:solidFill>
                <a:latin typeface="Times New Roman" pitchFamily="18" charset="0"/>
                <a:ea typeface="굴림" pitchFamily="50" charset="-127"/>
              </a:rPr>
              <a:pPr algn="r"/>
              <a:t>44</a:t>
            </a:fld>
            <a:endParaRPr lang="en-US" altLang="ko-KR" sz="12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순서를 재정렬하였음</a:t>
            </a:r>
            <a:endParaRPr lang="en-US" altLang="ko-KR" dirty="0" smtClean="0"/>
          </a:p>
          <a:p>
            <a:r>
              <a:rPr lang="ko-KR" altLang="en-US" dirty="0" smtClean="0"/>
              <a:t>셀간의 구분이 명확하지 않아 좀</a:t>
            </a:r>
            <a:r>
              <a:rPr lang="en-US" altLang="ko-KR" dirty="0" smtClean="0"/>
              <a:t>…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-</a:t>
            </a:r>
            <a:r>
              <a:rPr lang="ko-KR" altLang="en-US" dirty="0" smtClean="0"/>
              <a:t>분리의 경우에 세계최고수준이 </a:t>
            </a:r>
            <a:r>
              <a:rPr lang="en-US" altLang="ko-KR" dirty="0" smtClean="0"/>
              <a:t>8dB? </a:t>
            </a:r>
            <a:r>
              <a:rPr lang="ko-KR" altLang="en-US" dirty="0" smtClean="0"/>
              <a:t>근거는</a:t>
            </a:r>
            <a:r>
              <a:rPr lang="en-US" altLang="ko-KR" dirty="0" smtClean="0"/>
              <a:t>?</a:t>
            </a:r>
          </a:p>
          <a:p>
            <a:endParaRPr lang="en-US" altLang="ko-KR" dirty="0" smtClean="0"/>
          </a:p>
          <a:p>
            <a:r>
              <a:rPr lang="ko-KR" altLang="en-US" dirty="0" err="1" smtClean="0"/>
              <a:t>음원</a:t>
            </a:r>
            <a:r>
              <a:rPr lang="ko-KR" altLang="en-US" dirty="0" smtClean="0"/>
              <a:t> 분리 알고리즘은 대상 </a:t>
            </a:r>
            <a:r>
              <a:rPr lang="ko-KR" altLang="en-US" dirty="0" err="1" smtClean="0"/>
              <a:t>콘텐츠에</a:t>
            </a:r>
            <a:r>
              <a:rPr lang="ko-KR" altLang="en-US" dirty="0" smtClean="0"/>
              <a:t> 따라 성능이 달라지므로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같은 </a:t>
            </a:r>
            <a:r>
              <a:rPr lang="ko-KR" altLang="en-US" dirty="0" err="1" smtClean="0"/>
              <a:t>콘텐츠를</a:t>
            </a:r>
            <a:r>
              <a:rPr lang="ko-KR" altLang="en-US" dirty="0" smtClean="0"/>
              <a:t> 통해 비교해야 함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현재 같은 </a:t>
            </a:r>
            <a:r>
              <a:rPr lang="ko-KR" altLang="en-US" dirty="0" err="1" smtClean="0"/>
              <a:t>콘텐츠를</a:t>
            </a:r>
            <a:r>
              <a:rPr lang="ko-KR" altLang="en-US" dirty="0" smtClean="0"/>
              <a:t> 통해 타악기 </a:t>
            </a:r>
            <a:r>
              <a:rPr lang="ko-KR" altLang="en-US" dirty="0" err="1" smtClean="0"/>
              <a:t>음원</a:t>
            </a:r>
            <a:r>
              <a:rPr lang="ko-KR" altLang="en-US" baseline="0" dirty="0" smtClean="0"/>
              <a:t> 분리 </a:t>
            </a:r>
            <a:r>
              <a:rPr lang="en-US" altLang="ko-KR" baseline="0" dirty="0" err="1" smtClean="0"/>
              <a:t>RM</a:t>
            </a:r>
            <a:r>
              <a:rPr lang="ko-KR" altLang="en-US" baseline="0" dirty="0" smtClean="0"/>
              <a:t>과 </a:t>
            </a:r>
            <a:r>
              <a:rPr lang="en-US" altLang="ko-KR" baseline="0" dirty="0" err="1" smtClean="0"/>
              <a:t>NMPCF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방식을</a:t>
            </a:r>
            <a:endParaRPr lang="en-US" altLang="ko-KR" baseline="0" dirty="0" smtClean="0"/>
          </a:p>
          <a:p>
            <a:r>
              <a:rPr lang="ko-KR" altLang="en-US" baseline="0" dirty="0" smtClean="0"/>
              <a:t>비교해본 결과 </a:t>
            </a:r>
            <a:r>
              <a:rPr lang="en-US" altLang="ko-KR" baseline="0" dirty="0" smtClean="0"/>
              <a:t>1dB</a:t>
            </a:r>
            <a:r>
              <a:rPr lang="ko-KR" altLang="en-US" baseline="0" dirty="0" smtClean="0"/>
              <a:t>정도 향상되었으므로</a:t>
            </a:r>
            <a:r>
              <a:rPr lang="en-US" altLang="ko-KR" baseline="0" dirty="0" smtClean="0"/>
              <a:t>,</a:t>
            </a:r>
          </a:p>
          <a:p>
            <a:r>
              <a:rPr lang="ko-KR" altLang="en-US" baseline="0" dirty="0" err="1" smtClean="0"/>
              <a:t>종료시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2dB</a:t>
            </a:r>
            <a:r>
              <a:rPr lang="ko-KR" altLang="en-US" baseline="0" dirty="0" smtClean="0"/>
              <a:t>정도 향상될 것으로 예상됨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보컬 분리의 경우 향상 폭이 더 클 것임</a:t>
            </a:r>
            <a:r>
              <a:rPr lang="en-US" altLang="ko-KR" baseline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84FE06-16CD-4F2A-92D3-9A856A937165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>
              <a:lnSpc>
                <a:spcPct val="130000"/>
              </a:lnSpc>
            </a:pPr>
            <a:r>
              <a:rPr kumimoji="0" lang="ko-KR" altLang="en-US" sz="12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도입 예상시기를 좀 더 공격적으로 할 필요는</a:t>
            </a:r>
            <a:r>
              <a:rPr kumimoji="0" lang="en-US" altLang="ko-KR" sz="12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?</a:t>
            </a:r>
            <a:endParaRPr kumimoji="0" lang="ko-KR" altLang="en-US" sz="12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19812" name="슬라이드 번호 개체 틀 3"/>
          <p:cNvSpPr txBox="1">
            <a:spLocks noGrp="1"/>
          </p:cNvSpPr>
          <p:nvPr/>
        </p:nvSpPr>
        <p:spPr bwMode="auto">
          <a:xfrm>
            <a:off x="3851275" y="9431814"/>
            <a:ext cx="2946400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27" tIns="45663" rIns="91327" bIns="45663" anchor="b"/>
          <a:lstStyle/>
          <a:p>
            <a:pPr algn="r"/>
            <a:fld id="{06F9ADC9-B6BB-443E-BCF0-251F0BFBB80F}" type="slidenum">
              <a:rPr lang="en-US" altLang="ko-KR" sz="1200">
                <a:solidFill>
                  <a:srgbClr val="000000"/>
                </a:solidFill>
                <a:latin typeface="Times New Roman" pitchFamily="18" charset="0"/>
                <a:ea typeface="굴림" pitchFamily="50" charset="-127"/>
              </a:rPr>
              <a:pPr algn="r"/>
              <a:t>48</a:t>
            </a:fld>
            <a:endParaRPr lang="en-US" altLang="ko-KR" sz="1200">
              <a:solidFill>
                <a:srgbClr val="000000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b="1" dirty="0" smtClean="0"/>
              <a:t>주관연구기관이라 분리하면 안됨</a:t>
            </a:r>
          </a:p>
        </p:txBody>
      </p:sp>
      <p:sp>
        <p:nvSpPr>
          <p:cNvPr id="1126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51A399-87BD-412B-9175-5A7169A02AA7}" type="slidenum">
              <a:rPr lang="en-US" altLang="ko-KR" b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pPr/>
              <a:t>50</a:t>
            </a:fld>
            <a:endParaRPr lang="en-US" altLang="ko-KR" b="1" smtClean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6183B2-AA99-45F3-A60A-59C30B644487}" type="slidenum">
              <a:rPr lang="en-US" altLang="ko-KR" b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pPr/>
              <a:t>54</a:t>
            </a:fld>
            <a:endParaRPr lang="en-US" altLang="ko-KR" b="1" smtClean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b="1" dirty="0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직할부서장회의표지_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0" y="5734050"/>
            <a:ext cx="9148763" cy="1123950"/>
          </a:xfrm>
          <a:prstGeom prst="rect">
            <a:avLst/>
          </a:prstGeom>
          <a:solidFill>
            <a:srgbClr val="CCFFFF">
              <a:alpha val="42999"/>
            </a:srgbClr>
          </a:solidFill>
          <a:ln w="0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5000"/>
              </a:spcBef>
              <a:buFontTx/>
              <a:buChar char="•"/>
              <a:defRPr/>
            </a:pPr>
            <a:endParaRPr lang="ko-KR" altLang="en-US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-12700" y="3298825"/>
            <a:ext cx="9144000" cy="561975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661988" y="1255713"/>
            <a:ext cx="7799387" cy="1639887"/>
          </a:xfrm>
        </p:spPr>
        <p:txBody>
          <a:bodyPr/>
          <a:lstStyle>
            <a:lvl1pPr algn="ctr">
              <a:defRPr sz="3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28662" y="214313"/>
            <a:ext cx="7143800" cy="571481"/>
          </a:xfrm>
        </p:spPr>
        <p:txBody>
          <a:bodyPr/>
          <a:lstStyle>
            <a:lvl1pPr>
              <a:defRPr sz="2800" spc="-1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66700" indent="-266700">
              <a:defRPr sz="2400">
                <a:solidFill>
                  <a:srgbClr val="1F006C"/>
                </a:solidFill>
              </a:defRPr>
            </a:lvl1pPr>
            <a:lvl2pPr marL="541338" indent="-260350">
              <a:buFontTx/>
              <a:buBlip>
                <a:blip r:embed="rId2"/>
              </a:buBlip>
              <a:defRPr sz="2000">
                <a:solidFill>
                  <a:srgbClr val="1F006C"/>
                </a:solidFill>
              </a:defRPr>
            </a:lvl2pPr>
            <a:lvl3pPr marL="806450" indent="-228600">
              <a:buFontTx/>
              <a:buBlip>
                <a:blip r:embed="rId3"/>
              </a:buBlip>
              <a:defRPr sz="1800">
                <a:solidFill>
                  <a:srgbClr val="1F006C"/>
                </a:solidFill>
              </a:defRPr>
            </a:lvl3pPr>
            <a:lvl4pPr marL="1073150" indent="-228600">
              <a:buFontTx/>
              <a:buBlip>
                <a:blip r:embed="rId4"/>
              </a:buBlip>
              <a:defRPr sz="1600">
                <a:solidFill>
                  <a:srgbClr val="1F006C"/>
                </a:solidFill>
              </a:defRPr>
            </a:lvl4pPr>
            <a:lvl5pPr marL="1258888" indent="-147638">
              <a:buFontTx/>
              <a:buBlip>
                <a:blip r:embed="rId5"/>
              </a:buBlip>
              <a:defRPr sz="1400">
                <a:solidFill>
                  <a:srgbClr val="1F006C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F13EB51E-651E-47CE-90CD-AE6EE611359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51C0A-13BD-4A75-A8D2-4C96B81681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E9113-C962-42C1-8CDA-3696DCE589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52425" y="981075"/>
            <a:ext cx="4194175" cy="5745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99000" y="981075"/>
            <a:ext cx="4194175" cy="5745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9CBF5C-CBF6-41CC-B0AA-B0682539B0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5C832-8C82-4EC0-9907-07339B72CA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C5295A-8BFB-4522-9EA1-3B42DB71F2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42704-B6A0-43A3-ACBE-5248EB96F3A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9309AC-6E04-4187-9159-B861025CDE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96ADB-6ABD-4AC8-8605-3B9DA57C294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C946B2-FB2A-4CB9-8A9D-91AA920C80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31C09-C406-4159-BDA2-BD233F50D57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E73241-E75F-4141-92D0-2005DD3615A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7C0523-DC0B-415F-BE35-D3CC4305E0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CBEBC0-A4B6-4FDB-A17D-3060412DD2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0A68D-D6E4-4DBF-A6B1-40C56434CDB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09830C-0D4A-4CCE-903F-7AE6DAE55A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7134B-FB5E-492D-A617-78E92E86114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7988" y="214313"/>
            <a:ext cx="2135187" cy="65119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52425" y="214313"/>
            <a:ext cx="6253163" cy="65119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67500-0CDE-4FB5-B993-A9363B91CA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7C253-4473-46AC-B1C7-F50ABAE7ACE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352425" y="214313"/>
            <a:ext cx="8540750" cy="651192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000BD-EE85-4160-80E7-2DD762414A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A69ADB-0BF4-46AA-8B4B-C701C378C4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00150" y="214313"/>
            <a:ext cx="6408738" cy="57626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52425" y="981075"/>
            <a:ext cx="4194175" cy="57451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99000" y="981075"/>
            <a:ext cx="4194175" cy="2795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699000" y="3929063"/>
            <a:ext cx="4194175" cy="27971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B0002-C881-4DB6-BED2-D74085E51B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E5336-ABF8-43C7-BCC5-5F661FB52C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00150" y="214313"/>
            <a:ext cx="6408738" cy="57626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352425" y="981075"/>
            <a:ext cx="8540750" cy="5745163"/>
          </a:xfrm>
        </p:spPr>
        <p:txBody>
          <a:bodyPr/>
          <a:lstStyle/>
          <a:p>
            <a:pPr lvl="0"/>
            <a:endParaRPr lang="ko-KR" altLang="en-US" noProof="0" smtClean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5C052C-AC65-459F-9DC2-C1A30F23759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004334-F402-4CB8-831D-5820523937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6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9.png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image" Target="../media/image8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w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85838" y="214313"/>
            <a:ext cx="7015162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2425" y="1000125"/>
            <a:ext cx="8540750" cy="507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  <a:endParaRPr lang="en-US" altLang="ko-KR" smtClean="0"/>
          </a:p>
          <a:p>
            <a:pPr lvl="4"/>
            <a:r>
              <a:rPr lang="ko-KR" altLang="en-US" smtClean="0"/>
              <a:t>다섯째 수준</a:t>
            </a:r>
          </a:p>
        </p:txBody>
      </p:sp>
      <p:grpSp>
        <p:nvGrpSpPr>
          <p:cNvPr id="8196" name="Group 6"/>
          <p:cNvGrpSpPr>
            <a:grpSpLocks/>
          </p:cNvGrpSpPr>
          <p:nvPr/>
        </p:nvGrpSpPr>
        <p:grpSpPr bwMode="auto">
          <a:xfrm>
            <a:off x="133350" y="128588"/>
            <a:ext cx="795338" cy="790575"/>
            <a:chOff x="151" y="93"/>
            <a:chExt cx="501" cy="498"/>
          </a:xfrm>
        </p:grpSpPr>
        <p:pic>
          <p:nvPicPr>
            <p:cNvPr id="8203" name="Picture 7" descr="2p-지구"/>
            <p:cNvPicPr>
              <a:picLocks noChangeAspect="1" noChangeArrowheads="1"/>
            </p:cNvPicPr>
            <p:nvPr userDrawn="1"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151" y="93"/>
              <a:ext cx="501" cy="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204" name="Picture 8"/>
            <p:cNvPicPr>
              <a:picLocks noChangeAspect="1" noChangeArrowheads="1"/>
            </p:cNvPicPr>
            <p:nvPr userDrawn="1"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204" y="249"/>
              <a:ext cx="390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8197" name="Picture 9" descr="slogan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8101013" y="188913"/>
            <a:ext cx="935037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640763" y="6526213"/>
            <a:ext cx="503237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4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fld id="{94119400-2BCA-4468-8593-457B2E4C6A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007C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5000"/>
              </a:spcBef>
              <a:buFontTx/>
              <a:buChar char="•"/>
              <a:defRPr/>
            </a:pPr>
            <a:endParaRPr lang="ko-KR" altLang="en-US"/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6954838" y="6403975"/>
            <a:ext cx="1938337" cy="260350"/>
          </a:xfrm>
          <a:prstGeom prst="rect">
            <a:avLst/>
          </a:prstGeom>
          <a:noFill/>
          <a:ln w="1016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>
              <a:defRPr/>
            </a:pPr>
            <a:r>
              <a:rPr lang="en-US" altLang="ko-KR" sz="1100">
                <a:solidFill>
                  <a:schemeClr val="bg1"/>
                </a:solidFill>
                <a:latin typeface="Century Gothic" pitchFamily="34" charset="0"/>
                <a:ea typeface="HY헤드라인M" pitchFamily="18" charset="-127"/>
              </a:rPr>
              <a:t>::: ETRI, The Future Wave :::</a:t>
            </a:r>
          </a:p>
        </p:txBody>
      </p:sp>
      <p:pic>
        <p:nvPicPr>
          <p:cNvPr id="8201" name="Picture 13" descr="signature_8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179388" y="6453188"/>
            <a:ext cx="1954212" cy="22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0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40200" y="6381750"/>
            <a:ext cx="576263" cy="304800"/>
          </a:xfrm>
          <a:prstGeom prst="rect">
            <a:avLst/>
          </a:prstGeom>
          <a:noFill/>
          <a:ln w="1016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>
              <a:spcBef>
                <a:spcPct val="0"/>
              </a:spcBef>
              <a:buFontTx/>
              <a:buNone/>
              <a:defRPr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452BD051-107C-47E9-ADAC-DD21D51AA1E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spc="-150">
          <a:solidFill>
            <a:srgbClr val="0000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rgbClr val="000099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rgbClr val="000099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rgbClr val="000099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rgbClr val="000099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rgbClr val="000099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rgbClr val="000099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rgbClr val="000099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rgbClr val="000099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SzPct val="80000"/>
        <a:buBlip>
          <a:blip r:embed="rId20"/>
        </a:buBlip>
        <a:defRPr kumimoji="1" sz="2400">
          <a:solidFill>
            <a:srgbClr val="1F006C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SzPct val="80000"/>
        <a:buBlip>
          <a:blip r:embed="rId21"/>
        </a:buBlip>
        <a:defRPr kumimoji="1" sz="2000">
          <a:solidFill>
            <a:srgbClr val="1F006C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SzPct val="80000"/>
        <a:buBlip>
          <a:blip r:embed="rId22"/>
        </a:buBlip>
        <a:defRPr kumimoji="1">
          <a:solidFill>
            <a:srgbClr val="1F006C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SzPct val="80000"/>
        <a:buBlip>
          <a:blip r:embed="rId23"/>
        </a:buBlip>
        <a:defRPr kumimoji="1" sz="1600">
          <a:solidFill>
            <a:srgbClr val="1F006C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SzPct val="80000"/>
        <a:buBlip>
          <a:blip r:embed="rId24"/>
        </a:buBlip>
        <a:defRPr kumimoji="1" sz="1400">
          <a:solidFill>
            <a:srgbClr val="1F006C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12" Type="http://schemas.openxmlformats.org/officeDocument/2006/relationships/image" Target="../media/image25.wmf"/><Relationship Id="rId2" Type="http://schemas.openxmlformats.org/officeDocument/2006/relationships/image" Target="../media/image15.wmf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11" Type="http://schemas.openxmlformats.org/officeDocument/2006/relationships/image" Target="../media/image24.wmf"/><Relationship Id="rId5" Type="http://schemas.openxmlformats.org/officeDocument/2006/relationships/image" Target="../media/image18.wmf"/><Relationship Id="rId15" Type="http://schemas.openxmlformats.org/officeDocument/2006/relationships/image" Target="../media/image28.jpeg"/><Relationship Id="rId10" Type="http://schemas.openxmlformats.org/officeDocument/2006/relationships/image" Target="../media/image23.wmf"/><Relationship Id="rId4" Type="http://schemas.openxmlformats.org/officeDocument/2006/relationships/image" Target="../media/image17.wmf"/><Relationship Id="rId9" Type="http://schemas.openxmlformats.org/officeDocument/2006/relationships/image" Target="../media/image22.wmf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13" Type="http://schemas.openxmlformats.org/officeDocument/2006/relationships/image" Target="../media/image39.jpeg"/><Relationship Id="rId3" Type="http://schemas.openxmlformats.org/officeDocument/2006/relationships/image" Target="../media/image11.gif"/><Relationship Id="rId7" Type="http://schemas.openxmlformats.org/officeDocument/2006/relationships/diagramColors" Target="../diagrams/colors9.xml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11" Type="http://schemas.openxmlformats.org/officeDocument/2006/relationships/image" Target="../media/image37.jpeg"/><Relationship Id="rId5" Type="http://schemas.openxmlformats.org/officeDocument/2006/relationships/diagramLayout" Target="../diagrams/layout9.xml"/><Relationship Id="rId15" Type="http://schemas.openxmlformats.org/officeDocument/2006/relationships/image" Target="../media/image41.jpeg"/><Relationship Id="rId10" Type="http://schemas.openxmlformats.org/officeDocument/2006/relationships/image" Target="../media/image36.png"/><Relationship Id="rId4" Type="http://schemas.openxmlformats.org/officeDocument/2006/relationships/diagramData" Target="../diagrams/data9.xml"/><Relationship Id="rId9" Type="http://schemas.openxmlformats.org/officeDocument/2006/relationships/image" Target="../media/image35.jpeg"/><Relationship Id="rId1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0.pn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11" Type="http://schemas.openxmlformats.org/officeDocument/2006/relationships/image" Target="../media/image38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6.xml"/><Relationship Id="rId3" Type="http://schemas.openxmlformats.org/officeDocument/2006/relationships/image" Target="../media/image50.png"/><Relationship Id="rId7" Type="http://schemas.openxmlformats.org/officeDocument/2006/relationships/diagramLayout" Target="../diagrams/layout16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6.xml"/><Relationship Id="rId5" Type="http://schemas.openxmlformats.org/officeDocument/2006/relationships/image" Target="../media/image52.jpeg"/><Relationship Id="rId10" Type="http://schemas.microsoft.com/office/2007/relationships/diagramDrawing" Target="../diagrams/drawing16.xml"/><Relationship Id="rId4" Type="http://schemas.openxmlformats.org/officeDocument/2006/relationships/image" Target="../media/image51.jpeg"/><Relationship Id="rId9" Type="http://schemas.openxmlformats.org/officeDocument/2006/relationships/diagramColors" Target="../diagrams/colors16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13" Type="http://schemas.microsoft.com/office/2007/relationships/diagramDrawing" Target="../diagrams/drawing18.xml"/><Relationship Id="rId3" Type="http://schemas.openxmlformats.org/officeDocument/2006/relationships/image" Target="../media/image53.jpeg"/><Relationship Id="rId7" Type="http://schemas.openxmlformats.org/officeDocument/2006/relationships/diagramColors" Target="../diagrams/colors17.xml"/><Relationship Id="rId12" Type="http://schemas.openxmlformats.org/officeDocument/2006/relationships/diagramColors" Target="../diagrams/colors1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7.xml"/><Relationship Id="rId11" Type="http://schemas.openxmlformats.org/officeDocument/2006/relationships/diagramQuickStyle" Target="../diagrams/quickStyle18.xml"/><Relationship Id="rId5" Type="http://schemas.openxmlformats.org/officeDocument/2006/relationships/diagramLayout" Target="../diagrams/layout17.xml"/><Relationship Id="rId10" Type="http://schemas.openxmlformats.org/officeDocument/2006/relationships/diagramLayout" Target="../diagrams/layout18.xml"/><Relationship Id="rId4" Type="http://schemas.openxmlformats.org/officeDocument/2006/relationships/diagramData" Target="../diagrams/data17.xml"/><Relationship Id="rId9" Type="http://schemas.openxmlformats.org/officeDocument/2006/relationships/diagramData" Target="../diagrams/data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13" Type="http://schemas.microsoft.com/office/2007/relationships/diagramDrawing" Target="../diagrams/drawing19.xml"/><Relationship Id="rId3" Type="http://schemas.openxmlformats.org/officeDocument/2006/relationships/image" Target="../media/image54.jpeg"/><Relationship Id="rId7" Type="http://schemas.openxmlformats.org/officeDocument/2006/relationships/image" Target="../media/image38.png"/><Relationship Id="rId12" Type="http://schemas.openxmlformats.org/officeDocument/2006/relationships/diagramColors" Target="../diagrams/colors19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diagramQuickStyle" Target="../diagrams/quickStyle19.xml"/><Relationship Id="rId5" Type="http://schemas.openxmlformats.org/officeDocument/2006/relationships/image" Target="../media/image55.jpeg"/><Relationship Id="rId10" Type="http://schemas.openxmlformats.org/officeDocument/2006/relationships/diagramLayout" Target="../diagrams/layout19.xml"/><Relationship Id="rId4" Type="http://schemas.openxmlformats.org/officeDocument/2006/relationships/image" Target="../media/image46.png"/><Relationship Id="rId9" Type="http://schemas.openxmlformats.org/officeDocument/2006/relationships/diagramData" Target="../diagrams/data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55.jpe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부제목 8"/>
          <p:cNvSpPr>
            <a:spLocks noGrp="1"/>
          </p:cNvSpPr>
          <p:nvPr>
            <p:ph type="subTitle" idx="1"/>
          </p:nvPr>
        </p:nvSpPr>
        <p:spPr>
          <a:xfrm>
            <a:off x="-12700" y="3707050"/>
            <a:ext cx="9144000" cy="561975"/>
          </a:xfrm>
        </p:spPr>
        <p:txBody>
          <a:bodyPr/>
          <a:lstStyle/>
          <a:p>
            <a:r>
              <a:rPr lang="en-US" altLang="ko-KR" dirty="0" smtClean="0"/>
              <a:t>2010. 3. 4. 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방송통신융합연구부문</a:t>
            </a:r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661988" y="1696596"/>
            <a:ext cx="7799387" cy="1639887"/>
          </a:xfrm>
        </p:spPr>
        <p:txBody>
          <a:bodyPr/>
          <a:lstStyle/>
          <a:p>
            <a:pPr>
              <a:defRPr/>
            </a:pPr>
            <a:r>
              <a:rPr lang="ko-KR" altLang="en-US" dirty="0" smtClean="0"/>
              <a:t>이용자 </a:t>
            </a:r>
            <a:r>
              <a:rPr lang="ko-KR" altLang="en-US" dirty="0" err="1" smtClean="0"/>
              <a:t>창조형</a:t>
            </a:r>
            <a:r>
              <a:rPr lang="ko-KR" altLang="en-US" dirty="0" smtClean="0"/>
              <a:t> 음악 </a:t>
            </a:r>
            <a:r>
              <a:rPr lang="ko-KR" altLang="en-US" dirty="0" err="1" smtClean="0"/>
              <a:t>콘텐츠</a:t>
            </a:r>
            <a:r>
              <a:rPr lang="ko-KR" altLang="en-US" dirty="0" smtClean="0"/>
              <a:t> 서비스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기술 개발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28688" y="214313"/>
            <a:ext cx="7143750" cy="571500"/>
          </a:xfrm>
        </p:spPr>
        <p:txBody>
          <a:bodyPr/>
          <a:lstStyle/>
          <a:p>
            <a:pPr>
              <a:defRPr/>
            </a:pPr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1331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DD8DB90-133C-4D93-B9C9-AFCA3B99DC73}" type="slidenum">
              <a:rPr lang="en-US" altLang="ko-KR" smtClean="0"/>
              <a:pPr/>
              <a:t>2</a:t>
            </a:fld>
            <a:endParaRPr lang="en-US" altLang="ko-KR" smtClean="0"/>
          </a:p>
        </p:txBody>
      </p:sp>
      <p:graphicFrame>
        <p:nvGraphicFramePr>
          <p:cNvPr id="5" name="다이어그램 4"/>
          <p:cNvGraphicFramePr/>
          <p:nvPr/>
        </p:nvGraphicFramePr>
        <p:xfrm>
          <a:off x="2324100" y="1043873"/>
          <a:ext cx="4495800" cy="5209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28688" y="214313"/>
            <a:ext cx="7143750" cy="571500"/>
          </a:xfrm>
        </p:spPr>
        <p:txBody>
          <a:bodyPr/>
          <a:lstStyle/>
          <a:p>
            <a:pPr>
              <a:defRPr/>
            </a:pPr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1331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DD8DB90-133C-4D93-B9C9-AFCA3B99DC73}" type="slidenum">
              <a:rPr lang="en-US" altLang="ko-KR" smtClean="0"/>
              <a:pPr/>
              <a:t>3</a:t>
            </a:fld>
            <a:endParaRPr lang="en-US" altLang="ko-KR" smtClean="0"/>
          </a:p>
        </p:txBody>
      </p:sp>
      <p:graphicFrame>
        <p:nvGraphicFramePr>
          <p:cNvPr id="7" name="다이어그램 6"/>
          <p:cNvGraphicFramePr/>
          <p:nvPr/>
        </p:nvGraphicFramePr>
        <p:xfrm>
          <a:off x="2324100" y="963196"/>
          <a:ext cx="4495800" cy="534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I. </a:t>
            </a:r>
            <a:r>
              <a:rPr lang="ko-KR" altLang="en-US" dirty="0" smtClean="0"/>
              <a:t>과제 개요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" y="1000125"/>
            <a:ext cx="8540750" cy="5409467"/>
          </a:xfrm>
        </p:spPr>
        <p:txBody>
          <a:bodyPr>
            <a:noAutofit/>
          </a:bodyPr>
          <a:lstStyle/>
          <a:p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449280" y="1182411"/>
          <a:ext cx="8410940" cy="5029200"/>
        </p:xfrm>
        <a:graphic>
          <a:graphicData uri="http://schemas.openxmlformats.org/drawingml/2006/table">
            <a:tbl>
              <a:tblPr firstCol="1" bandRow="1">
                <a:tableStyleId>{21E4AEA4-8DFA-4A89-87EB-49C32662AFE0}</a:tableStyleId>
              </a:tblPr>
              <a:tblGrid>
                <a:gridCol w="1402500"/>
                <a:gridCol w="1663931"/>
                <a:gridCol w="2743200"/>
                <a:gridCol w="2601309"/>
              </a:tblGrid>
              <a:tr h="502920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과제명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이용자 </a:t>
                      </a:r>
                      <a:r>
                        <a:rPr lang="ko-KR" altLang="en-US" sz="16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창조형</a:t>
                      </a: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음악 </a:t>
                      </a:r>
                      <a:r>
                        <a:rPr lang="ko-KR" altLang="en-US" sz="16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콘텐츠</a:t>
                      </a: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서비스 기술 개발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2920">
                <a:tc gridSpan="2">
                  <a:txBody>
                    <a:bodyPr/>
                    <a:lstStyle/>
                    <a:p>
                      <a:pPr lvl="0" algn="ctr" latinLnBrk="0"/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주관 연구 기관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한국전자통신연구원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2920">
                <a:tc gridSpan="2">
                  <a:txBody>
                    <a:bodyPr/>
                    <a:lstStyle/>
                    <a:p>
                      <a:pPr lvl="0" algn="ctr" latinLnBrk="0"/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 책임자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강경옥 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실감음향연구팀장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292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참여연구기관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㈜ </a:t>
                      </a:r>
                      <a:r>
                        <a:rPr lang="ko-KR" altLang="en-US" sz="16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오디즌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㈜ </a:t>
                      </a:r>
                      <a:r>
                        <a:rPr lang="ko-KR" altLang="en-US" sz="16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엔터기술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배재대학교 </a:t>
                      </a:r>
                      <a:r>
                        <a:rPr lang="ko-KR" altLang="en-US" sz="16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산학협력단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292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0"/>
                      <a:r>
                        <a:rPr lang="ko-KR" altLang="en-US" sz="1600" b="1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총연구기간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0"/>
                      <a:r>
                        <a:rPr lang="ko-KR" altLang="en-US" sz="1600" b="1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당해년도</a:t>
                      </a: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6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(’09)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</a:tr>
              <a:tr h="502920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연구기간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2009.3. ~ 2011.2. (2</a:t>
                      </a: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2009.3. ~ 2010.2.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502920">
                <a:tc rowSpan="3"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연구개발비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정부출연금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1,390 </a:t>
                      </a:r>
                      <a:r>
                        <a:rPr lang="ko-KR" altLang="en-US" sz="16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690</a:t>
                      </a:r>
                      <a:r>
                        <a:rPr lang="en-US" altLang="ko-KR" sz="16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600" b="0" baseline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502920">
                <a:tc vMerge="1">
                  <a:txBody>
                    <a:bodyPr/>
                    <a:lstStyle/>
                    <a:p>
                      <a:pPr latinLnBrk="0"/>
                      <a:endParaRPr lang="ko-KR" altLang="en-US" sz="1300" dirty="0"/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연구기관부담금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480 </a:t>
                      </a:r>
                      <a:r>
                        <a:rPr lang="ko-KR" altLang="en-US" sz="16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240 </a:t>
                      </a:r>
                      <a:r>
                        <a:rPr lang="ko-KR" altLang="en-US" sz="16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502920">
                <a:tc vMerge="1">
                  <a:txBody>
                    <a:bodyPr/>
                    <a:lstStyle/>
                    <a:p>
                      <a:pPr latinLnBrk="0"/>
                      <a:endParaRPr lang="ko-KR" altLang="en-US" sz="1300" dirty="0"/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1,870 </a:t>
                      </a:r>
                      <a:r>
                        <a:rPr lang="ko-KR" altLang="en-US" sz="16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930 </a:t>
                      </a:r>
                      <a:r>
                        <a:rPr lang="ko-KR" altLang="en-US" sz="16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502920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참여인력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50 </a:t>
                      </a: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명 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(16.7 M/Y)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28</a:t>
                      </a:r>
                      <a:r>
                        <a:rPr lang="ko-KR" altLang="en-US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명 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(8.41 M/Y)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I. </a:t>
            </a:r>
            <a:r>
              <a:rPr lang="ko-KR" altLang="en-US" dirty="0" smtClean="0"/>
              <a:t>과제 개요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필요성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" y="843780"/>
            <a:ext cx="8540750" cy="50720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2000" dirty="0" smtClean="0"/>
              <a:t>멀티트랙 음악 서비스 개시에 따라 확대된 </a:t>
            </a:r>
            <a:r>
              <a:rPr lang="ko-KR" altLang="en-US" sz="2000" b="1" dirty="0" smtClean="0"/>
              <a:t>제작자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사업자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이용자의 상호작용을 반영하는 새로운 음악 </a:t>
            </a:r>
            <a:r>
              <a:rPr lang="ko-KR" altLang="en-US" sz="2000" b="1" dirty="0" err="1" smtClean="0"/>
              <a:t>콘텐츠</a:t>
            </a:r>
            <a:r>
              <a:rPr lang="ko-KR" altLang="en-US" sz="2000" b="1" dirty="0" smtClean="0"/>
              <a:t> 가치사슬의 창출</a:t>
            </a:r>
            <a:r>
              <a:rPr lang="ko-KR" altLang="en-US" sz="2000" dirty="0" smtClean="0"/>
              <a:t>이 필요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5</a:t>
            </a:fld>
            <a:endParaRPr lang="en-US" altLang="ko-KR" dirty="0"/>
          </a:p>
        </p:txBody>
      </p:sp>
      <p:sp>
        <p:nvSpPr>
          <p:cNvPr id="99" name="모서리가 둥근 직사각형 98"/>
          <p:cNvSpPr/>
          <p:nvPr/>
        </p:nvSpPr>
        <p:spPr>
          <a:xfrm>
            <a:off x="192088" y="3876675"/>
            <a:ext cx="1571625" cy="1843088"/>
          </a:xfrm>
          <a:prstGeom prst="roundRect">
            <a:avLst/>
          </a:prstGeom>
          <a:solidFill>
            <a:srgbClr val="92D05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r>
              <a:rPr lang="ko-KR" altLang="en-US" sz="1100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음원</a:t>
            </a:r>
            <a:r>
              <a:rPr lang="ko-KR" altLang="en-US" sz="11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분리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77788" y="1577975"/>
            <a:ext cx="1800225" cy="4240213"/>
          </a:xfrm>
          <a:prstGeom prst="roundRect">
            <a:avLst>
              <a:gd name="adj" fmla="val 9326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음원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획득 단계</a:t>
            </a: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2208213" y="2003425"/>
            <a:ext cx="1571625" cy="762000"/>
          </a:xfrm>
          <a:prstGeom prst="roundRect">
            <a:avLst/>
          </a:prstGeom>
          <a:solidFill>
            <a:srgbClr val="92D05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ko-KR" altLang="en-US" sz="11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음악 특징 추출</a:t>
            </a:r>
          </a:p>
        </p:txBody>
      </p:sp>
      <p:pic>
        <p:nvPicPr>
          <p:cNvPr id="102" name="Picture 4" descr="C:\Documents and Settings\user\Local Settings\Temporary Internet Files\Content.IE5\O0QTNL4Z\MCj0350594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7838" y="3282950"/>
            <a:ext cx="347662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" name="Picture 5" descr="C:\Documents and Settings\user\Local Settings\Temporary Internet Files\Content.IE5\5DCU4AIY\MCj0150959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5" y="2282825"/>
            <a:ext cx="382588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" name="Picture 6" descr="C:\Documents and Settings\user\Local Settings\Temporary Internet Files\Content.IE5\QNAEOX0E\MCj0350579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0688" y="2579688"/>
            <a:ext cx="38100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5" name="Picture 7" descr="C:\Documents and Settings\user\Local Settings\Temporary Internet Files\Content.IE5\OQ1P2TC8\MCj0345426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8625" y="2898775"/>
            <a:ext cx="415925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6" name="Picture 3" descr="C:\Documents and Settings\김민\Local Settings\Temporary Internet Files\Content.IE5\5B3L1C0V\MCj03000910000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8763" y="4273550"/>
            <a:ext cx="4476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" name="모서리가 둥근 직사각형 106"/>
          <p:cNvSpPr/>
          <p:nvPr/>
        </p:nvSpPr>
        <p:spPr>
          <a:xfrm>
            <a:off x="206375" y="1947863"/>
            <a:ext cx="1571625" cy="1785937"/>
          </a:xfrm>
          <a:prstGeom prst="roundRect">
            <a:avLst>
              <a:gd name="adj" fmla="val 13874"/>
            </a:avLst>
          </a:prstGeom>
          <a:noFill/>
          <a:ln w="635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ko-KR" altLang="en-US" sz="10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멀티트랙 </a:t>
            </a:r>
            <a:r>
              <a:rPr lang="ko-KR" altLang="en-US" sz="1050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음원</a:t>
            </a:r>
            <a:endParaRPr lang="ko-KR" altLang="en-US" sz="105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8" name="Picture 4" descr="C:\Documents and Settings\user\Local Settings\Temporary Internet Files\Content.IE5\O0QTNL4Z\MCj0350594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6525" y="5084763"/>
            <a:ext cx="287338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9" name="Picture 5" descr="C:\Documents and Settings\user\Local Settings\Temporary Internet Files\Content.IE5\5DCU4AIY\MCj0150959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4300" y="4019550"/>
            <a:ext cx="317500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0" name="Picture 6" descr="C:\Documents and Settings\user\Local Settings\Temporary Internet Files\Content.IE5\QNAEOX0E\MCj0350579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63663" y="4376738"/>
            <a:ext cx="3175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" name="Picture 7" descr="C:\Documents and Settings\user\Local Settings\Temporary Internet Files\Content.IE5\OQ1P2TC8\MCj0345426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17638" y="4756150"/>
            <a:ext cx="346075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" name="Picture 4" descr="C:\Documents and Settings\user\Local Settings\Temporary Internet Files\Content.IE5\O0QTNL4Z\MCj0350594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49575" y="2409825"/>
            <a:ext cx="265113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3" name="Picture 5" descr="C:\Documents and Settings\user\Local Settings\Temporary Internet Files\Content.IE5\5DCU4AIY\MCj0150959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6638" y="2409825"/>
            <a:ext cx="292100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4" name="Picture 6" descr="C:\Documents and Settings\user\Local Settings\Temporary Internet Files\Content.IE5\QNAEOX0E\MCj0350579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2388" y="2409825"/>
            <a:ext cx="2905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" name="Picture 7" descr="C:\Documents and Settings\user\Local Settings\Temporary Internet Files\Content.IE5\OQ1P2TC8\MCj0345426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5325" y="2409825"/>
            <a:ext cx="3175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" name="모서리가 둥근 직사각형 115"/>
          <p:cNvSpPr/>
          <p:nvPr/>
        </p:nvSpPr>
        <p:spPr>
          <a:xfrm>
            <a:off x="2208213" y="3444875"/>
            <a:ext cx="1571625" cy="2230438"/>
          </a:xfrm>
          <a:prstGeom prst="roundRect">
            <a:avLst>
              <a:gd name="adj" fmla="val 7280"/>
            </a:avLst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ko-KR" altLang="en-US" sz="1050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콘텐츠</a:t>
            </a:r>
            <a:r>
              <a:rPr lang="ko-KR" altLang="en-US" sz="10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생성</a:t>
            </a:r>
            <a:endParaRPr lang="en-US" altLang="ko-KR" sz="105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2092325" y="1577975"/>
            <a:ext cx="1828800" cy="4240213"/>
          </a:xfrm>
          <a:prstGeom prst="roundRect">
            <a:avLst>
              <a:gd name="adj" fmla="val 11465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콘텐츠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저작 단계</a:t>
            </a: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849938" y="1577975"/>
            <a:ext cx="3214687" cy="4240213"/>
          </a:xfrm>
          <a:prstGeom prst="roundRect">
            <a:avLst>
              <a:gd name="adj" fmla="val 579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콘텐츠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소비 및 이용자 창조 단계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6007100" y="3856038"/>
            <a:ext cx="1128713" cy="1857375"/>
          </a:xfrm>
          <a:prstGeom prst="roundRect">
            <a:avLst>
              <a:gd name="adj" fmla="val 9989"/>
            </a:avLst>
          </a:prstGeom>
          <a:solidFill>
            <a:srgbClr val="92D05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ko-KR" altLang="en-US" sz="11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음악 장면 및 분위기 제어</a:t>
            </a:r>
          </a:p>
        </p:txBody>
      </p:sp>
      <p:sp>
        <p:nvSpPr>
          <p:cNvPr id="120" name="타원 119"/>
          <p:cNvSpPr/>
          <p:nvPr/>
        </p:nvSpPr>
        <p:spPr>
          <a:xfrm>
            <a:off x="7364413" y="2246313"/>
            <a:ext cx="1541462" cy="1428750"/>
          </a:xfrm>
          <a:prstGeom prst="ellipse">
            <a:avLst/>
          </a:prstGeom>
          <a:solidFill>
            <a:schemeClr val="accent6">
              <a:lumMod val="40000"/>
              <a:lumOff val="6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1" name="타원 120"/>
          <p:cNvSpPr/>
          <p:nvPr/>
        </p:nvSpPr>
        <p:spPr>
          <a:xfrm>
            <a:off x="6002338" y="2036763"/>
            <a:ext cx="1114425" cy="1114425"/>
          </a:xfrm>
          <a:prstGeom prst="ellipse">
            <a:avLst/>
          </a:prstGeom>
          <a:solidFill>
            <a:schemeClr val="accent6">
              <a:lumMod val="40000"/>
              <a:lumOff val="6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타원 121"/>
          <p:cNvSpPr/>
          <p:nvPr/>
        </p:nvSpPr>
        <p:spPr>
          <a:xfrm>
            <a:off x="7507288" y="4318000"/>
            <a:ext cx="1357312" cy="1285875"/>
          </a:xfrm>
          <a:prstGeom prst="ellipse">
            <a:avLst/>
          </a:prstGeom>
          <a:solidFill>
            <a:schemeClr val="accent6">
              <a:lumMod val="40000"/>
              <a:lumOff val="6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859463" y="1936750"/>
            <a:ext cx="1266825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음악 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UCC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제작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372350" y="2198688"/>
            <a:ext cx="139382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이용자 편곡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21563" y="4175125"/>
            <a:ext cx="1393825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050" dirty="0" err="1">
                <a:latin typeface="맑은 고딕" pitchFamily="50" charset="-127"/>
                <a:ea typeface="맑은 고딕" pitchFamily="50" charset="-127"/>
              </a:rPr>
              <a:t>음원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 제어 노래방</a:t>
            </a:r>
          </a:p>
        </p:txBody>
      </p:sp>
      <p:pic>
        <p:nvPicPr>
          <p:cNvPr id="126" name="Picture 4" descr="C:\Documents and Settings\user\Local Settings\Temporary Internet Files\Content.IE5\O0QTNL4Z\MCj0350594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43813" y="5032375"/>
            <a:ext cx="363537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7" name="Picture 5" descr="C:\Documents and Settings\user\Local Settings\Temporary Internet Files\Content.IE5\5DCU4AIY\MCj0150959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07363" y="5114925"/>
            <a:ext cx="400050" cy="32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8" name="Picture 6" descr="C:\Documents and Settings\user\Local Settings\Temporary Internet Files\Content.IE5\QNAEOX0E\MCj0350579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07300" y="4603750"/>
            <a:ext cx="398463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9" name="Picture 7" descr="C:\Documents and Settings\user\Local Settings\Temporary Internet Files\Content.IE5\OQ1P2TC8\MCj0345426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61375" y="4603750"/>
            <a:ext cx="3810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0" name="곱셈 기호 129"/>
          <p:cNvSpPr/>
          <p:nvPr/>
        </p:nvSpPr>
        <p:spPr bwMode="auto">
          <a:xfrm>
            <a:off x="8339138" y="4389438"/>
            <a:ext cx="468312" cy="571500"/>
          </a:xfrm>
          <a:prstGeom prst="mathMultiply">
            <a:avLst>
              <a:gd name="adj1" fmla="val 10187"/>
            </a:avLst>
          </a:prstGeom>
          <a:solidFill>
            <a:srgbClr val="FF0000">
              <a:alpha val="46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31" name="Picture 4" descr="C:\Documents and Settings\user\Local Settings\Temporary Internet Files\Content.IE5\O0QTNL4Z\MCj0350594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78725" y="3040063"/>
            <a:ext cx="330200" cy="32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2" name="Picture 5" descr="C:\Documents and Settings\user\Local Settings\Temporary Internet Files\Content.IE5\5DCU4AIY\MCj0150959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29550" y="2822575"/>
            <a:ext cx="2825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" name="Picture 7" descr="C:\Documents and Settings\user\Local Settings\Temporary Internet Files\Content.IE5\OQ1P2TC8\MCj0345426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07300" y="2822575"/>
            <a:ext cx="204788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4" name="Picture 8" descr="C:\Documents and Settings\user\Local Settings\Temporary Internet Files\Content.IE5\7W9KAMAS\MCj02961980000[1].wm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-944026">
            <a:off x="8345488" y="2597150"/>
            <a:ext cx="531812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5" name="곱셈 기호 134"/>
          <p:cNvSpPr/>
          <p:nvPr/>
        </p:nvSpPr>
        <p:spPr bwMode="auto">
          <a:xfrm>
            <a:off x="7464425" y="2965450"/>
            <a:ext cx="528638" cy="571500"/>
          </a:xfrm>
          <a:prstGeom prst="mathMultiply">
            <a:avLst>
              <a:gd name="adj1" fmla="val 10187"/>
            </a:avLst>
          </a:prstGeom>
          <a:solidFill>
            <a:srgbClr val="FF0000">
              <a:alpha val="46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36" name="Picture 4" descr="C:\Documents and Settings\user\Local Settings\Temporary Internet Files\Content.IE5\JU2YWHE7\MPj04227210000[1].jpg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58163" y="3032125"/>
            <a:ext cx="479425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7" name="오각형 136"/>
          <p:cNvSpPr/>
          <p:nvPr/>
        </p:nvSpPr>
        <p:spPr>
          <a:xfrm rot="20224237">
            <a:off x="7339013" y="2635250"/>
            <a:ext cx="720725" cy="192088"/>
          </a:xfrm>
          <a:prstGeom prst="homePlat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음량 제어</a:t>
            </a:r>
          </a:p>
        </p:txBody>
      </p:sp>
      <p:sp>
        <p:nvSpPr>
          <p:cNvPr id="138" name="오각형 137"/>
          <p:cNvSpPr/>
          <p:nvPr/>
        </p:nvSpPr>
        <p:spPr>
          <a:xfrm rot="20224237">
            <a:off x="7913688" y="3451225"/>
            <a:ext cx="720725" cy="192088"/>
          </a:xfrm>
          <a:prstGeom prst="homePlat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템포 변경</a:t>
            </a:r>
          </a:p>
        </p:txBody>
      </p:sp>
      <p:pic>
        <p:nvPicPr>
          <p:cNvPr id="139" name="Picture 20" descr="C:\Documents and Settings\김민\Local Settings\Temporary Internet Files\Content.IE5\BAFTX8XG\MCj01296340000[1].wm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 rot="1031567">
            <a:off x="8751888" y="2682875"/>
            <a:ext cx="12065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0" name="오각형 139"/>
          <p:cNvSpPr/>
          <p:nvPr/>
        </p:nvSpPr>
        <p:spPr>
          <a:xfrm rot="20224237">
            <a:off x="8091488" y="2455863"/>
            <a:ext cx="911225" cy="206375"/>
          </a:xfrm>
          <a:prstGeom prst="homePlat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새 악기 추가</a:t>
            </a:r>
          </a:p>
        </p:txBody>
      </p:sp>
      <p:sp>
        <p:nvSpPr>
          <p:cNvPr id="141" name="오각형 140"/>
          <p:cNvSpPr/>
          <p:nvPr/>
        </p:nvSpPr>
        <p:spPr>
          <a:xfrm rot="20029653">
            <a:off x="7977188" y="4394200"/>
            <a:ext cx="938212" cy="244475"/>
          </a:xfrm>
          <a:prstGeom prst="homePlat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보컬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악기 제거</a:t>
            </a:r>
          </a:p>
        </p:txBody>
      </p:sp>
      <p:sp>
        <p:nvSpPr>
          <p:cNvPr id="142" name="오른쪽 화살표 141"/>
          <p:cNvSpPr/>
          <p:nvPr/>
        </p:nvSpPr>
        <p:spPr>
          <a:xfrm rot="888605">
            <a:off x="719138" y="4652963"/>
            <a:ext cx="647700" cy="142875"/>
          </a:xfrm>
          <a:prstGeom prst="rightArrow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오른쪽 화살표 142"/>
          <p:cNvSpPr/>
          <p:nvPr/>
        </p:nvSpPr>
        <p:spPr>
          <a:xfrm rot="1694461">
            <a:off x="630238" y="4873625"/>
            <a:ext cx="647700" cy="144463"/>
          </a:xfrm>
          <a:prstGeom prst="rightArrow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44" name="Picture 7" descr="C:\Documents and Settings\김민\Local Settings\Temporary Internet Files\Content.IE5\1D7SSQBS\MCj03891640000[1].wm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35688" y="4498975"/>
            <a:ext cx="911225" cy="107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5" name="오른쪽 화살표 144"/>
          <p:cNvSpPr/>
          <p:nvPr/>
        </p:nvSpPr>
        <p:spPr>
          <a:xfrm rot="20822375">
            <a:off x="719138" y="4233863"/>
            <a:ext cx="647700" cy="142875"/>
          </a:xfrm>
          <a:prstGeom prst="rightArrow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6" name="오른쪽 화살표 145"/>
          <p:cNvSpPr/>
          <p:nvPr/>
        </p:nvSpPr>
        <p:spPr>
          <a:xfrm>
            <a:off x="711200" y="4443413"/>
            <a:ext cx="647700" cy="144462"/>
          </a:xfrm>
          <a:prstGeom prst="rightArrow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7" name="TextBox 52"/>
          <p:cNvSpPr txBox="1">
            <a:spLocks noChangeArrowheads="1"/>
          </p:cNvSpPr>
          <p:nvPr/>
        </p:nvSpPr>
        <p:spPr bwMode="auto">
          <a:xfrm>
            <a:off x="3063875" y="2767013"/>
            <a:ext cx="5715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리듬</a:t>
            </a: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리믹스</a:t>
            </a: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장르</a:t>
            </a: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148" name="타원 147"/>
          <p:cNvSpPr/>
          <p:nvPr/>
        </p:nvSpPr>
        <p:spPr>
          <a:xfrm>
            <a:off x="7731125" y="5883275"/>
            <a:ext cx="428625" cy="4159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주요</a:t>
            </a:r>
            <a:endParaRPr lang="en-US" altLang="ko-KR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defRPr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기능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6816725" y="5911850"/>
            <a:ext cx="795338" cy="357188"/>
          </a:xfrm>
          <a:prstGeom prst="roundRect">
            <a:avLst>
              <a:gd name="adj" fmla="val 9989"/>
            </a:avLst>
          </a:prstGeom>
          <a:solidFill>
            <a:srgbClr val="92D05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핵심 기술</a:t>
            </a:r>
          </a:p>
        </p:txBody>
      </p:sp>
      <p:sp>
        <p:nvSpPr>
          <p:cNvPr id="150" name="오른쪽 화살표 149"/>
          <p:cNvSpPr/>
          <p:nvPr/>
        </p:nvSpPr>
        <p:spPr>
          <a:xfrm>
            <a:off x="6030913" y="5911850"/>
            <a:ext cx="550862" cy="298450"/>
          </a:xfrm>
          <a:prstGeom prst="rightArrow">
            <a:avLst>
              <a:gd name="adj1" fmla="val 38395"/>
              <a:gd name="adj2" fmla="val 48293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6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1" name="TextBox 56"/>
          <p:cNvSpPr txBox="1">
            <a:spLocks noChangeArrowheads="1"/>
          </p:cNvSpPr>
          <p:nvPr/>
        </p:nvSpPr>
        <p:spPr bwMode="auto">
          <a:xfrm>
            <a:off x="5730875" y="6073775"/>
            <a:ext cx="801688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데이터 흐름</a:t>
            </a:r>
            <a:endParaRPr lang="en-US" altLang="ko-KR" sz="9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135438" y="1577975"/>
            <a:ext cx="1357312" cy="4240213"/>
          </a:xfrm>
          <a:prstGeom prst="roundRect">
            <a:avLst>
              <a:gd name="adj" fmla="val 12355"/>
            </a:avLst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전송 단계</a:t>
            </a:r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4278313" y="3475038"/>
            <a:ext cx="1071562" cy="857250"/>
          </a:xfrm>
          <a:prstGeom prst="roundRect">
            <a:avLst>
              <a:gd name="adj" fmla="val 12400"/>
            </a:avLst>
          </a:prstGeom>
          <a:noFill/>
          <a:ln w="317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UCC </a:t>
            </a:r>
            <a:r>
              <a:rPr lang="ko-KR" altLang="en-US" sz="12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서버</a:t>
            </a:r>
            <a:endParaRPr lang="en-US" altLang="ko-KR" sz="120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defRPr/>
            </a:pPr>
            <a:endParaRPr lang="en-US" altLang="ko-KR" sz="90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defRPr/>
            </a:pPr>
            <a:r>
              <a:rPr lang="en-US" altLang="ko-KR" sz="9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Ecosystem</a:t>
            </a:r>
          </a:p>
          <a:p>
            <a:pPr algn="ctr">
              <a:defRPr/>
            </a:pPr>
            <a:r>
              <a:rPr lang="en-US" altLang="ko-KR" sz="8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콘텐츠</a:t>
            </a:r>
            <a:r>
              <a:rPr lang="ko-KR" altLang="en-US" sz="8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유통</a:t>
            </a:r>
            <a:r>
              <a:rPr lang="en-US" altLang="ko-KR" sz="8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,</a:t>
            </a:r>
          </a:p>
          <a:p>
            <a:pPr algn="ctr">
              <a:defRPr/>
            </a:pPr>
            <a:r>
              <a:rPr lang="ko-KR" altLang="en-US" sz="8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부가서비스</a:t>
            </a:r>
            <a:r>
              <a:rPr lang="en-US" altLang="ko-KR" sz="8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제공</a:t>
            </a:r>
            <a:r>
              <a:rPr lang="en-US" altLang="ko-KR" sz="8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4262438" y="4689475"/>
            <a:ext cx="1108075" cy="1000125"/>
          </a:xfrm>
          <a:prstGeom prst="roundRect">
            <a:avLst>
              <a:gd name="adj" fmla="val 12400"/>
            </a:avLst>
          </a:prstGeom>
          <a:noFill/>
          <a:ln w="317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콘텐츠</a:t>
            </a:r>
            <a:r>
              <a:rPr lang="ko-KR" altLang="en-US" sz="12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서버</a:t>
            </a:r>
            <a:endParaRPr lang="en-US" altLang="ko-KR" sz="120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5" name="Picture 19" descr="C:\Documents and Settings\김민\Local Settings\Temporary Internet Files\Content.IE5\5GY4A4NC\MCj02366660000[1].wmf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500563" y="2617788"/>
            <a:ext cx="6350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6" name="모서리가 둥근 직사각형 155"/>
          <p:cNvSpPr/>
          <p:nvPr/>
        </p:nvSpPr>
        <p:spPr>
          <a:xfrm>
            <a:off x="4278313" y="1974850"/>
            <a:ext cx="1071562" cy="1357313"/>
          </a:xfrm>
          <a:prstGeom prst="roundRect">
            <a:avLst/>
          </a:prstGeom>
          <a:noFill/>
          <a:ln w="317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ko-KR" sz="10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On/Off-line </a:t>
            </a:r>
            <a:r>
              <a:rPr lang="ko-KR" altLang="en-US" sz="10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음반 시장</a:t>
            </a:r>
            <a:r>
              <a:rPr lang="en-US" altLang="ko-KR" sz="10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8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Music 2.0</a:t>
            </a:r>
            <a:r>
              <a:rPr lang="en-US" altLang="ko-KR" sz="105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05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오른쪽 화살표 156"/>
          <p:cNvSpPr/>
          <p:nvPr/>
        </p:nvSpPr>
        <p:spPr>
          <a:xfrm rot="5400000">
            <a:off x="2566988" y="2941637"/>
            <a:ext cx="846138" cy="334963"/>
          </a:xfrm>
          <a:prstGeom prst="rightArrow">
            <a:avLst>
              <a:gd name="adj1" fmla="val 35960"/>
              <a:gd name="adj2" fmla="val 49844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8" name="곱셈 기호 157"/>
          <p:cNvSpPr/>
          <p:nvPr/>
        </p:nvSpPr>
        <p:spPr bwMode="auto">
          <a:xfrm>
            <a:off x="7564438" y="4984750"/>
            <a:ext cx="468312" cy="573088"/>
          </a:xfrm>
          <a:prstGeom prst="mathMultiply">
            <a:avLst>
              <a:gd name="adj1" fmla="val 10187"/>
            </a:avLst>
          </a:prstGeom>
          <a:solidFill>
            <a:srgbClr val="FF0000">
              <a:alpha val="46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4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9" name="TextBox 64"/>
          <p:cNvSpPr txBox="1">
            <a:spLocks noChangeArrowheads="1"/>
          </p:cNvSpPr>
          <p:nvPr/>
        </p:nvSpPr>
        <p:spPr bwMode="auto">
          <a:xfrm>
            <a:off x="5421313" y="4781550"/>
            <a:ext cx="530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기본</a:t>
            </a:r>
            <a:endParaRPr lang="en-US" altLang="ko-KR" sz="90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서비스</a:t>
            </a:r>
            <a:endParaRPr lang="en-US" altLang="ko-KR" sz="9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0" name="TextBox 65"/>
          <p:cNvSpPr txBox="1">
            <a:spLocks noChangeArrowheads="1"/>
          </p:cNvSpPr>
          <p:nvPr/>
        </p:nvSpPr>
        <p:spPr bwMode="auto">
          <a:xfrm>
            <a:off x="5408613" y="3684588"/>
            <a:ext cx="5302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부가</a:t>
            </a:r>
            <a:endParaRPr lang="en-US" altLang="ko-KR" sz="90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서비스</a:t>
            </a:r>
            <a:endParaRPr lang="en-US" altLang="ko-KR" sz="9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1" name="TextBox 66"/>
          <p:cNvSpPr txBox="1">
            <a:spLocks noChangeArrowheads="1"/>
          </p:cNvSpPr>
          <p:nvPr/>
        </p:nvSpPr>
        <p:spPr bwMode="auto">
          <a:xfrm>
            <a:off x="134938" y="4662488"/>
            <a:ext cx="642937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90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기존음원</a:t>
            </a:r>
            <a:endParaRPr lang="en-US" altLang="ko-KR" sz="90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62" name="그룹 67"/>
          <p:cNvGrpSpPr>
            <a:grpSpLocks/>
          </p:cNvGrpSpPr>
          <p:nvPr/>
        </p:nvGrpSpPr>
        <p:grpSpPr bwMode="auto">
          <a:xfrm>
            <a:off x="2206625" y="3746500"/>
            <a:ext cx="1571625" cy="1500188"/>
            <a:chOff x="2451812" y="2643182"/>
            <a:chExt cx="1255616" cy="1230872"/>
          </a:xfrm>
        </p:grpSpPr>
        <p:pic>
          <p:nvPicPr>
            <p:cNvPr id="163" name="Picture 19" descr="C:\Documents and Settings\김민\Local Settings\Temporary Internet Files\Content.IE5\5GY4A4NC\MCj02366660000[1].wmf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2458119" y="2643182"/>
              <a:ext cx="1249309" cy="1230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" name="Picture 14" descr="C:\Documents and Settings\김민\Local Settings\Temporary Internet Files\Content.IE5\1D7SSQBS\MCEN00354_0000[1].wmf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2908400" y="2701795"/>
              <a:ext cx="628654" cy="492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5" name="Picture 4" descr="C:\Documents and Settings\user\Local Settings\Temporary Internet Files\Content.IE5\O0QTNL4Z\MCj03505940000[1].wm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380506" y="3071810"/>
              <a:ext cx="292059" cy="2959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" name="Picture 5" descr="C:\Documents and Settings\user\Local Settings\Temporary Internet Files\Content.IE5\5DCU4AIY\MCj01509590000[1]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451812" y="3214686"/>
              <a:ext cx="321915" cy="2686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7" name="Picture 6" descr="C:\Documents and Settings\user\Local Settings\Temporary Internet Files\Content.IE5\QNAEOX0E\MCj03505790000[1].wm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237630" y="3500439"/>
              <a:ext cx="320616" cy="2635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8" name="Picture 7" descr="C:\Documents and Settings\user\Local Settings\Temporary Internet Files\Content.IE5\OQ1P2TC8\MCj03454260000[1].wmf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09002" y="3500439"/>
              <a:ext cx="350472" cy="340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9" name="오른쪽 화살표 168"/>
          <p:cNvSpPr/>
          <p:nvPr/>
        </p:nvSpPr>
        <p:spPr>
          <a:xfrm rot="3625440">
            <a:off x="1624806" y="3706019"/>
            <a:ext cx="936625" cy="357188"/>
          </a:xfrm>
          <a:prstGeom prst="rightArrow">
            <a:avLst>
              <a:gd name="adj1" fmla="val 34299"/>
              <a:gd name="adj2" fmla="val 48293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0" name="오른쪽 화살표 169"/>
          <p:cNvSpPr/>
          <p:nvPr/>
        </p:nvSpPr>
        <p:spPr>
          <a:xfrm rot="18023072">
            <a:off x="1622425" y="2940050"/>
            <a:ext cx="966788" cy="357188"/>
          </a:xfrm>
          <a:prstGeom prst="rightArrow">
            <a:avLst>
              <a:gd name="adj1" fmla="val 34299"/>
              <a:gd name="adj2" fmla="val 48293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1" name="오른쪽 화살표 170"/>
          <p:cNvSpPr/>
          <p:nvPr/>
        </p:nvSpPr>
        <p:spPr>
          <a:xfrm>
            <a:off x="5349875" y="5067300"/>
            <a:ext cx="642938" cy="334963"/>
          </a:xfrm>
          <a:prstGeom prst="rightArrow">
            <a:avLst>
              <a:gd name="adj1" fmla="val 35960"/>
              <a:gd name="adj2" fmla="val 49844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2" name="왼쪽/오른쪽 화살표 171"/>
          <p:cNvSpPr/>
          <p:nvPr/>
        </p:nvSpPr>
        <p:spPr>
          <a:xfrm rot="19349425">
            <a:off x="5191125" y="3041650"/>
            <a:ext cx="990600" cy="285750"/>
          </a:xfrm>
          <a:prstGeom prst="leftRightArrow">
            <a:avLst>
              <a:gd name="adj1" fmla="val 39760"/>
              <a:gd name="adj2" fmla="val 50000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3" name="왼쪽/오른쪽 화살표 172"/>
          <p:cNvSpPr/>
          <p:nvPr/>
        </p:nvSpPr>
        <p:spPr>
          <a:xfrm rot="19988729">
            <a:off x="3683000" y="3689350"/>
            <a:ext cx="639763" cy="287338"/>
          </a:xfrm>
          <a:prstGeom prst="leftRightArrow">
            <a:avLst>
              <a:gd name="adj1" fmla="val 39760"/>
              <a:gd name="adj2" fmla="val 50000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4" name="오른쪽 화살표 173"/>
          <p:cNvSpPr/>
          <p:nvPr/>
        </p:nvSpPr>
        <p:spPr>
          <a:xfrm>
            <a:off x="3778250" y="4746625"/>
            <a:ext cx="500063" cy="334963"/>
          </a:xfrm>
          <a:prstGeom prst="rightArrow">
            <a:avLst>
              <a:gd name="adj1" fmla="val 35960"/>
              <a:gd name="adj2" fmla="val 49844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5" name="왼쪽/오른쪽 화살표 174"/>
          <p:cNvSpPr/>
          <p:nvPr/>
        </p:nvSpPr>
        <p:spPr>
          <a:xfrm>
            <a:off x="5349875" y="3983038"/>
            <a:ext cx="642938" cy="287337"/>
          </a:xfrm>
          <a:prstGeom prst="leftRightArrow">
            <a:avLst>
              <a:gd name="adj1" fmla="val 39760"/>
              <a:gd name="adj2" fmla="val 50000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76" name="Picture 3" descr="C:\Documents and Settings\user\Local Settings\Temporary Internet Files\Content.IE5\NL7G5T0O\MCj04284090000[1].wm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059134" y="2492750"/>
            <a:ext cx="598942" cy="64103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7" name="Picture 5" descr="C:\Documents and Settings\user\Local Settings\Temporary Internet Files\Content.IE5\NL7G5T0O\MCj04326540000[1]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559200" y="2421312"/>
            <a:ext cx="565357" cy="60298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8" name="Picture 20" descr="http://www.kevinkemp.com/homerecordingtutorial/images/software-mixer.JPG"/>
          <p:cNvPicPr>
            <a:picLocks noChangeAspect="1" noChangeArrowheads="1"/>
          </p:cNvPicPr>
          <p:nvPr/>
        </p:nvPicPr>
        <p:blipFill>
          <a:blip r:embed="rId15" cstate="print">
            <a:lum bright="37000"/>
          </a:blip>
          <a:srcRect/>
          <a:stretch>
            <a:fillRect/>
          </a:stretch>
        </p:blipFill>
        <p:spPr bwMode="auto">
          <a:xfrm>
            <a:off x="6202010" y="2206998"/>
            <a:ext cx="470145" cy="3309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79" name="오각형 178"/>
          <p:cNvSpPr/>
          <p:nvPr/>
        </p:nvSpPr>
        <p:spPr>
          <a:xfrm rot="20224237">
            <a:off x="6188075" y="2911475"/>
            <a:ext cx="900113" cy="192088"/>
          </a:xfrm>
          <a:prstGeom prst="homePlat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트랙편집</a:t>
            </a: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연주</a:t>
            </a:r>
          </a:p>
        </p:txBody>
      </p:sp>
      <p:sp>
        <p:nvSpPr>
          <p:cNvPr id="180" name="오각형 179"/>
          <p:cNvSpPr/>
          <p:nvPr/>
        </p:nvSpPr>
        <p:spPr>
          <a:xfrm rot="20224237">
            <a:off x="6578600" y="2146300"/>
            <a:ext cx="476250" cy="193675"/>
          </a:xfrm>
          <a:prstGeom prst="homePlat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믹싱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1" name="왼쪽/오른쪽 화살표 180"/>
          <p:cNvSpPr/>
          <p:nvPr/>
        </p:nvSpPr>
        <p:spPr>
          <a:xfrm rot="16200000">
            <a:off x="4565650" y="4379913"/>
            <a:ext cx="500063" cy="287337"/>
          </a:xfrm>
          <a:prstGeom prst="leftRightArrow">
            <a:avLst>
              <a:gd name="adj1" fmla="val 39760"/>
              <a:gd name="adj2" fmla="val 50000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2" name="Picture 13" descr="C:\Documents and Settings\김민\Local Settings\Temporary Internet Files\Content.IE5\0DS5739M\MCj04338360000[1].pn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 rot="-1288491">
            <a:off x="1108075" y="2232025"/>
            <a:ext cx="461963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3" name="Picture 13" descr="C:\Documents and Settings\김민\Local Settings\Temporary Internet Files\Content.IE5\0DS5739M\MCj04338360000[1].pn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 rot="-1256843">
            <a:off x="1106488" y="2587625"/>
            <a:ext cx="46196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" name="Picture 13" descr="C:\Documents and Settings\김민\Local Settings\Temporary Internet Files\Content.IE5\0DS5739M\MCj04338360000[1].pn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 rot="-1288491">
            <a:off x="1108075" y="2946400"/>
            <a:ext cx="461963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5" name="Picture 13" descr="C:\Documents and Settings\김민\Local Settings\Temporary Internet Files\Content.IE5\0DS5739M\MCj04338360000[1].pn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 rot="-1256843">
            <a:off x="1106488" y="3302000"/>
            <a:ext cx="46196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6" name="오른쪽 화살표 185"/>
          <p:cNvSpPr/>
          <p:nvPr/>
        </p:nvSpPr>
        <p:spPr>
          <a:xfrm rot="14509732">
            <a:off x="6453981" y="3734594"/>
            <a:ext cx="1577975" cy="141288"/>
          </a:xfrm>
          <a:prstGeom prst="rightArrow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7" name="오른쪽 화살표 186"/>
          <p:cNvSpPr/>
          <p:nvPr/>
        </p:nvSpPr>
        <p:spPr>
          <a:xfrm rot="13139587">
            <a:off x="6942138" y="3057525"/>
            <a:ext cx="566737" cy="146050"/>
          </a:xfrm>
          <a:prstGeom prst="rightArrow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8" name="오각형 187"/>
          <p:cNvSpPr/>
          <p:nvPr/>
        </p:nvSpPr>
        <p:spPr>
          <a:xfrm rot="20224237">
            <a:off x="2060575" y="3868738"/>
            <a:ext cx="1030288" cy="192087"/>
          </a:xfrm>
          <a:prstGeom prst="homePlat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9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음악특징정보</a:t>
            </a:r>
          </a:p>
        </p:txBody>
      </p:sp>
      <p:sp>
        <p:nvSpPr>
          <p:cNvPr id="189" name="모서리가 둥근 직사각형 188"/>
          <p:cNvSpPr/>
          <p:nvPr/>
        </p:nvSpPr>
        <p:spPr>
          <a:xfrm>
            <a:off x="2420938" y="5103813"/>
            <a:ext cx="1179512" cy="500062"/>
          </a:xfrm>
          <a:prstGeom prst="roundRect">
            <a:avLst>
              <a:gd name="adj" fmla="val 12400"/>
            </a:avLst>
          </a:prstGeom>
          <a:solidFill>
            <a:srgbClr val="92D050">
              <a:alpha val="20000"/>
            </a:srgb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100" dirty="0" err="1">
                <a:solidFill>
                  <a:schemeClr val="tx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다객체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오디오 부호화</a:t>
            </a:r>
          </a:p>
        </p:txBody>
      </p:sp>
      <p:sp>
        <p:nvSpPr>
          <p:cNvPr id="190" name="오른쪽 화살표 189"/>
          <p:cNvSpPr/>
          <p:nvPr/>
        </p:nvSpPr>
        <p:spPr>
          <a:xfrm rot="19046106">
            <a:off x="3667125" y="3133725"/>
            <a:ext cx="722313" cy="163513"/>
          </a:xfrm>
          <a:prstGeom prst="rightArrow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1" name="오른쪽 화살표 190"/>
          <p:cNvSpPr/>
          <p:nvPr/>
        </p:nvSpPr>
        <p:spPr>
          <a:xfrm>
            <a:off x="5278438" y="2460625"/>
            <a:ext cx="714375" cy="142875"/>
          </a:xfrm>
          <a:prstGeom prst="rightArrow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8245475" y="5911850"/>
            <a:ext cx="785813" cy="357188"/>
          </a:xfrm>
          <a:prstGeom prst="roundRect">
            <a:avLst>
              <a:gd name="adj" fmla="val 9989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>
                <a:solidFill>
                  <a:schemeClr val="tx2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매체 예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I. </a:t>
            </a:r>
            <a:r>
              <a:rPr lang="ko-KR" altLang="en-US" dirty="0" smtClean="0"/>
              <a:t>과제 개요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연구목표 및 내용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6</a:t>
            </a:fld>
            <a:endParaRPr lang="en-US" altLang="ko-KR" dirty="0"/>
          </a:p>
        </p:txBody>
      </p:sp>
      <p:graphicFrame>
        <p:nvGraphicFramePr>
          <p:cNvPr id="5" name="내용 개체 틀 4"/>
          <p:cNvGraphicFramePr>
            <a:graphicFrameLocks/>
          </p:cNvGraphicFramePr>
          <p:nvPr/>
        </p:nvGraphicFramePr>
        <p:xfrm>
          <a:off x="142844" y="1000125"/>
          <a:ext cx="8750331" cy="5072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4744" y="4846805"/>
            <a:ext cx="17783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latinLnBrk="0"/>
            <a:r>
              <a:rPr lang="ko-KR" altLang="en-US" sz="900" dirty="0" smtClean="0"/>
              <a:t>주</a:t>
            </a:r>
            <a:r>
              <a:rPr lang="en-US" altLang="ko-KR" sz="900" dirty="0" smtClean="0"/>
              <a:t>1. Underdetermined </a:t>
            </a:r>
            <a:r>
              <a:rPr lang="ko-KR" altLang="en-US" sz="900" dirty="0" smtClean="0"/>
              <a:t>환경</a:t>
            </a:r>
            <a:endParaRPr lang="en-US" altLang="ko-KR" sz="900" dirty="0" smtClean="0"/>
          </a:p>
          <a:p>
            <a:pPr marL="182563" indent="-182563" latinLnBrk="0"/>
            <a:r>
              <a:rPr lang="ko-KR" altLang="en-US" sz="900" dirty="0" smtClean="0"/>
              <a:t>주</a:t>
            </a:r>
            <a:r>
              <a:rPr lang="en-US" altLang="ko-KR" sz="900" dirty="0" smtClean="0"/>
              <a:t>2. </a:t>
            </a:r>
            <a:r>
              <a:rPr lang="ko-KR" altLang="en-US" sz="900" dirty="0" smtClean="0"/>
              <a:t>보컬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리듬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하모니 악기들</a:t>
            </a:r>
            <a:endParaRPr lang="en-US" altLang="ko-KR" sz="900" dirty="0" smtClean="0"/>
          </a:p>
          <a:p>
            <a:pPr marL="182563" indent="-182563" latinLnBrk="0"/>
            <a:r>
              <a:rPr lang="ko-KR" altLang="en-US" sz="900" dirty="0" smtClean="0"/>
              <a:t>주</a:t>
            </a:r>
            <a:r>
              <a:rPr lang="en-US" altLang="ko-KR" sz="900" dirty="0" smtClean="0"/>
              <a:t>3. SAOC </a:t>
            </a:r>
            <a:r>
              <a:rPr lang="ko-KR" altLang="en-US" sz="900" dirty="0" smtClean="0"/>
              <a:t>기술 성능 개량</a:t>
            </a:r>
            <a:endParaRPr lang="en-US" altLang="ko-KR" sz="900" dirty="0" smtClean="0"/>
          </a:p>
          <a:p>
            <a:pPr marL="182563" indent="-182563" latinLnBrk="0"/>
            <a:r>
              <a:rPr lang="ko-KR" altLang="en-US" sz="900" dirty="0" smtClean="0"/>
              <a:t>주</a:t>
            </a:r>
            <a:r>
              <a:rPr lang="en-US" altLang="ko-KR" sz="900" dirty="0" smtClean="0"/>
              <a:t>4. Signal to Interference </a:t>
            </a:r>
          </a:p>
          <a:p>
            <a:pPr marL="182563" indent="-182563" latinLnBrk="0"/>
            <a:r>
              <a:rPr lang="en-US" altLang="ko-KR" sz="900" dirty="0" smtClean="0"/>
              <a:t>        Ratio</a:t>
            </a:r>
          </a:p>
          <a:p>
            <a:pPr marL="182563" indent="-182563" latinLnBrk="0"/>
            <a:r>
              <a:rPr lang="ko-KR" altLang="en-US" sz="900" dirty="0" smtClean="0"/>
              <a:t>주</a:t>
            </a:r>
            <a:r>
              <a:rPr lang="en-US" altLang="ko-KR" sz="900" dirty="0" smtClean="0"/>
              <a:t>5. Mean Opinion Score</a:t>
            </a:r>
          </a:p>
          <a:p>
            <a:pPr marL="182563" indent="-182563" latinLnBrk="0"/>
            <a:r>
              <a:rPr lang="ko-KR" altLang="en-US" sz="900" dirty="0" smtClean="0"/>
              <a:t>주</a:t>
            </a:r>
            <a:r>
              <a:rPr lang="en-US" altLang="ko-KR" sz="900" dirty="0" smtClean="0"/>
              <a:t>6. </a:t>
            </a:r>
            <a:r>
              <a:rPr lang="ko-KR" altLang="en-US" sz="900" dirty="0" smtClean="0"/>
              <a:t>객체간 공간 정보 </a:t>
            </a:r>
            <a:r>
              <a:rPr lang="ko-KR" altLang="en-US" sz="900" dirty="0" err="1" smtClean="0"/>
              <a:t>파라미터</a:t>
            </a:r>
            <a:r>
              <a:rPr lang="ko-KR" altLang="en-US" sz="900" dirty="0" smtClean="0"/>
              <a:t> </a:t>
            </a:r>
            <a:endParaRPr lang="en-US" altLang="ko-KR" sz="900" dirty="0" smtClean="0"/>
          </a:p>
          <a:p>
            <a:pPr marL="182563" indent="-182563" latinLnBrk="0"/>
            <a:r>
              <a:rPr lang="en-US" altLang="ko-KR" sz="900" dirty="0" smtClean="0"/>
              <a:t>        </a:t>
            </a:r>
            <a:r>
              <a:rPr lang="ko-KR" altLang="en-US" sz="900" dirty="0" err="1" smtClean="0"/>
              <a:t>데이터량</a:t>
            </a:r>
            <a:endParaRPr lang="en-US" altLang="ko-KR" sz="900" dirty="0" smtClean="0"/>
          </a:p>
          <a:p>
            <a:pPr latinLnBrk="0"/>
            <a:endParaRPr lang="ko-KR" alt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I. </a:t>
            </a:r>
            <a:r>
              <a:rPr lang="ko-KR" altLang="en-US" dirty="0" smtClean="0"/>
              <a:t>과제 개요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추진일정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총년도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7</a:t>
            </a:fld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33241" y="921727"/>
          <a:ext cx="8921937" cy="5516880"/>
        </p:xfrm>
        <a:graphic>
          <a:graphicData uri="http://schemas.openxmlformats.org/drawingml/2006/table">
            <a:tbl>
              <a:tblPr firstRow="1" firstCol="1" lastRow="1">
                <a:tableStyleId>{21E4AEA4-8DFA-4A89-87EB-49C32662AFE0}</a:tableStyleId>
              </a:tblPr>
              <a:tblGrid>
                <a:gridCol w="4199157"/>
                <a:gridCol w="1180695"/>
                <a:gridCol w="1180695"/>
                <a:gridCol w="1180695"/>
                <a:gridCol w="1180695"/>
              </a:tblGrid>
              <a:tr h="2106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과 제 내 용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추 진 일 정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106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차년도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차년도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106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상반기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하반기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상반기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하반기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4831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기존의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음원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활용을 위한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음원분리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기술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음원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분리를 위한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음원의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특징 검출 기술 연구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 음악 신호에서 주요 객체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음원을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추출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제거하는 기술 개발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6194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고품질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다객체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오디오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부복호화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기술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객체별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오디오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부복호화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알고리즘 연구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파라미터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기반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다객체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오디오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부복호화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알고리즘 연구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고품질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다객체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오디오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부복호화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기술 개발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4831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음악 분위기 제어 기술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음악 분위기 제어를 위한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음원의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특징 검출 기술 연구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음악 분위기 제어 기술 개발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4831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이용자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창조형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음악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서비스 기술 검증 시스템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서비스 검증용 재생 기술 개발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이용자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창조형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음악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저작 및 재생기술 개발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210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사업비 집행계획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천원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930,000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940,215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</a:tr>
              <a:tr h="15734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주요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Milestone(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)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완성점에서의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수행결과 산출물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파라미터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기반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다객체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오디오 부호화 알고리즘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음원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특징 추출 알고리즘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(80%)</a:t>
                      </a:r>
                    </a:p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서비스 검증용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프로토타입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재생 단말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국제 특허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다객체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오디오 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파라메트릭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부호화 모듈</a:t>
                      </a:r>
                      <a:endParaRPr lang="en-US" altLang="ko-KR" sz="1100" b="0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음원특징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기반 오디오 부호화 모듈</a:t>
                      </a:r>
                      <a:endParaRPr lang="en-US" altLang="ko-KR" sz="1100" b="0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음원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특징 추출 알고리즘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(85%)</a:t>
                      </a:r>
                    </a:p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주요 객체 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음원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추출 모듈</a:t>
                      </a:r>
                      <a:endParaRPr lang="en-US" altLang="ko-KR" sz="1100" b="0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이용자 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창조형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음악 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저작 도구</a:t>
                      </a:r>
                      <a:endParaRPr lang="en-US" altLang="ko-KR" sz="1100" b="0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이용자 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창조형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음악 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재생 단말</a:t>
                      </a:r>
                      <a:endParaRPr lang="en-US" altLang="ko-KR" sz="1100" b="0" baseline="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indent="-85725" latinLnBrk="0">
                        <a:buFontTx/>
                        <a:buChar char="-"/>
                      </a:pP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국제 특허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SCI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논문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직선 화살표 연결선 5"/>
          <p:cNvCxnSpPr/>
          <p:nvPr/>
        </p:nvCxnSpPr>
        <p:spPr>
          <a:xfrm>
            <a:off x="4358714" y="2036747"/>
            <a:ext cx="2322000" cy="1588"/>
          </a:xfrm>
          <a:prstGeom prst="straightConnector1">
            <a:avLst/>
          </a:prstGeom>
          <a:ln w="889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prstDash val="solid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/>
          <p:nvPr/>
        </p:nvCxnSpPr>
        <p:spPr>
          <a:xfrm>
            <a:off x="6690645" y="2238411"/>
            <a:ext cx="2322000" cy="1588"/>
          </a:xfrm>
          <a:prstGeom prst="straightConnector1">
            <a:avLst/>
          </a:prstGeom>
          <a:ln w="889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prstDash val="solid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4337282" y="2625764"/>
            <a:ext cx="2322000" cy="1588"/>
          </a:xfrm>
          <a:prstGeom prst="straightConnector1">
            <a:avLst/>
          </a:prstGeom>
          <a:ln w="889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prstDash val="solid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4344426" y="2781339"/>
            <a:ext cx="2322000" cy="1588"/>
          </a:xfrm>
          <a:prstGeom prst="straightConnector1">
            <a:avLst/>
          </a:prstGeom>
          <a:ln w="889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prstDash val="solid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6671595" y="2955172"/>
            <a:ext cx="2322000" cy="1588"/>
          </a:xfrm>
          <a:prstGeom prst="straightConnector1">
            <a:avLst/>
          </a:prstGeom>
          <a:ln w="889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prstDash val="solid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4346808" y="3411582"/>
            <a:ext cx="2322000" cy="1588"/>
          </a:xfrm>
          <a:prstGeom prst="straightConnector1">
            <a:avLst/>
          </a:prstGeom>
          <a:ln w="889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prstDash val="solid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6678739" y="3583034"/>
            <a:ext cx="2322000" cy="1588"/>
          </a:xfrm>
          <a:prstGeom prst="straightConnector1">
            <a:avLst/>
          </a:prstGeom>
          <a:ln w="889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prstDash val="solid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4346137" y="4013969"/>
            <a:ext cx="2322000" cy="1588"/>
          </a:xfrm>
          <a:prstGeom prst="straightConnector1">
            <a:avLst/>
          </a:prstGeom>
          <a:ln w="889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prstDash val="solid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6678068" y="4180182"/>
            <a:ext cx="2322000" cy="1588"/>
          </a:xfrm>
          <a:prstGeom prst="straightConnector1">
            <a:avLst/>
          </a:prstGeom>
          <a:ln w="889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prstDash val="solid"/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4558" y="2635288"/>
            <a:ext cx="142876" cy="142876"/>
          </a:xfrm>
          <a:prstGeom prst="rect">
            <a:avLst/>
          </a:prstGeom>
          <a:noFill/>
        </p:spPr>
      </p:pic>
      <p:pic>
        <p:nvPicPr>
          <p:cNvPr id="16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53276" y="1863391"/>
            <a:ext cx="142876" cy="142876"/>
          </a:xfrm>
          <a:prstGeom prst="rect">
            <a:avLst/>
          </a:prstGeom>
          <a:noFill/>
        </p:spPr>
      </p:pic>
      <p:pic>
        <p:nvPicPr>
          <p:cNvPr id="17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56134" y="3768772"/>
            <a:ext cx="142876" cy="142876"/>
          </a:xfrm>
          <a:prstGeom prst="rect">
            <a:avLst/>
          </a:prstGeom>
          <a:noFill/>
        </p:spPr>
      </p:pic>
      <p:pic>
        <p:nvPicPr>
          <p:cNvPr id="18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14735" y="2761497"/>
            <a:ext cx="142876" cy="142876"/>
          </a:xfrm>
          <a:prstGeom prst="rect">
            <a:avLst/>
          </a:prstGeom>
          <a:noFill/>
        </p:spPr>
      </p:pic>
      <p:pic>
        <p:nvPicPr>
          <p:cNvPr id="19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24261" y="3933080"/>
            <a:ext cx="142876" cy="142876"/>
          </a:xfrm>
          <a:prstGeom prst="rect">
            <a:avLst/>
          </a:prstGeom>
          <a:noFill/>
        </p:spPr>
      </p:pic>
      <p:pic>
        <p:nvPicPr>
          <p:cNvPr id="20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36643" y="2054260"/>
            <a:ext cx="142876" cy="142876"/>
          </a:xfrm>
          <a:prstGeom prst="rect">
            <a:avLst/>
          </a:prstGeom>
          <a:noFill/>
        </p:spPr>
      </p:pic>
      <p:pic>
        <p:nvPicPr>
          <p:cNvPr id="21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8850" y="5405819"/>
            <a:ext cx="142876" cy="1428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I. </a:t>
            </a:r>
            <a:r>
              <a:rPr lang="ko-KR" altLang="en-US" dirty="0" smtClean="0"/>
              <a:t>과제 개요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추진일정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당해년도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8</a:t>
            </a:fld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872577" y="1014913"/>
          <a:ext cx="7429554" cy="5204460"/>
        </p:xfrm>
        <a:graphic>
          <a:graphicData uri="http://schemas.openxmlformats.org/drawingml/2006/table">
            <a:tbl>
              <a:tblPr firstRow="1" firstCol="1" lastRow="1">
                <a:tableStyleId>{21E4AEA4-8DFA-4A89-87EB-49C32662AFE0}</a:tableStyleId>
              </a:tblPr>
              <a:tblGrid>
                <a:gridCol w="3643338"/>
                <a:gridCol w="315518"/>
                <a:gridCol w="315518"/>
                <a:gridCol w="315518"/>
                <a:gridCol w="315518"/>
                <a:gridCol w="315518"/>
                <a:gridCol w="315518"/>
                <a:gridCol w="315518"/>
                <a:gridCol w="315518"/>
                <a:gridCol w="315518"/>
                <a:gridCol w="315518"/>
                <a:gridCol w="315518"/>
                <a:gridCol w="315518"/>
              </a:tblGrid>
              <a:tr h="16142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effectLst/>
                        </a:rPr>
                        <a:t>과 제 내 용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/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추 진 일 정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83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</a:tr>
              <a:tr h="602661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기존의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활용을 위한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음원분리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기술</a:t>
                      </a:r>
                      <a:endParaRPr lang="en-US" altLang="ko-KR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주파수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시간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음상 영역에서의 특징 연구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특징 데이터베이스 생성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특징 별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음원분리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활용도 검토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</a:tr>
              <a:tr h="731802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고품질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다객체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오디오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부복호화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기술</a:t>
                      </a:r>
                      <a:endParaRPr lang="en-US" altLang="ko-KR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특징 기반 분류 기술 연구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특징 기반 코딩 방식 연구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공간큐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파라미터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연구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Lossless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코딩 방식 연구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</a:tr>
              <a:tr h="731802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음악 분위기 제어 기술</a:t>
                      </a:r>
                      <a:endParaRPr lang="en-US" altLang="ko-KR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요구사항 수렴 및 서비스 모델 구축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특징 분석 및 서비스 모델 기반 특징 선별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특징 추출 기술 연구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effectLst/>
                        </a:rPr>
                        <a:t>특징과 분위기 사이의 연관관계 연구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</a:tr>
              <a:tr h="624184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이용자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창조형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음악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콘텐츠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서비스 기술 검증 시스템</a:t>
                      </a:r>
                      <a:endParaRPr lang="en-US" altLang="ko-KR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사업자 및 이용자 재생단말 요구사항 도출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재생단말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분위기 제어 인터페이스 설계 및 구현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</a:tr>
              <a:tr h="6295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주요 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Milestone(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effectLst/>
                        </a:rPr>
                        <a:t>   )</a:t>
                      </a:r>
                      <a:r>
                        <a:rPr lang="ko-KR" altLang="en-US" sz="1050" b="0" baseline="0" dirty="0" err="1" smtClean="0">
                          <a:solidFill>
                            <a:schemeClr val="tx1"/>
                          </a:solidFill>
                          <a:effectLst/>
                        </a:rPr>
                        <a:t>완성점에서의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effectLst/>
                        </a:rPr>
                        <a:t> 수행결과 산출물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marL="88900" indent="-88900" latinLnBrk="0">
                        <a:buFontTx/>
                        <a:buChar char="-"/>
                      </a:pP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effectLst/>
                        </a:rPr>
                        <a:t>파라미터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 기반 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effectLst/>
                        </a:rPr>
                        <a:t>다객체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 오디오 부호화 알고리즘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88900" indent="-88900" latinLnBrk="1">
                        <a:buFontTx/>
                        <a:buChar char="-"/>
                      </a:pP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 특징 추출 알고리즘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(80%)</a:t>
                      </a:r>
                    </a:p>
                    <a:p>
                      <a:pPr marL="88900" indent="-88900" latinLnBrk="1">
                        <a:buFontTx/>
                        <a:buChar char="-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서비스 검증용 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effectLst/>
                        </a:rPr>
                        <a:t>프로토타입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 재생 단말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88900" indent="-88900" latinLnBrk="1">
                        <a:buFontTx/>
                        <a:buChar char="-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국제 특허 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건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직선 화살표 연결선 5"/>
          <p:cNvCxnSpPr/>
          <p:nvPr/>
        </p:nvCxnSpPr>
        <p:spPr>
          <a:xfrm>
            <a:off x="4524659" y="1876111"/>
            <a:ext cx="250033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/>
          <p:nvPr/>
        </p:nvCxnSpPr>
        <p:spPr>
          <a:xfrm>
            <a:off x="6450310" y="2070432"/>
            <a:ext cx="1214446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6453485" y="2899490"/>
            <a:ext cx="187200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0455" y="1914856"/>
            <a:ext cx="142876" cy="142876"/>
          </a:xfrm>
          <a:prstGeom prst="rect">
            <a:avLst/>
          </a:prstGeom>
          <a:noFill/>
        </p:spPr>
      </p:pic>
      <p:pic>
        <p:nvPicPr>
          <p:cNvPr id="10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60286" y="4999524"/>
            <a:ext cx="142876" cy="142876"/>
          </a:xfrm>
          <a:prstGeom prst="rect">
            <a:avLst/>
          </a:prstGeom>
          <a:noFill/>
        </p:spPr>
      </p:pic>
      <p:pic>
        <p:nvPicPr>
          <p:cNvPr id="11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10609" y="2920079"/>
            <a:ext cx="142876" cy="142876"/>
          </a:xfrm>
          <a:prstGeom prst="rect">
            <a:avLst/>
          </a:prstGeom>
          <a:noFill/>
        </p:spPr>
      </p:pic>
      <p:cxnSp>
        <p:nvCxnSpPr>
          <p:cNvPr id="12" name="직선 화살표 연결선 11"/>
          <p:cNvCxnSpPr/>
          <p:nvPr/>
        </p:nvCxnSpPr>
        <p:spPr>
          <a:xfrm>
            <a:off x="6453485" y="4310088"/>
            <a:ext cx="187200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6453485" y="4132117"/>
            <a:ext cx="187200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4532474" y="3925162"/>
            <a:ext cx="187200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4532474" y="3730841"/>
            <a:ext cx="187200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6437986" y="5189290"/>
            <a:ext cx="187200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4540223" y="4996241"/>
            <a:ext cx="187200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4532474" y="2752228"/>
            <a:ext cx="187200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6453485" y="3283453"/>
            <a:ext cx="187200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4532474" y="3114245"/>
            <a:ext cx="1872000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7096427" y="2262600"/>
            <a:ext cx="1214446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4491" y="5690411"/>
            <a:ext cx="142876" cy="1428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DD8DB90-133C-4D93-B9C9-AFCA3B99DC73}" type="slidenum">
              <a:rPr lang="en-US" altLang="ko-KR" smtClean="0"/>
              <a:pPr/>
              <a:t>9</a:t>
            </a:fld>
            <a:endParaRPr lang="en-US" altLang="ko-KR" smtClean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graphicFrame>
        <p:nvGraphicFramePr>
          <p:cNvPr id="6" name="다이어그램 5"/>
          <p:cNvGraphicFramePr/>
          <p:nvPr/>
        </p:nvGraphicFramePr>
        <p:xfrm>
          <a:off x="2324100" y="887695"/>
          <a:ext cx="4495800" cy="534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 목표 달성도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분리 </a:t>
            </a:r>
            <a:r>
              <a:rPr lang="en-US" altLang="ko-KR" dirty="0" smtClean="0"/>
              <a:t>(1/4)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음원</a:t>
            </a:r>
            <a:r>
              <a:rPr lang="ko-KR" altLang="en-US" dirty="0" smtClean="0"/>
              <a:t> 분리 연구 개요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기존 스테레오 형태의 </a:t>
            </a:r>
            <a:r>
              <a:rPr lang="ko-KR" altLang="en-US" dirty="0" err="1" smtClean="0"/>
              <a:t>콘텐츠</a:t>
            </a:r>
            <a:r>
              <a:rPr lang="ko-KR" altLang="en-US" dirty="0" smtClean="0"/>
              <a:t> 활용을 위한 주요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검출</a:t>
            </a:r>
            <a:r>
              <a:rPr lang="en-US" altLang="ko-KR" dirty="0" smtClean="0"/>
              <a:t>/</a:t>
            </a:r>
            <a:r>
              <a:rPr lang="ko-KR" altLang="en-US" dirty="0" smtClean="0"/>
              <a:t>분리 연구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주요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검출</a:t>
            </a:r>
            <a:r>
              <a:rPr lang="en-US" altLang="ko-KR" dirty="0" smtClean="0"/>
              <a:t>: </a:t>
            </a:r>
            <a:r>
              <a:rPr lang="ko-KR" altLang="en-US" dirty="0" smtClean="0"/>
              <a:t>주요 </a:t>
            </a:r>
            <a:r>
              <a:rPr lang="ko-KR" altLang="en-US" dirty="0" err="1" smtClean="0"/>
              <a:t>음원의</a:t>
            </a:r>
            <a:r>
              <a:rPr lang="ko-KR" altLang="en-US" dirty="0" smtClean="0"/>
              <a:t> 발생 구간 검출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주요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분리</a:t>
            </a:r>
            <a:r>
              <a:rPr lang="en-US" altLang="ko-KR" dirty="0" smtClean="0"/>
              <a:t>: </a:t>
            </a:r>
            <a:r>
              <a:rPr lang="ko-KR" altLang="en-US" dirty="0" smtClean="0"/>
              <a:t>주요 </a:t>
            </a:r>
            <a:r>
              <a:rPr lang="ko-KR" altLang="en-US" dirty="0" err="1" smtClean="0"/>
              <a:t>음원</a:t>
            </a:r>
            <a:r>
              <a:rPr lang="en-US" altLang="ko-KR" dirty="0" smtClean="0"/>
              <a:t>(</a:t>
            </a:r>
            <a:r>
              <a:rPr lang="ko-KR" altLang="en-US" dirty="0" smtClean="0"/>
              <a:t>보컬</a:t>
            </a:r>
            <a:r>
              <a:rPr lang="en-US" altLang="ko-KR" dirty="0" smtClean="0"/>
              <a:t>, </a:t>
            </a:r>
            <a:r>
              <a:rPr lang="ko-KR" altLang="en-US" dirty="0" smtClean="0"/>
              <a:t>타악기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나머지 화성악기</a:t>
            </a:r>
            <a:r>
              <a:rPr lang="en-US" altLang="ko-KR" dirty="0" smtClean="0"/>
              <a:t>) </a:t>
            </a:r>
            <a:r>
              <a:rPr lang="ko-KR" altLang="en-US" dirty="0" smtClean="0"/>
              <a:t>분리 구조 확립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10</a:t>
            </a:fld>
            <a:endParaRPr lang="en-US" altLang="ko-KR" dirty="0"/>
          </a:p>
        </p:txBody>
      </p:sp>
      <p:grpSp>
        <p:nvGrpSpPr>
          <p:cNvPr id="5" name="그룹 476"/>
          <p:cNvGrpSpPr>
            <a:grpSpLocks/>
          </p:cNvGrpSpPr>
          <p:nvPr/>
        </p:nvGrpSpPr>
        <p:grpSpPr bwMode="auto">
          <a:xfrm>
            <a:off x="122238" y="3506048"/>
            <a:ext cx="1554162" cy="1285875"/>
            <a:chOff x="534595" y="2522975"/>
            <a:chExt cx="1555200" cy="1285884"/>
          </a:xfrm>
        </p:grpSpPr>
        <p:sp>
          <p:nvSpPr>
            <p:cNvPr id="6" name="직사각형 77"/>
            <p:cNvSpPr>
              <a:spLocks noChangeArrowheads="1"/>
            </p:cNvSpPr>
            <p:nvPr/>
          </p:nvSpPr>
          <p:spPr bwMode="auto">
            <a:xfrm>
              <a:off x="534595" y="2522975"/>
              <a:ext cx="1555200" cy="1285884"/>
            </a:xfrm>
            <a:prstGeom prst="rect">
              <a:avLst/>
            </a:prstGeom>
            <a:solidFill>
              <a:schemeClr val="tx1"/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" name="자유형 6"/>
            <p:cNvSpPr/>
            <p:nvPr/>
          </p:nvSpPr>
          <p:spPr bwMode="auto">
            <a:xfrm>
              <a:off x="774467" y="2572187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자유형 7"/>
            <p:cNvSpPr/>
            <p:nvPr/>
          </p:nvSpPr>
          <p:spPr bwMode="auto">
            <a:xfrm>
              <a:off x="774467" y="2724588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자유형 8"/>
            <p:cNvSpPr/>
            <p:nvPr/>
          </p:nvSpPr>
          <p:spPr bwMode="auto">
            <a:xfrm>
              <a:off x="774467" y="2876989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자유형 9"/>
            <p:cNvSpPr/>
            <p:nvPr/>
          </p:nvSpPr>
          <p:spPr bwMode="auto">
            <a:xfrm>
              <a:off x="774467" y="3029391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자유형 10"/>
            <p:cNvSpPr/>
            <p:nvPr/>
          </p:nvSpPr>
          <p:spPr bwMode="auto">
            <a:xfrm>
              <a:off x="774467" y="3181792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자유형 11"/>
            <p:cNvSpPr/>
            <p:nvPr/>
          </p:nvSpPr>
          <p:spPr bwMode="auto">
            <a:xfrm>
              <a:off x="774467" y="3334193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자유형 12"/>
            <p:cNvSpPr/>
            <p:nvPr/>
          </p:nvSpPr>
          <p:spPr bwMode="auto">
            <a:xfrm>
              <a:off x="774467" y="3486594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자유형 13"/>
            <p:cNvSpPr/>
            <p:nvPr/>
          </p:nvSpPr>
          <p:spPr bwMode="auto">
            <a:xfrm>
              <a:off x="774467" y="3638995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자유형 14"/>
            <p:cNvSpPr/>
            <p:nvPr/>
          </p:nvSpPr>
          <p:spPr bwMode="auto">
            <a:xfrm>
              <a:off x="1530622" y="2548375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자유형 15"/>
            <p:cNvSpPr/>
            <p:nvPr/>
          </p:nvSpPr>
          <p:spPr bwMode="auto">
            <a:xfrm>
              <a:off x="1530622" y="2727763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자유형 16"/>
            <p:cNvSpPr/>
            <p:nvPr/>
          </p:nvSpPr>
          <p:spPr bwMode="auto">
            <a:xfrm>
              <a:off x="1530622" y="2908740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자유형 17"/>
            <p:cNvSpPr/>
            <p:nvPr/>
          </p:nvSpPr>
          <p:spPr bwMode="auto">
            <a:xfrm>
              <a:off x="1530622" y="3089716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자유형 18"/>
            <p:cNvSpPr/>
            <p:nvPr/>
          </p:nvSpPr>
          <p:spPr bwMode="auto">
            <a:xfrm>
              <a:off x="1530622" y="3270692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자유형 19"/>
            <p:cNvSpPr/>
            <p:nvPr/>
          </p:nvSpPr>
          <p:spPr bwMode="auto">
            <a:xfrm>
              <a:off x="1530622" y="3450081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자유형 20"/>
            <p:cNvSpPr/>
            <p:nvPr/>
          </p:nvSpPr>
          <p:spPr bwMode="auto">
            <a:xfrm>
              <a:off x="1530622" y="3631058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직사각형 87"/>
            <p:cNvSpPr>
              <a:spLocks noChangeArrowheads="1"/>
            </p:cNvSpPr>
            <p:nvPr/>
          </p:nvSpPr>
          <p:spPr bwMode="auto">
            <a:xfrm>
              <a:off x="1061810" y="3072134"/>
              <a:ext cx="72994" cy="457203"/>
            </a:xfrm>
            <a:prstGeom prst="rect">
              <a:avLst/>
            </a:prstGeom>
            <a:solidFill>
              <a:srgbClr val="FF0000">
                <a:alpha val="74901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3" name="직사각형 89"/>
            <p:cNvSpPr>
              <a:spLocks noChangeArrowheads="1"/>
            </p:cNvSpPr>
            <p:nvPr/>
          </p:nvSpPr>
          <p:spPr bwMode="auto">
            <a:xfrm>
              <a:off x="534596" y="3121671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4" name="직사각형 90"/>
            <p:cNvSpPr>
              <a:spLocks noChangeArrowheads="1"/>
            </p:cNvSpPr>
            <p:nvPr/>
          </p:nvSpPr>
          <p:spPr bwMode="auto">
            <a:xfrm>
              <a:off x="534596" y="3292727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5" name="직사각형 91"/>
            <p:cNvSpPr>
              <a:spLocks noChangeArrowheads="1"/>
            </p:cNvSpPr>
            <p:nvPr/>
          </p:nvSpPr>
          <p:spPr bwMode="auto">
            <a:xfrm>
              <a:off x="534596" y="3463783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6" name="직사각형 92"/>
            <p:cNvSpPr>
              <a:spLocks noChangeArrowheads="1"/>
            </p:cNvSpPr>
            <p:nvPr/>
          </p:nvSpPr>
          <p:spPr bwMode="auto">
            <a:xfrm>
              <a:off x="534596" y="3634839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7" name="직사각형 93"/>
            <p:cNvSpPr>
              <a:spLocks noChangeArrowheads="1"/>
            </p:cNvSpPr>
            <p:nvPr/>
          </p:nvSpPr>
          <p:spPr bwMode="auto">
            <a:xfrm>
              <a:off x="534596" y="3720369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8" name="직사각형 94"/>
            <p:cNvSpPr>
              <a:spLocks noChangeArrowheads="1"/>
            </p:cNvSpPr>
            <p:nvPr/>
          </p:nvSpPr>
          <p:spPr bwMode="auto">
            <a:xfrm>
              <a:off x="534596" y="2522975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9" name="직사각형 95"/>
            <p:cNvSpPr>
              <a:spLocks noChangeArrowheads="1"/>
            </p:cNvSpPr>
            <p:nvPr/>
          </p:nvSpPr>
          <p:spPr bwMode="auto">
            <a:xfrm>
              <a:off x="534596" y="2694031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0" name="직사각형 96"/>
            <p:cNvSpPr>
              <a:spLocks noChangeArrowheads="1"/>
            </p:cNvSpPr>
            <p:nvPr/>
          </p:nvSpPr>
          <p:spPr bwMode="auto">
            <a:xfrm>
              <a:off x="534596" y="2865087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" name="직사각형 97"/>
            <p:cNvSpPr>
              <a:spLocks noChangeArrowheads="1"/>
            </p:cNvSpPr>
            <p:nvPr/>
          </p:nvSpPr>
          <p:spPr bwMode="auto">
            <a:xfrm>
              <a:off x="534596" y="3036143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" name="직사각형 98"/>
            <p:cNvSpPr>
              <a:spLocks noChangeArrowheads="1"/>
            </p:cNvSpPr>
            <p:nvPr/>
          </p:nvSpPr>
          <p:spPr bwMode="auto">
            <a:xfrm>
              <a:off x="534596" y="3207199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" name="직사각형 99"/>
            <p:cNvSpPr>
              <a:spLocks noChangeArrowheads="1"/>
            </p:cNvSpPr>
            <p:nvPr/>
          </p:nvSpPr>
          <p:spPr bwMode="auto">
            <a:xfrm>
              <a:off x="534596" y="3378255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" name="직사각형 100"/>
            <p:cNvSpPr>
              <a:spLocks noChangeArrowheads="1"/>
            </p:cNvSpPr>
            <p:nvPr/>
          </p:nvSpPr>
          <p:spPr bwMode="auto">
            <a:xfrm>
              <a:off x="534596" y="3549311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5" name="직사각형 101"/>
            <p:cNvSpPr>
              <a:spLocks noChangeArrowheads="1"/>
            </p:cNvSpPr>
            <p:nvPr/>
          </p:nvSpPr>
          <p:spPr bwMode="auto">
            <a:xfrm>
              <a:off x="534596" y="2608503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6" name="직사각형 102"/>
            <p:cNvSpPr>
              <a:spLocks noChangeArrowheads="1"/>
            </p:cNvSpPr>
            <p:nvPr/>
          </p:nvSpPr>
          <p:spPr bwMode="auto">
            <a:xfrm>
              <a:off x="534596" y="2779559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7" name="직사각형 103"/>
            <p:cNvSpPr>
              <a:spLocks noChangeArrowheads="1"/>
            </p:cNvSpPr>
            <p:nvPr/>
          </p:nvSpPr>
          <p:spPr bwMode="auto">
            <a:xfrm>
              <a:off x="534596" y="2950615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8" name="직사각형 104"/>
            <p:cNvSpPr>
              <a:spLocks noChangeArrowheads="1"/>
            </p:cNvSpPr>
            <p:nvPr/>
          </p:nvSpPr>
          <p:spPr bwMode="auto">
            <a:xfrm>
              <a:off x="1026762" y="2661800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9" name="직사각형 105"/>
            <p:cNvSpPr>
              <a:spLocks noChangeArrowheads="1"/>
            </p:cNvSpPr>
            <p:nvPr/>
          </p:nvSpPr>
          <p:spPr bwMode="auto">
            <a:xfrm>
              <a:off x="1026762" y="2914310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0" name="직사각형 106"/>
            <p:cNvSpPr>
              <a:spLocks noChangeArrowheads="1"/>
            </p:cNvSpPr>
            <p:nvPr/>
          </p:nvSpPr>
          <p:spPr bwMode="auto">
            <a:xfrm>
              <a:off x="1026762" y="3166820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1" name="직사각형 107"/>
            <p:cNvSpPr>
              <a:spLocks noChangeArrowheads="1"/>
            </p:cNvSpPr>
            <p:nvPr/>
          </p:nvSpPr>
          <p:spPr bwMode="auto">
            <a:xfrm>
              <a:off x="1026762" y="3419330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2" name="직사각형 108"/>
            <p:cNvSpPr>
              <a:spLocks noChangeArrowheads="1"/>
            </p:cNvSpPr>
            <p:nvPr/>
          </p:nvSpPr>
          <p:spPr bwMode="auto">
            <a:xfrm>
              <a:off x="1026762" y="3671839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3" name="직사각형 109"/>
            <p:cNvSpPr>
              <a:spLocks noChangeArrowheads="1"/>
            </p:cNvSpPr>
            <p:nvPr/>
          </p:nvSpPr>
          <p:spPr bwMode="auto">
            <a:xfrm>
              <a:off x="1026762" y="2788055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4" name="직사각형 110"/>
            <p:cNvSpPr>
              <a:spLocks noChangeArrowheads="1"/>
            </p:cNvSpPr>
            <p:nvPr/>
          </p:nvSpPr>
          <p:spPr bwMode="auto">
            <a:xfrm>
              <a:off x="1026762" y="3040565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5" name="직사각형 111"/>
            <p:cNvSpPr>
              <a:spLocks noChangeArrowheads="1"/>
            </p:cNvSpPr>
            <p:nvPr/>
          </p:nvSpPr>
          <p:spPr bwMode="auto">
            <a:xfrm>
              <a:off x="1026762" y="3293075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6" name="직사각형 112"/>
            <p:cNvSpPr>
              <a:spLocks noChangeArrowheads="1"/>
            </p:cNvSpPr>
            <p:nvPr/>
          </p:nvSpPr>
          <p:spPr bwMode="auto">
            <a:xfrm>
              <a:off x="1026762" y="3545585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7" name="직사각형 113"/>
            <p:cNvSpPr>
              <a:spLocks noChangeArrowheads="1"/>
            </p:cNvSpPr>
            <p:nvPr/>
          </p:nvSpPr>
          <p:spPr bwMode="auto">
            <a:xfrm>
              <a:off x="1756192" y="2563294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8" name="직사각형 114"/>
            <p:cNvSpPr>
              <a:spLocks noChangeArrowheads="1"/>
            </p:cNvSpPr>
            <p:nvPr/>
          </p:nvSpPr>
          <p:spPr bwMode="auto">
            <a:xfrm>
              <a:off x="1756192" y="2735791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9" name="직사각형 115"/>
            <p:cNvSpPr>
              <a:spLocks noChangeArrowheads="1"/>
            </p:cNvSpPr>
            <p:nvPr/>
          </p:nvSpPr>
          <p:spPr bwMode="auto">
            <a:xfrm>
              <a:off x="1756192" y="3080785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0" name="직사각형 116"/>
            <p:cNvSpPr>
              <a:spLocks noChangeArrowheads="1"/>
            </p:cNvSpPr>
            <p:nvPr/>
          </p:nvSpPr>
          <p:spPr bwMode="auto">
            <a:xfrm>
              <a:off x="1756192" y="3425779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" name="직사각형 117"/>
            <p:cNvSpPr>
              <a:spLocks noChangeArrowheads="1"/>
            </p:cNvSpPr>
            <p:nvPr/>
          </p:nvSpPr>
          <p:spPr bwMode="auto">
            <a:xfrm>
              <a:off x="1756192" y="2908288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2" name="직사각형 118"/>
            <p:cNvSpPr>
              <a:spLocks noChangeArrowheads="1"/>
            </p:cNvSpPr>
            <p:nvPr/>
          </p:nvSpPr>
          <p:spPr bwMode="auto">
            <a:xfrm>
              <a:off x="1756192" y="3253282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3" name="직사각형 119"/>
            <p:cNvSpPr>
              <a:spLocks noChangeArrowheads="1"/>
            </p:cNvSpPr>
            <p:nvPr/>
          </p:nvSpPr>
          <p:spPr bwMode="auto">
            <a:xfrm>
              <a:off x="1756192" y="3598276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4" name="직사각형 223"/>
            <p:cNvSpPr>
              <a:spLocks noChangeArrowheads="1"/>
            </p:cNvSpPr>
            <p:nvPr/>
          </p:nvSpPr>
          <p:spPr bwMode="auto">
            <a:xfrm>
              <a:off x="1026762" y="2535545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5" name="직사각형 78"/>
            <p:cNvSpPr>
              <a:spLocks noChangeArrowheads="1"/>
            </p:cNvSpPr>
            <p:nvPr/>
          </p:nvSpPr>
          <p:spPr bwMode="auto">
            <a:xfrm>
              <a:off x="606049" y="25229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6" name="직사각형 79"/>
            <p:cNvSpPr>
              <a:spLocks noChangeArrowheads="1"/>
            </p:cNvSpPr>
            <p:nvPr/>
          </p:nvSpPr>
          <p:spPr bwMode="auto">
            <a:xfrm>
              <a:off x="1062491" y="25229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7" name="직사각형 80"/>
            <p:cNvSpPr>
              <a:spLocks noChangeArrowheads="1"/>
            </p:cNvSpPr>
            <p:nvPr/>
          </p:nvSpPr>
          <p:spPr bwMode="auto">
            <a:xfrm>
              <a:off x="1518933" y="25229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8" name="직사각형 81"/>
            <p:cNvSpPr>
              <a:spLocks noChangeArrowheads="1"/>
            </p:cNvSpPr>
            <p:nvPr/>
          </p:nvSpPr>
          <p:spPr bwMode="auto">
            <a:xfrm>
              <a:off x="834270" y="25229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9" name="직사각형 82"/>
            <p:cNvSpPr>
              <a:spLocks noChangeArrowheads="1"/>
            </p:cNvSpPr>
            <p:nvPr/>
          </p:nvSpPr>
          <p:spPr bwMode="auto">
            <a:xfrm>
              <a:off x="1290712" y="25229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0" name="직사각형 83"/>
            <p:cNvSpPr>
              <a:spLocks noChangeArrowheads="1"/>
            </p:cNvSpPr>
            <p:nvPr/>
          </p:nvSpPr>
          <p:spPr bwMode="auto">
            <a:xfrm>
              <a:off x="1747154" y="25229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1" name="직사각형 84"/>
            <p:cNvSpPr>
              <a:spLocks noChangeArrowheads="1"/>
            </p:cNvSpPr>
            <p:nvPr/>
          </p:nvSpPr>
          <p:spPr bwMode="auto">
            <a:xfrm>
              <a:off x="1975372" y="25229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2" name="직사각형 85"/>
            <p:cNvSpPr>
              <a:spLocks noChangeArrowheads="1"/>
            </p:cNvSpPr>
            <p:nvPr/>
          </p:nvSpPr>
          <p:spPr bwMode="auto">
            <a:xfrm>
              <a:off x="608430" y="3383153"/>
              <a:ext cx="27431" cy="424819"/>
            </a:xfrm>
            <a:prstGeom prst="rect">
              <a:avLst/>
            </a:prstGeom>
            <a:solidFill>
              <a:srgbClr val="C00000">
                <a:alpha val="4588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3" name="직사각형 86"/>
            <p:cNvSpPr>
              <a:spLocks noChangeArrowheads="1"/>
            </p:cNvSpPr>
            <p:nvPr/>
          </p:nvSpPr>
          <p:spPr bwMode="auto">
            <a:xfrm>
              <a:off x="1518588" y="3382676"/>
              <a:ext cx="27431" cy="424819"/>
            </a:xfrm>
            <a:prstGeom prst="rect">
              <a:avLst/>
            </a:prstGeom>
            <a:solidFill>
              <a:srgbClr val="C00000">
                <a:alpha val="4588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4" name="직사각형 88"/>
            <p:cNvSpPr>
              <a:spLocks noChangeArrowheads="1"/>
            </p:cNvSpPr>
            <p:nvPr/>
          </p:nvSpPr>
          <p:spPr bwMode="auto">
            <a:xfrm>
              <a:off x="1977649" y="3062609"/>
              <a:ext cx="72994" cy="457203"/>
            </a:xfrm>
            <a:prstGeom prst="rect">
              <a:avLst/>
            </a:prstGeom>
            <a:solidFill>
              <a:srgbClr val="FF0000">
                <a:alpha val="74901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grpSp>
        <p:nvGrpSpPr>
          <p:cNvPr id="266" name="그룹 475"/>
          <p:cNvGrpSpPr>
            <a:grpSpLocks/>
          </p:cNvGrpSpPr>
          <p:nvPr/>
        </p:nvGrpSpPr>
        <p:grpSpPr bwMode="auto">
          <a:xfrm>
            <a:off x="2525713" y="2623398"/>
            <a:ext cx="1554162" cy="1285875"/>
            <a:chOff x="2591995" y="2535675"/>
            <a:chExt cx="1555200" cy="1285884"/>
          </a:xfrm>
        </p:grpSpPr>
        <p:sp>
          <p:nvSpPr>
            <p:cNvPr id="66" name="직사각형 242"/>
            <p:cNvSpPr>
              <a:spLocks noChangeArrowheads="1"/>
            </p:cNvSpPr>
            <p:nvPr/>
          </p:nvSpPr>
          <p:spPr bwMode="auto">
            <a:xfrm>
              <a:off x="2591995" y="2535675"/>
              <a:ext cx="1555200" cy="1285884"/>
            </a:xfrm>
            <a:prstGeom prst="rect">
              <a:avLst/>
            </a:prstGeom>
            <a:solidFill>
              <a:schemeClr val="tx1"/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7" name="자유형 66"/>
            <p:cNvSpPr/>
            <p:nvPr/>
          </p:nvSpPr>
          <p:spPr bwMode="auto">
            <a:xfrm>
              <a:off x="2831867" y="2584887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8" name="자유형 67"/>
            <p:cNvSpPr/>
            <p:nvPr/>
          </p:nvSpPr>
          <p:spPr bwMode="auto">
            <a:xfrm>
              <a:off x="2831867" y="2737288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자유형 68"/>
            <p:cNvSpPr/>
            <p:nvPr/>
          </p:nvSpPr>
          <p:spPr bwMode="auto">
            <a:xfrm>
              <a:off x="2831867" y="2889689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자유형 69"/>
            <p:cNvSpPr/>
            <p:nvPr/>
          </p:nvSpPr>
          <p:spPr bwMode="auto">
            <a:xfrm>
              <a:off x="2831867" y="3042091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자유형 70"/>
            <p:cNvSpPr/>
            <p:nvPr/>
          </p:nvSpPr>
          <p:spPr bwMode="auto">
            <a:xfrm>
              <a:off x="2831867" y="3194492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2" name="자유형 71"/>
            <p:cNvSpPr/>
            <p:nvPr/>
          </p:nvSpPr>
          <p:spPr bwMode="auto">
            <a:xfrm>
              <a:off x="2831867" y="3346893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3" name="자유형 72"/>
            <p:cNvSpPr/>
            <p:nvPr/>
          </p:nvSpPr>
          <p:spPr bwMode="auto">
            <a:xfrm>
              <a:off x="2831867" y="3499294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4" name="자유형 73"/>
            <p:cNvSpPr/>
            <p:nvPr/>
          </p:nvSpPr>
          <p:spPr bwMode="auto">
            <a:xfrm>
              <a:off x="2831867" y="3651695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자유형 74"/>
            <p:cNvSpPr/>
            <p:nvPr/>
          </p:nvSpPr>
          <p:spPr bwMode="auto">
            <a:xfrm>
              <a:off x="3588022" y="2561075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자유형 75"/>
            <p:cNvSpPr/>
            <p:nvPr/>
          </p:nvSpPr>
          <p:spPr bwMode="auto">
            <a:xfrm>
              <a:off x="3588022" y="2740463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7" name="자유형 76"/>
            <p:cNvSpPr/>
            <p:nvPr/>
          </p:nvSpPr>
          <p:spPr bwMode="auto">
            <a:xfrm>
              <a:off x="3588022" y="2921440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자유형 77"/>
            <p:cNvSpPr/>
            <p:nvPr/>
          </p:nvSpPr>
          <p:spPr bwMode="auto">
            <a:xfrm>
              <a:off x="3588022" y="3102416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자유형 78"/>
            <p:cNvSpPr/>
            <p:nvPr/>
          </p:nvSpPr>
          <p:spPr bwMode="auto">
            <a:xfrm>
              <a:off x="3588022" y="3283392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자유형 79"/>
            <p:cNvSpPr/>
            <p:nvPr/>
          </p:nvSpPr>
          <p:spPr bwMode="auto">
            <a:xfrm>
              <a:off x="3588022" y="3462781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자유형 80"/>
            <p:cNvSpPr/>
            <p:nvPr/>
          </p:nvSpPr>
          <p:spPr bwMode="auto">
            <a:xfrm>
              <a:off x="3588022" y="3643758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직사각형 259"/>
            <p:cNvSpPr>
              <a:spLocks noChangeArrowheads="1"/>
            </p:cNvSpPr>
            <p:nvPr/>
          </p:nvSpPr>
          <p:spPr bwMode="auto">
            <a:xfrm>
              <a:off x="2591996" y="3134371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3" name="직사각형 260"/>
            <p:cNvSpPr>
              <a:spLocks noChangeArrowheads="1"/>
            </p:cNvSpPr>
            <p:nvPr/>
          </p:nvSpPr>
          <p:spPr bwMode="auto">
            <a:xfrm>
              <a:off x="2591996" y="3305427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4" name="직사각형 261"/>
            <p:cNvSpPr>
              <a:spLocks noChangeArrowheads="1"/>
            </p:cNvSpPr>
            <p:nvPr/>
          </p:nvSpPr>
          <p:spPr bwMode="auto">
            <a:xfrm>
              <a:off x="2591996" y="3476483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5" name="직사각형 262"/>
            <p:cNvSpPr>
              <a:spLocks noChangeArrowheads="1"/>
            </p:cNvSpPr>
            <p:nvPr/>
          </p:nvSpPr>
          <p:spPr bwMode="auto">
            <a:xfrm>
              <a:off x="2591996" y="3647539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6" name="직사각형 263"/>
            <p:cNvSpPr>
              <a:spLocks noChangeArrowheads="1"/>
            </p:cNvSpPr>
            <p:nvPr/>
          </p:nvSpPr>
          <p:spPr bwMode="auto">
            <a:xfrm>
              <a:off x="2591996" y="3733069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7" name="직사각형 264"/>
            <p:cNvSpPr>
              <a:spLocks noChangeArrowheads="1"/>
            </p:cNvSpPr>
            <p:nvPr/>
          </p:nvSpPr>
          <p:spPr bwMode="auto">
            <a:xfrm>
              <a:off x="2591996" y="2535675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8" name="직사각형 265"/>
            <p:cNvSpPr>
              <a:spLocks noChangeArrowheads="1"/>
            </p:cNvSpPr>
            <p:nvPr/>
          </p:nvSpPr>
          <p:spPr bwMode="auto">
            <a:xfrm>
              <a:off x="2591996" y="2706731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9" name="직사각형 266"/>
            <p:cNvSpPr>
              <a:spLocks noChangeArrowheads="1"/>
            </p:cNvSpPr>
            <p:nvPr/>
          </p:nvSpPr>
          <p:spPr bwMode="auto">
            <a:xfrm>
              <a:off x="2591996" y="2877787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0" name="직사각형 267"/>
            <p:cNvSpPr>
              <a:spLocks noChangeArrowheads="1"/>
            </p:cNvSpPr>
            <p:nvPr/>
          </p:nvSpPr>
          <p:spPr bwMode="auto">
            <a:xfrm>
              <a:off x="2591996" y="3048843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1" name="직사각형 268"/>
            <p:cNvSpPr>
              <a:spLocks noChangeArrowheads="1"/>
            </p:cNvSpPr>
            <p:nvPr/>
          </p:nvSpPr>
          <p:spPr bwMode="auto">
            <a:xfrm>
              <a:off x="2591996" y="3219899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2" name="직사각형 269"/>
            <p:cNvSpPr>
              <a:spLocks noChangeArrowheads="1"/>
            </p:cNvSpPr>
            <p:nvPr/>
          </p:nvSpPr>
          <p:spPr bwMode="auto">
            <a:xfrm>
              <a:off x="2591996" y="3390955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3" name="직사각형 270"/>
            <p:cNvSpPr>
              <a:spLocks noChangeArrowheads="1"/>
            </p:cNvSpPr>
            <p:nvPr/>
          </p:nvSpPr>
          <p:spPr bwMode="auto">
            <a:xfrm>
              <a:off x="2591996" y="3562011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4" name="직사각형 271"/>
            <p:cNvSpPr>
              <a:spLocks noChangeArrowheads="1"/>
            </p:cNvSpPr>
            <p:nvPr/>
          </p:nvSpPr>
          <p:spPr bwMode="auto">
            <a:xfrm>
              <a:off x="2591996" y="2621203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5" name="직사각형 272"/>
            <p:cNvSpPr>
              <a:spLocks noChangeArrowheads="1"/>
            </p:cNvSpPr>
            <p:nvPr/>
          </p:nvSpPr>
          <p:spPr bwMode="auto">
            <a:xfrm>
              <a:off x="2591996" y="2792259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6" name="직사각형 273"/>
            <p:cNvSpPr>
              <a:spLocks noChangeArrowheads="1"/>
            </p:cNvSpPr>
            <p:nvPr/>
          </p:nvSpPr>
          <p:spPr bwMode="auto">
            <a:xfrm>
              <a:off x="2591996" y="2963315"/>
              <a:ext cx="36671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7" name="직사각형 274"/>
            <p:cNvSpPr>
              <a:spLocks noChangeArrowheads="1"/>
            </p:cNvSpPr>
            <p:nvPr/>
          </p:nvSpPr>
          <p:spPr bwMode="auto">
            <a:xfrm>
              <a:off x="3084162" y="2674500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8" name="직사각형 275"/>
            <p:cNvSpPr>
              <a:spLocks noChangeArrowheads="1"/>
            </p:cNvSpPr>
            <p:nvPr/>
          </p:nvSpPr>
          <p:spPr bwMode="auto">
            <a:xfrm>
              <a:off x="3084162" y="2927010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9" name="직사각형 276"/>
            <p:cNvSpPr>
              <a:spLocks noChangeArrowheads="1"/>
            </p:cNvSpPr>
            <p:nvPr/>
          </p:nvSpPr>
          <p:spPr bwMode="auto">
            <a:xfrm>
              <a:off x="3084162" y="3179520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0" name="직사각형 277"/>
            <p:cNvSpPr>
              <a:spLocks noChangeArrowheads="1"/>
            </p:cNvSpPr>
            <p:nvPr/>
          </p:nvSpPr>
          <p:spPr bwMode="auto">
            <a:xfrm>
              <a:off x="3084162" y="3432030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1" name="직사각형 278"/>
            <p:cNvSpPr>
              <a:spLocks noChangeArrowheads="1"/>
            </p:cNvSpPr>
            <p:nvPr/>
          </p:nvSpPr>
          <p:spPr bwMode="auto">
            <a:xfrm>
              <a:off x="3084162" y="3684539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2" name="직사각형 279"/>
            <p:cNvSpPr>
              <a:spLocks noChangeArrowheads="1"/>
            </p:cNvSpPr>
            <p:nvPr/>
          </p:nvSpPr>
          <p:spPr bwMode="auto">
            <a:xfrm>
              <a:off x="3084162" y="2800755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3" name="직사각형 280"/>
            <p:cNvSpPr>
              <a:spLocks noChangeArrowheads="1"/>
            </p:cNvSpPr>
            <p:nvPr/>
          </p:nvSpPr>
          <p:spPr bwMode="auto">
            <a:xfrm>
              <a:off x="3084162" y="3053265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4" name="직사각형 281"/>
            <p:cNvSpPr>
              <a:spLocks noChangeArrowheads="1"/>
            </p:cNvSpPr>
            <p:nvPr/>
          </p:nvSpPr>
          <p:spPr bwMode="auto">
            <a:xfrm>
              <a:off x="3084162" y="3305775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5" name="직사각형 282"/>
            <p:cNvSpPr>
              <a:spLocks noChangeArrowheads="1"/>
            </p:cNvSpPr>
            <p:nvPr/>
          </p:nvSpPr>
          <p:spPr bwMode="auto">
            <a:xfrm>
              <a:off x="3084162" y="3558285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6" name="직사각형 283"/>
            <p:cNvSpPr>
              <a:spLocks noChangeArrowheads="1"/>
            </p:cNvSpPr>
            <p:nvPr/>
          </p:nvSpPr>
          <p:spPr bwMode="auto">
            <a:xfrm>
              <a:off x="3813592" y="2575994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7" name="직사각형 284"/>
            <p:cNvSpPr>
              <a:spLocks noChangeArrowheads="1"/>
            </p:cNvSpPr>
            <p:nvPr/>
          </p:nvSpPr>
          <p:spPr bwMode="auto">
            <a:xfrm>
              <a:off x="3813592" y="2748491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8" name="직사각형 285"/>
            <p:cNvSpPr>
              <a:spLocks noChangeArrowheads="1"/>
            </p:cNvSpPr>
            <p:nvPr/>
          </p:nvSpPr>
          <p:spPr bwMode="auto">
            <a:xfrm>
              <a:off x="3813592" y="3093485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9" name="직사각형 286"/>
            <p:cNvSpPr>
              <a:spLocks noChangeArrowheads="1"/>
            </p:cNvSpPr>
            <p:nvPr/>
          </p:nvSpPr>
          <p:spPr bwMode="auto">
            <a:xfrm>
              <a:off x="3813592" y="3438479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0" name="직사각형 287"/>
            <p:cNvSpPr>
              <a:spLocks noChangeArrowheads="1"/>
            </p:cNvSpPr>
            <p:nvPr/>
          </p:nvSpPr>
          <p:spPr bwMode="auto">
            <a:xfrm>
              <a:off x="3813592" y="2920988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1" name="직사각형 288"/>
            <p:cNvSpPr>
              <a:spLocks noChangeArrowheads="1"/>
            </p:cNvSpPr>
            <p:nvPr/>
          </p:nvSpPr>
          <p:spPr bwMode="auto">
            <a:xfrm>
              <a:off x="3813592" y="3265982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2" name="직사각형 289"/>
            <p:cNvSpPr>
              <a:spLocks noChangeArrowheads="1"/>
            </p:cNvSpPr>
            <p:nvPr/>
          </p:nvSpPr>
          <p:spPr bwMode="auto">
            <a:xfrm>
              <a:off x="3813592" y="3610976"/>
              <a:ext cx="22680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3" name="직사각형 290"/>
            <p:cNvSpPr>
              <a:spLocks noChangeArrowheads="1"/>
            </p:cNvSpPr>
            <p:nvPr/>
          </p:nvSpPr>
          <p:spPr bwMode="auto">
            <a:xfrm>
              <a:off x="3084162" y="2548245"/>
              <a:ext cx="476254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grpSp>
        <p:nvGrpSpPr>
          <p:cNvPr id="267" name="그룹 474"/>
          <p:cNvGrpSpPr>
            <a:grpSpLocks/>
          </p:cNvGrpSpPr>
          <p:nvPr/>
        </p:nvGrpSpPr>
        <p:grpSpPr bwMode="auto">
          <a:xfrm>
            <a:off x="2525713" y="4598248"/>
            <a:ext cx="1554162" cy="1285875"/>
            <a:chOff x="2588820" y="3894575"/>
            <a:chExt cx="1555200" cy="1285884"/>
          </a:xfrm>
        </p:grpSpPr>
        <p:sp>
          <p:nvSpPr>
            <p:cNvPr id="115" name="직사각형 312"/>
            <p:cNvSpPr>
              <a:spLocks noChangeArrowheads="1"/>
            </p:cNvSpPr>
            <p:nvPr/>
          </p:nvSpPr>
          <p:spPr bwMode="auto">
            <a:xfrm>
              <a:off x="2588820" y="3894575"/>
              <a:ext cx="1555200" cy="1285884"/>
            </a:xfrm>
            <a:prstGeom prst="rect">
              <a:avLst/>
            </a:prstGeom>
            <a:solidFill>
              <a:schemeClr val="tx1"/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6" name="직사각형 301"/>
            <p:cNvSpPr>
              <a:spLocks noChangeArrowheads="1"/>
            </p:cNvSpPr>
            <p:nvPr/>
          </p:nvSpPr>
          <p:spPr bwMode="auto">
            <a:xfrm>
              <a:off x="3122385" y="4443734"/>
              <a:ext cx="72994" cy="457203"/>
            </a:xfrm>
            <a:prstGeom prst="rect">
              <a:avLst/>
            </a:prstGeom>
            <a:solidFill>
              <a:srgbClr val="FF0000">
                <a:alpha val="74901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7" name="직사각형 302"/>
            <p:cNvSpPr>
              <a:spLocks noChangeArrowheads="1"/>
            </p:cNvSpPr>
            <p:nvPr/>
          </p:nvSpPr>
          <p:spPr bwMode="auto">
            <a:xfrm>
              <a:off x="2666624" y="38945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8" name="직사각형 303"/>
            <p:cNvSpPr>
              <a:spLocks noChangeArrowheads="1"/>
            </p:cNvSpPr>
            <p:nvPr/>
          </p:nvSpPr>
          <p:spPr bwMode="auto">
            <a:xfrm>
              <a:off x="3123066" y="38945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9" name="직사각형 304"/>
            <p:cNvSpPr>
              <a:spLocks noChangeArrowheads="1"/>
            </p:cNvSpPr>
            <p:nvPr/>
          </p:nvSpPr>
          <p:spPr bwMode="auto">
            <a:xfrm>
              <a:off x="3579508" y="38945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0" name="직사각형 305"/>
            <p:cNvSpPr>
              <a:spLocks noChangeArrowheads="1"/>
            </p:cNvSpPr>
            <p:nvPr/>
          </p:nvSpPr>
          <p:spPr bwMode="auto">
            <a:xfrm>
              <a:off x="2894845" y="38945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1" name="직사각형 306"/>
            <p:cNvSpPr>
              <a:spLocks noChangeArrowheads="1"/>
            </p:cNvSpPr>
            <p:nvPr/>
          </p:nvSpPr>
          <p:spPr bwMode="auto">
            <a:xfrm>
              <a:off x="3351287" y="38945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2" name="직사각형 307"/>
            <p:cNvSpPr>
              <a:spLocks noChangeArrowheads="1"/>
            </p:cNvSpPr>
            <p:nvPr/>
          </p:nvSpPr>
          <p:spPr bwMode="auto">
            <a:xfrm>
              <a:off x="3807729" y="38945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3" name="직사각형 308"/>
            <p:cNvSpPr>
              <a:spLocks noChangeArrowheads="1"/>
            </p:cNvSpPr>
            <p:nvPr/>
          </p:nvSpPr>
          <p:spPr bwMode="auto">
            <a:xfrm>
              <a:off x="4035947" y="3894575"/>
              <a:ext cx="35624" cy="914407"/>
            </a:xfrm>
            <a:prstGeom prst="rect">
              <a:avLst/>
            </a:prstGeom>
            <a:solidFill>
              <a:srgbClr val="FF6201">
                <a:alpha val="58823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4" name="직사각형 309"/>
            <p:cNvSpPr>
              <a:spLocks noChangeArrowheads="1"/>
            </p:cNvSpPr>
            <p:nvPr/>
          </p:nvSpPr>
          <p:spPr bwMode="auto">
            <a:xfrm>
              <a:off x="2669005" y="4754753"/>
              <a:ext cx="27431" cy="424819"/>
            </a:xfrm>
            <a:prstGeom prst="rect">
              <a:avLst/>
            </a:prstGeom>
            <a:solidFill>
              <a:srgbClr val="C00000">
                <a:alpha val="4588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5" name="직사각형 310"/>
            <p:cNvSpPr>
              <a:spLocks noChangeArrowheads="1"/>
            </p:cNvSpPr>
            <p:nvPr/>
          </p:nvSpPr>
          <p:spPr bwMode="auto">
            <a:xfrm>
              <a:off x="3579163" y="4754276"/>
              <a:ext cx="27431" cy="424819"/>
            </a:xfrm>
            <a:prstGeom prst="rect">
              <a:avLst/>
            </a:prstGeom>
            <a:solidFill>
              <a:srgbClr val="C00000">
                <a:alpha val="4588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6" name="직사각형 311"/>
            <p:cNvSpPr>
              <a:spLocks noChangeArrowheads="1"/>
            </p:cNvSpPr>
            <p:nvPr/>
          </p:nvSpPr>
          <p:spPr bwMode="auto">
            <a:xfrm>
              <a:off x="4038224" y="4434209"/>
              <a:ext cx="72994" cy="457203"/>
            </a:xfrm>
            <a:prstGeom prst="rect">
              <a:avLst/>
            </a:prstGeom>
            <a:solidFill>
              <a:srgbClr val="FF0000">
                <a:alpha val="74901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grpSp>
        <p:nvGrpSpPr>
          <p:cNvPr id="280" name="그룹 279"/>
          <p:cNvGrpSpPr/>
          <p:nvPr/>
        </p:nvGrpSpPr>
        <p:grpSpPr>
          <a:xfrm>
            <a:off x="5005388" y="2623398"/>
            <a:ext cx="1555750" cy="1285875"/>
            <a:chOff x="5005388" y="2623398"/>
            <a:chExt cx="1555750" cy="1285875"/>
          </a:xfrm>
        </p:grpSpPr>
        <p:sp>
          <p:nvSpPr>
            <p:cNvPr id="128" name="직사각형 313"/>
            <p:cNvSpPr>
              <a:spLocks noChangeArrowheads="1"/>
            </p:cNvSpPr>
            <p:nvPr/>
          </p:nvSpPr>
          <p:spPr bwMode="auto">
            <a:xfrm>
              <a:off x="5005388" y="2623398"/>
              <a:ext cx="1555750" cy="1285875"/>
            </a:xfrm>
            <a:prstGeom prst="rect">
              <a:avLst/>
            </a:prstGeom>
            <a:solidFill>
              <a:schemeClr val="tx1"/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9" name="직사각형 329"/>
            <p:cNvSpPr>
              <a:spLocks noChangeArrowheads="1"/>
            </p:cNvSpPr>
            <p:nvPr/>
          </p:nvSpPr>
          <p:spPr bwMode="auto">
            <a:xfrm>
              <a:off x="5253127" y="3222090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0" name="직사각형 330"/>
            <p:cNvSpPr>
              <a:spLocks noChangeArrowheads="1"/>
            </p:cNvSpPr>
            <p:nvPr/>
          </p:nvSpPr>
          <p:spPr bwMode="auto">
            <a:xfrm>
              <a:off x="5253127" y="3393145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1" name="직사각형 331"/>
            <p:cNvSpPr>
              <a:spLocks noChangeArrowheads="1"/>
            </p:cNvSpPr>
            <p:nvPr/>
          </p:nvSpPr>
          <p:spPr bwMode="auto">
            <a:xfrm>
              <a:off x="5253127" y="3564199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2" name="직사각형 332"/>
            <p:cNvSpPr>
              <a:spLocks noChangeArrowheads="1"/>
            </p:cNvSpPr>
            <p:nvPr/>
          </p:nvSpPr>
          <p:spPr bwMode="auto">
            <a:xfrm>
              <a:off x="5253127" y="3735254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3" name="직사각형 333"/>
            <p:cNvSpPr>
              <a:spLocks noChangeArrowheads="1"/>
            </p:cNvSpPr>
            <p:nvPr/>
          </p:nvSpPr>
          <p:spPr bwMode="auto">
            <a:xfrm>
              <a:off x="5253127" y="3820784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4" name="직사각형 334"/>
            <p:cNvSpPr>
              <a:spLocks noChangeArrowheads="1"/>
            </p:cNvSpPr>
            <p:nvPr/>
          </p:nvSpPr>
          <p:spPr bwMode="auto">
            <a:xfrm>
              <a:off x="5253127" y="2623398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5" name="직사각형 335"/>
            <p:cNvSpPr>
              <a:spLocks noChangeArrowheads="1"/>
            </p:cNvSpPr>
            <p:nvPr/>
          </p:nvSpPr>
          <p:spPr bwMode="auto">
            <a:xfrm>
              <a:off x="5253127" y="2794453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6" name="직사각형 336"/>
            <p:cNvSpPr>
              <a:spLocks noChangeArrowheads="1"/>
            </p:cNvSpPr>
            <p:nvPr/>
          </p:nvSpPr>
          <p:spPr bwMode="auto">
            <a:xfrm>
              <a:off x="5253127" y="2965508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7" name="직사각형 337"/>
            <p:cNvSpPr>
              <a:spLocks noChangeArrowheads="1"/>
            </p:cNvSpPr>
            <p:nvPr/>
          </p:nvSpPr>
          <p:spPr bwMode="auto">
            <a:xfrm>
              <a:off x="5253127" y="3136562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8" name="직사각형 338"/>
            <p:cNvSpPr>
              <a:spLocks noChangeArrowheads="1"/>
            </p:cNvSpPr>
            <p:nvPr/>
          </p:nvSpPr>
          <p:spPr bwMode="auto">
            <a:xfrm>
              <a:off x="5253127" y="3307617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9" name="직사각형 339"/>
            <p:cNvSpPr>
              <a:spLocks noChangeArrowheads="1"/>
            </p:cNvSpPr>
            <p:nvPr/>
          </p:nvSpPr>
          <p:spPr bwMode="auto">
            <a:xfrm>
              <a:off x="5253127" y="3478672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0" name="직사각형 340"/>
            <p:cNvSpPr>
              <a:spLocks noChangeArrowheads="1"/>
            </p:cNvSpPr>
            <p:nvPr/>
          </p:nvSpPr>
          <p:spPr bwMode="auto">
            <a:xfrm>
              <a:off x="5253127" y="3649727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1" name="직사각형 341"/>
            <p:cNvSpPr>
              <a:spLocks noChangeArrowheads="1"/>
            </p:cNvSpPr>
            <p:nvPr/>
          </p:nvSpPr>
          <p:spPr bwMode="auto">
            <a:xfrm>
              <a:off x="5253127" y="2708925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2" name="직사각형 342"/>
            <p:cNvSpPr>
              <a:spLocks noChangeArrowheads="1"/>
            </p:cNvSpPr>
            <p:nvPr/>
          </p:nvSpPr>
          <p:spPr bwMode="auto">
            <a:xfrm>
              <a:off x="5253127" y="2879980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3" name="직사각형 343"/>
            <p:cNvSpPr>
              <a:spLocks noChangeArrowheads="1"/>
            </p:cNvSpPr>
            <p:nvPr/>
          </p:nvSpPr>
          <p:spPr bwMode="auto">
            <a:xfrm>
              <a:off x="5253127" y="3051035"/>
              <a:ext cx="12839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4" name="직사각형 344"/>
            <p:cNvSpPr>
              <a:spLocks noChangeArrowheads="1"/>
            </p:cNvSpPr>
            <p:nvPr/>
          </p:nvSpPr>
          <p:spPr bwMode="auto">
            <a:xfrm>
              <a:off x="5497730" y="2762222"/>
              <a:ext cx="47642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5" name="직사각형 345"/>
            <p:cNvSpPr>
              <a:spLocks noChangeArrowheads="1"/>
            </p:cNvSpPr>
            <p:nvPr/>
          </p:nvSpPr>
          <p:spPr bwMode="auto">
            <a:xfrm>
              <a:off x="5497730" y="3014730"/>
              <a:ext cx="47642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6" name="직사각형 346"/>
            <p:cNvSpPr>
              <a:spLocks noChangeArrowheads="1"/>
            </p:cNvSpPr>
            <p:nvPr/>
          </p:nvSpPr>
          <p:spPr bwMode="auto">
            <a:xfrm>
              <a:off x="5497730" y="3267238"/>
              <a:ext cx="47642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7" name="직사각형 347"/>
            <p:cNvSpPr>
              <a:spLocks noChangeArrowheads="1"/>
            </p:cNvSpPr>
            <p:nvPr/>
          </p:nvSpPr>
          <p:spPr bwMode="auto">
            <a:xfrm>
              <a:off x="5497730" y="3519747"/>
              <a:ext cx="47642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8" name="직사각형 348"/>
            <p:cNvSpPr>
              <a:spLocks noChangeArrowheads="1"/>
            </p:cNvSpPr>
            <p:nvPr/>
          </p:nvSpPr>
          <p:spPr bwMode="auto">
            <a:xfrm>
              <a:off x="5497730" y="3772254"/>
              <a:ext cx="47642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9" name="직사각형 349"/>
            <p:cNvSpPr>
              <a:spLocks noChangeArrowheads="1"/>
            </p:cNvSpPr>
            <p:nvPr/>
          </p:nvSpPr>
          <p:spPr bwMode="auto">
            <a:xfrm>
              <a:off x="5497730" y="2888476"/>
              <a:ext cx="47642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0" name="직사각형 350"/>
            <p:cNvSpPr>
              <a:spLocks noChangeArrowheads="1"/>
            </p:cNvSpPr>
            <p:nvPr/>
          </p:nvSpPr>
          <p:spPr bwMode="auto">
            <a:xfrm>
              <a:off x="5497730" y="3140984"/>
              <a:ext cx="47642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1" name="직사각형 351"/>
            <p:cNvSpPr>
              <a:spLocks noChangeArrowheads="1"/>
            </p:cNvSpPr>
            <p:nvPr/>
          </p:nvSpPr>
          <p:spPr bwMode="auto">
            <a:xfrm>
              <a:off x="5497730" y="3393493"/>
              <a:ext cx="47642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2" name="직사각형 352"/>
            <p:cNvSpPr>
              <a:spLocks noChangeArrowheads="1"/>
            </p:cNvSpPr>
            <p:nvPr/>
          </p:nvSpPr>
          <p:spPr bwMode="auto">
            <a:xfrm>
              <a:off x="5497730" y="3646001"/>
              <a:ext cx="47642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3" name="직사각형 353"/>
            <p:cNvSpPr>
              <a:spLocks noChangeArrowheads="1"/>
            </p:cNvSpPr>
            <p:nvPr/>
          </p:nvSpPr>
          <p:spPr bwMode="auto">
            <a:xfrm>
              <a:off x="6227417" y="2663717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4" name="직사각형 354"/>
            <p:cNvSpPr>
              <a:spLocks noChangeArrowheads="1"/>
            </p:cNvSpPr>
            <p:nvPr/>
          </p:nvSpPr>
          <p:spPr bwMode="auto">
            <a:xfrm>
              <a:off x="6227417" y="2836213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5" name="직사각형 355"/>
            <p:cNvSpPr>
              <a:spLocks noChangeArrowheads="1"/>
            </p:cNvSpPr>
            <p:nvPr/>
          </p:nvSpPr>
          <p:spPr bwMode="auto">
            <a:xfrm>
              <a:off x="6227417" y="3181204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6" name="직사각형 356"/>
            <p:cNvSpPr>
              <a:spLocks noChangeArrowheads="1"/>
            </p:cNvSpPr>
            <p:nvPr/>
          </p:nvSpPr>
          <p:spPr bwMode="auto">
            <a:xfrm>
              <a:off x="6227417" y="3526196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7" name="직사각형 357"/>
            <p:cNvSpPr>
              <a:spLocks noChangeArrowheads="1"/>
            </p:cNvSpPr>
            <p:nvPr/>
          </p:nvSpPr>
          <p:spPr bwMode="auto">
            <a:xfrm>
              <a:off x="6227417" y="3008708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8" name="직사각형 358"/>
            <p:cNvSpPr>
              <a:spLocks noChangeArrowheads="1"/>
            </p:cNvSpPr>
            <p:nvPr/>
          </p:nvSpPr>
          <p:spPr bwMode="auto">
            <a:xfrm>
              <a:off x="6227417" y="3353700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9" name="직사각형 359"/>
            <p:cNvSpPr>
              <a:spLocks noChangeArrowheads="1"/>
            </p:cNvSpPr>
            <p:nvPr/>
          </p:nvSpPr>
          <p:spPr bwMode="auto">
            <a:xfrm>
              <a:off x="6227417" y="3698691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0" name="직사각형 360"/>
            <p:cNvSpPr>
              <a:spLocks noChangeArrowheads="1"/>
            </p:cNvSpPr>
            <p:nvPr/>
          </p:nvSpPr>
          <p:spPr bwMode="auto">
            <a:xfrm>
              <a:off x="5497730" y="2635968"/>
              <a:ext cx="47642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grpSp>
        <p:nvGrpSpPr>
          <p:cNvPr id="269" name="그룹 472"/>
          <p:cNvGrpSpPr>
            <a:grpSpLocks/>
          </p:cNvGrpSpPr>
          <p:nvPr/>
        </p:nvGrpSpPr>
        <p:grpSpPr bwMode="auto">
          <a:xfrm>
            <a:off x="5005388" y="4598248"/>
            <a:ext cx="1555750" cy="1285875"/>
            <a:chOff x="4376345" y="3888225"/>
            <a:chExt cx="1555200" cy="1285884"/>
          </a:xfrm>
        </p:grpSpPr>
        <p:sp>
          <p:nvSpPr>
            <p:cNvPr id="162" name="직사각형 361"/>
            <p:cNvSpPr>
              <a:spLocks noChangeArrowheads="1"/>
            </p:cNvSpPr>
            <p:nvPr/>
          </p:nvSpPr>
          <p:spPr bwMode="auto">
            <a:xfrm>
              <a:off x="4376345" y="3888225"/>
              <a:ext cx="1555200" cy="1285884"/>
            </a:xfrm>
            <a:prstGeom prst="rect">
              <a:avLst/>
            </a:prstGeom>
            <a:solidFill>
              <a:schemeClr val="tx1"/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3" name="자유형 162"/>
            <p:cNvSpPr/>
            <p:nvPr/>
          </p:nvSpPr>
          <p:spPr bwMode="auto">
            <a:xfrm>
              <a:off x="4615972" y="3937437"/>
              <a:ext cx="299932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4" name="자유형 163"/>
            <p:cNvSpPr/>
            <p:nvPr/>
          </p:nvSpPr>
          <p:spPr bwMode="auto">
            <a:xfrm>
              <a:off x="4615972" y="4089838"/>
              <a:ext cx="299932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5" name="자유형 164"/>
            <p:cNvSpPr/>
            <p:nvPr/>
          </p:nvSpPr>
          <p:spPr bwMode="auto">
            <a:xfrm>
              <a:off x="4615972" y="4242239"/>
              <a:ext cx="299932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6" name="자유형 165"/>
            <p:cNvSpPr/>
            <p:nvPr/>
          </p:nvSpPr>
          <p:spPr bwMode="auto">
            <a:xfrm>
              <a:off x="4615972" y="4394641"/>
              <a:ext cx="299932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7" name="자유형 166"/>
            <p:cNvSpPr/>
            <p:nvPr/>
          </p:nvSpPr>
          <p:spPr bwMode="auto">
            <a:xfrm>
              <a:off x="4615972" y="4547042"/>
              <a:ext cx="299932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8" name="자유형 167"/>
            <p:cNvSpPr/>
            <p:nvPr/>
          </p:nvSpPr>
          <p:spPr bwMode="auto">
            <a:xfrm>
              <a:off x="4615972" y="4699443"/>
              <a:ext cx="299932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9" name="자유형 168"/>
            <p:cNvSpPr/>
            <p:nvPr/>
          </p:nvSpPr>
          <p:spPr bwMode="auto">
            <a:xfrm>
              <a:off x="4615972" y="4851844"/>
              <a:ext cx="299932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0" name="자유형 169"/>
            <p:cNvSpPr/>
            <p:nvPr/>
          </p:nvSpPr>
          <p:spPr bwMode="auto">
            <a:xfrm>
              <a:off x="4615972" y="5004245"/>
              <a:ext cx="299932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1" name="자유형 170"/>
            <p:cNvSpPr/>
            <p:nvPr/>
          </p:nvSpPr>
          <p:spPr bwMode="auto">
            <a:xfrm>
              <a:off x="5372943" y="3913625"/>
              <a:ext cx="541146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2" name="자유형 171"/>
            <p:cNvSpPr/>
            <p:nvPr/>
          </p:nvSpPr>
          <p:spPr bwMode="auto">
            <a:xfrm>
              <a:off x="5372943" y="4093013"/>
              <a:ext cx="541146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3" name="자유형 172"/>
            <p:cNvSpPr/>
            <p:nvPr/>
          </p:nvSpPr>
          <p:spPr bwMode="auto">
            <a:xfrm>
              <a:off x="5372943" y="4273990"/>
              <a:ext cx="541146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4" name="자유형 173"/>
            <p:cNvSpPr/>
            <p:nvPr/>
          </p:nvSpPr>
          <p:spPr bwMode="auto">
            <a:xfrm>
              <a:off x="5372943" y="4454966"/>
              <a:ext cx="541146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5" name="자유형 174"/>
            <p:cNvSpPr/>
            <p:nvPr/>
          </p:nvSpPr>
          <p:spPr bwMode="auto">
            <a:xfrm>
              <a:off x="5372943" y="4635942"/>
              <a:ext cx="541146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6" name="자유형 175"/>
            <p:cNvSpPr/>
            <p:nvPr/>
          </p:nvSpPr>
          <p:spPr bwMode="auto">
            <a:xfrm>
              <a:off x="5372943" y="4815331"/>
              <a:ext cx="541146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7" name="자유형 176"/>
            <p:cNvSpPr/>
            <p:nvPr/>
          </p:nvSpPr>
          <p:spPr bwMode="auto">
            <a:xfrm>
              <a:off x="5372943" y="4996308"/>
              <a:ext cx="541146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8" name="직사각형 377"/>
            <p:cNvSpPr>
              <a:spLocks noChangeArrowheads="1"/>
            </p:cNvSpPr>
            <p:nvPr/>
          </p:nvSpPr>
          <p:spPr bwMode="auto">
            <a:xfrm>
              <a:off x="4376346" y="4486921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79" name="직사각형 378"/>
            <p:cNvSpPr>
              <a:spLocks noChangeArrowheads="1"/>
            </p:cNvSpPr>
            <p:nvPr/>
          </p:nvSpPr>
          <p:spPr bwMode="auto">
            <a:xfrm>
              <a:off x="4376346" y="4657977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0" name="직사각형 379"/>
            <p:cNvSpPr>
              <a:spLocks noChangeArrowheads="1"/>
            </p:cNvSpPr>
            <p:nvPr/>
          </p:nvSpPr>
          <p:spPr bwMode="auto">
            <a:xfrm>
              <a:off x="4376346" y="4829033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1" name="직사각형 380"/>
            <p:cNvSpPr>
              <a:spLocks noChangeArrowheads="1"/>
            </p:cNvSpPr>
            <p:nvPr/>
          </p:nvSpPr>
          <p:spPr bwMode="auto">
            <a:xfrm>
              <a:off x="4376346" y="5000089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2" name="직사각형 381"/>
            <p:cNvSpPr>
              <a:spLocks noChangeArrowheads="1"/>
            </p:cNvSpPr>
            <p:nvPr/>
          </p:nvSpPr>
          <p:spPr bwMode="auto">
            <a:xfrm>
              <a:off x="4376346" y="5085619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3" name="직사각형 382"/>
            <p:cNvSpPr>
              <a:spLocks noChangeArrowheads="1"/>
            </p:cNvSpPr>
            <p:nvPr/>
          </p:nvSpPr>
          <p:spPr bwMode="auto">
            <a:xfrm>
              <a:off x="4376346" y="3888225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4" name="직사각형 383"/>
            <p:cNvSpPr>
              <a:spLocks noChangeArrowheads="1"/>
            </p:cNvSpPr>
            <p:nvPr/>
          </p:nvSpPr>
          <p:spPr bwMode="auto">
            <a:xfrm>
              <a:off x="4376346" y="4059281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5" name="직사각형 384"/>
            <p:cNvSpPr>
              <a:spLocks noChangeArrowheads="1"/>
            </p:cNvSpPr>
            <p:nvPr/>
          </p:nvSpPr>
          <p:spPr bwMode="auto">
            <a:xfrm>
              <a:off x="4376346" y="4230337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6" name="직사각형 385"/>
            <p:cNvSpPr>
              <a:spLocks noChangeArrowheads="1"/>
            </p:cNvSpPr>
            <p:nvPr/>
          </p:nvSpPr>
          <p:spPr bwMode="auto">
            <a:xfrm>
              <a:off x="4376346" y="4401393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7" name="직사각형 386"/>
            <p:cNvSpPr>
              <a:spLocks noChangeArrowheads="1"/>
            </p:cNvSpPr>
            <p:nvPr/>
          </p:nvSpPr>
          <p:spPr bwMode="auto">
            <a:xfrm>
              <a:off x="4376346" y="4572449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8" name="직사각형 387"/>
            <p:cNvSpPr>
              <a:spLocks noChangeArrowheads="1"/>
            </p:cNvSpPr>
            <p:nvPr/>
          </p:nvSpPr>
          <p:spPr bwMode="auto">
            <a:xfrm>
              <a:off x="4376346" y="4743505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9" name="직사각형 388"/>
            <p:cNvSpPr>
              <a:spLocks noChangeArrowheads="1"/>
            </p:cNvSpPr>
            <p:nvPr/>
          </p:nvSpPr>
          <p:spPr bwMode="auto">
            <a:xfrm>
              <a:off x="4376346" y="4914561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0" name="직사각형 389"/>
            <p:cNvSpPr>
              <a:spLocks noChangeArrowheads="1"/>
            </p:cNvSpPr>
            <p:nvPr/>
          </p:nvSpPr>
          <p:spPr bwMode="auto">
            <a:xfrm>
              <a:off x="4376346" y="3973753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1" name="직사각형 390"/>
            <p:cNvSpPr>
              <a:spLocks noChangeArrowheads="1"/>
            </p:cNvSpPr>
            <p:nvPr/>
          </p:nvSpPr>
          <p:spPr bwMode="auto">
            <a:xfrm>
              <a:off x="4376346" y="4144809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2" name="직사각형 391"/>
            <p:cNvSpPr>
              <a:spLocks noChangeArrowheads="1"/>
            </p:cNvSpPr>
            <p:nvPr/>
          </p:nvSpPr>
          <p:spPr bwMode="auto">
            <a:xfrm>
              <a:off x="4376346" y="4315865"/>
              <a:ext cx="238365" cy="27431"/>
            </a:xfrm>
            <a:prstGeom prst="rect">
              <a:avLst/>
            </a:prstGeom>
            <a:solidFill>
              <a:srgbClr val="4B7AFF">
                <a:alpha val="89018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3" name="직사각형 392"/>
            <p:cNvSpPr>
              <a:spLocks noChangeArrowheads="1"/>
            </p:cNvSpPr>
            <p:nvPr/>
          </p:nvSpPr>
          <p:spPr bwMode="auto">
            <a:xfrm>
              <a:off x="4912963" y="4027050"/>
              <a:ext cx="428629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4" name="직사각형 393"/>
            <p:cNvSpPr>
              <a:spLocks noChangeArrowheads="1"/>
            </p:cNvSpPr>
            <p:nvPr/>
          </p:nvSpPr>
          <p:spPr bwMode="auto">
            <a:xfrm>
              <a:off x="4912963" y="4279560"/>
              <a:ext cx="428629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5" name="직사각형 394"/>
            <p:cNvSpPr>
              <a:spLocks noChangeArrowheads="1"/>
            </p:cNvSpPr>
            <p:nvPr/>
          </p:nvSpPr>
          <p:spPr bwMode="auto">
            <a:xfrm>
              <a:off x="4912963" y="4532070"/>
              <a:ext cx="428629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6" name="직사각형 395"/>
            <p:cNvSpPr>
              <a:spLocks noChangeArrowheads="1"/>
            </p:cNvSpPr>
            <p:nvPr/>
          </p:nvSpPr>
          <p:spPr bwMode="auto">
            <a:xfrm>
              <a:off x="4912963" y="4784580"/>
              <a:ext cx="428629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7" name="직사각형 396"/>
            <p:cNvSpPr>
              <a:spLocks noChangeArrowheads="1"/>
            </p:cNvSpPr>
            <p:nvPr/>
          </p:nvSpPr>
          <p:spPr bwMode="auto">
            <a:xfrm>
              <a:off x="4912963" y="5037089"/>
              <a:ext cx="428629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8" name="직사각형 397"/>
            <p:cNvSpPr>
              <a:spLocks noChangeArrowheads="1"/>
            </p:cNvSpPr>
            <p:nvPr/>
          </p:nvSpPr>
          <p:spPr bwMode="auto">
            <a:xfrm>
              <a:off x="4912963" y="4153305"/>
              <a:ext cx="428629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9" name="직사각형 398"/>
            <p:cNvSpPr>
              <a:spLocks noChangeArrowheads="1"/>
            </p:cNvSpPr>
            <p:nvPr/>
          </p:nvSpPr>
          <p:spPr bwMode="auto">
            <a:xfrm>
              <a:off x="4912963" y="4405815"/>
              <a:ext cx="428629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0" name="직사각형 399"/>
            <p:cNvSpPr>
              <a:spLocks noChangeArrowheads="1"/>
            </p:cNvSpPr>
            <p:nvPr/>
          </p:nvSpPr>
          <p:spPr bwMode="auto">
            <a:xfrm>
              <a:off x="4912963" y="4658325"/>
              <a:ext cx="428629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1" name="직사각형 400"/>
            <p:cNvSpPr>
              <a:spLocks noChangeArrowheads="1"/>
            </p:cNvSpPr>
            <p:nvPr/>
          </p:nvSpPr>
          <p:spPr bwMode="auto">
            <a:xfrm>
              <a:off x="4912963" y="4910835"/>
              <a:ext cx="428629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2" name="직사각형 401"/>
            <p:cNvSpPr>
              <a:spLocks noChangeArrowheads="1"/>
            </p:cNvSpPr>
            <p:nvPr/>
          </p:nvSpPr>
          <p:spPr bwMode="auto">
            <a:xfrm>
              <a:off x="4912963" y="3900795"/>
              <a:ext cx="428629" cy="27431"/>
            </a:xfrm>
            <a:prstGeom prst="rect">
              <a:avLst/>
            </a:prstGeom>
            <a:solidFill>
              <a:srgbClr val="6490F2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grpSp>
        <p:nvGrpSpPr>
          <p:cNvPr id="270" name="그룹 469"/>
          <p:cNvGrpSpPr>
            <a:grpSpLocks/>
          </p:cNvGrpSpPr>
          <p:nvPr/>
        </p:nvGrpSpPr>
        <p:grpSpPr bwMode="auto">
          <a:xfrm>
            <a:off x="7405688" y="4598248"/>
            <a:ext cx="1554162" cy="1285875"/>
            <a:chOff x="6065445" y="3888225"/>
            <a:chExt cx="1555200" cy="1285884"/>
          </a:xfrm>
        </p:grpSpPr>
        <p:sp>
          <p:nvSpPr>
            <p:cNvPr id="204" name="직사각형 402"/>
            <p:cNvSpPr>
              <a:spLocks noChangeArrowheads="1"/>
            </p:cNvSpPr>
            <p:nvPr/>
          </p:nvSpPr>
          <p:spPr bwMode="auto">
            <a:xfrm>
              <a:off x="6065445" y="3888225"/>
              <a:ext cx="1555200" cy="1285884"/>
            </a:xfrm>
            <a:prstGeom prst="rect">
              <a:avLst/>
            </a:prstGeom>
            <a:solidFill>
              <a:schemeClr val="tx1"/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5" name="자유형 204"/>
            <p:cNvSpPr/>
            <p:nvPr/>
          </p:nvSpPr>
          <p:spPr bwMode="auto">
            <a:xfrm>
              <a:off x="6305317" y="3937437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6" name="자유형 205"/>
            <p:cNvSpPr/>
            <p:nvPr/>
          </p:nvSpPr>
          <p:spPr bwMode="auto">
            <a:xfrm>
              <a:off x="6305317" y="4089838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7" name="자유형 206"/>
            <p:cNvSpPr/>
            <p:nvPr/>
          </p:nvSpPr>
          <p:spPr bwMode="auto">
            <a:xfrm>
              <a:off x="6305317" y="4242239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8" name="자유형 207"/>
            <p:cNvSpPr/>
            <p:nvPr/>
          </p:nvSpPr>
          <p:spPr bwMode="auto">
            <a:xfrm>
              <a:off x="6305317" y="4394641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9" name="자유형 208"/>
            <p:cNvSpPr/>
            <p:nvPr/>
          </p:nvSpPr>
          <p:spPr bwMode="auto">
            <a:xfrm>
              <a:off x="6305317" y="4547042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0" name="자유형 209"/>
            <p:cNvSpPr/>
            <p:nvPr/>
          </p:nvSpPr>
          <p:spPr bwMode="auto">
            <a:xfrm>
              <a:off x="6305317" y="4699443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1" name="자유형 210"/>
            <p:cNvSpPr/>
            <p:nvPr/>
          </p:nvSpPr>
          <p:spPr bwMode="auto">
            <a:xfrm>
              <a:off x="6305317" y="4851844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2" name="자유형 211"/>
            <p:cNvSpPr/>
            <p:nvPr/>
          </p:nvSpPr>
          <p:spPr bwMode="auto">
            <a:xfrm>
              <a:off x="6305317" y="5004245"/>
              <a:ext cx="300238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3" name="자유형 212"/>
            <p:cNvSpPr/>
            <p:nvPr/>
          </p:nvSpPr>
          <p:spPr bwMode="auto">
            <a:xfrm>
              <a:off x="7061472" y="3913625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4" name="자유형 213"/>
            <p:cNvSpPr/>
            <p:nvPr/>
          </p:nvSpPr>
          <p:spPr bwMode="auto">
            <a:xfrm>
              <a:off x="7061472" y="4093013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5" name="자유형 214"/>
            <p:cNvSpPr/>
            <p:nvPr/>
          </p:nvSpPr>
          <p:spPr bwMode="auto">
            <a:xfrm>
              <a:off x="7061472" y="4273990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6" name="자유형 215"/>
            <p:cNvSpPr/>
            <p:nvPr/>
          </p:nvSpPr>
          <p:spPr bwMode="auto">
            <a:xfrm>
              <a:off x="7061472" y="4454966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7" name="자유형 216"/>
            <p:cNvSpPr/>
            <p:nvPr/>
          </p:nvSpPr>
          <p:spPr bwMode="auto">
            <a:xfrm>
              <a:off x="7061472" y="4635942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8" name="자유형 217"/>
            <p:cNvSpPr/>
            <p:nvPr/>
          </p:nvSpPr>
          <p:spPr bwMode="auto">
            <a:xfrm>
              <a:off x="7061472" y="4815331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9" name="자유형 218"/>
            <p:cNvSpPr/>
            <p:nvPr/>
          </p:nvSpPr>
          <p:spPr bwMode="auto">
            <a:xfrm>
              <a:off x="7061472" y="4996308"/>
              <a:ext cx="541700" cy="95251"/>
            </a:xfrm>
            <a:custGeom>
              <a:avLst/>
              <a:gdLst>
                <a:gd name="connsiteX0" fmla="*/ 0 w 300038"/>
                <a:gd name="connsiteY0" fmla="*/ 95250 h 95250"/>
                <a:gd name="connsiteX1" fmla="*/ 47625 w 300038"/>
                <a:gd name="connsiteY1" fmla="*/ 33338 h 95250"/>
                <a:gd name="connsiteX2" fmla="*/ 235744 w 300038"/>
                <a:gd name="connsiteY2" fmla="*/ 23813 h 95250"/>
                <a:gd name="connsiteX3" fmla="*/ 300038 w 300038"/>
                <a:gd name="connsiteY3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038" h="95250">
                  <a:moveTo>
                    <a:pt x="0" y="95250"/>
                  </a:moveTo>
                  <a:cubicBezTo>
                    <a:pt x="4167" y="70247"/>
                    <a:pt x="8334" y="45244"/>
                    <a:pt x="47625" y="33338"/>
                  </a:cubicBezTo>
                  <a:cubicBezTo>
                    <a:pt x="86916" y="21432"/>
                    <a:pt x="193675" y="29369"/>
                    <a:pt x="235744" y="23813"/>
                  </a:cubicBezTo>
                  <a:cubicBezTo>
                    <a:pt x="277813" y="18257"/>
                    <a:pt x="288925" y="9128"/>
                    <a:pt x="300038" y="0"/>
                  </a:cubicBezTo>
                </a:path>
              </a:pathLst>
            </a:custGeom>
            <a:noFill/>
            <a:ln w="317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spcAft>
                  <a:spcPct val="20000"/>
                </a:spcAft>
                <a:buClr>
                  <a:srgbClr val="800080"/>
                </a:buClr>
                <a:buSzPct val="110000"/>
                <a:buFont typeface="ZapfDingbats" pitchFamily="82" charset="2"/>
                <a:buNone/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47" name="TextBox 246"/>
          <p:cNvSpPr txBox="1"/>
          <p:nvPr/>
        </p:nvSpPr>
        <p:spPr>
          <a:xfrm>
            <a:off x="501650" y="4799860"/>
            <a:ext cx="76014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b="0" dirty="0">
                <a:ln w="3175">
                  <a:noFill/>
                </a:ln>
                <a:solidFill>
                  <a:schemeClr val="tx1"/>
                </a:solidFill>
              </a:rPr>
              <a:t>혼합 신호</a:t>
            </a:r>
          </a:p>
        </p:txBody>
      </p:sp>
      <p:cxnSp>
        <p:nvCxnSpPr>
          <p:cNvPr id="248" name="꺾인 연결선 247"/>
          <p:cNvCxnSpPr>
            <a:cxnSpLocks noChangeShapeType="1"/>
          </p:cNvCxnSpPr>
          <p:nvPr/>
        </p:nvCxnSpPr>
        <p:spPr bwMode="auto">
          <a:xfrm flipV="1">
            <a:off x="1676400" y="3266335"/>
            <a:ext cx="849313" cy="882650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49" name="꺾인 연결선 248"/>
          <p:cNvCxnSpPr>
            <a:cxnSpLocks noChangeShapeType="1"/>
          </p:cNvCxnSpPr>
          <p:nvPr/>
        </p:nvCxnSpPr>
        <p:spPr bwMode="auto">
          <a:xfrm>
            <a:off x="1676400" y="4148985"/>
            <a:ext cx="849313" cy="1092200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50" name="꺾인 연결선 249"/>
          <p:cNvCxnSpPr>
            <a:cxnSpLocks noChangeShapeType="1"/>
          </p:cNvCxnSpPr>
          <p:nvPr/>
        </p:nvCxnSpPr>
        <p:spPr bwMode="auto">
          <a:xfrm>
            <a:off x="4079875" y="3266335"/>
            <a:ext cx="925513" cy="1974850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51" name="꺾인 연결선 250"/>
          <p:cNvCxnSpPr>
            <a:cxnSpLocks noChangeShapeType="1"/>
          </p:cNvCxnSpPr>
          <p:nvPr/>
        </p:nvCxnSpPr>
        <p:spPr bwMode="auto">
          <a:xfrm flipV="1">
            <a:off x="6561138" y="3266335"/>
            <a:ext cx="844550" cy="1974850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52" name="직선 화살표 연결선 251"/>
          <p:cNvCxnSpPr>
            <a:cxnSpLocks noChangeShapeType="1"/>
          </p:cNvCxnSpPr>
          <p:nvPr/>
        </p:nvCxnSpPr>
        <p:spPr bwMode="auto">
          <a:xfrm>
            <a:off x="4079875" y="3266335"/>
            <a:ext cx="925513" cy="158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53" name="직선 화살표 연결선 252"/>
          <p:cNvCxnSpPr>
            <a:cxnSpLocks noChangeShapeType="1"/>
          </p:cNvCxnSpPr>
          <p:nvPr/>
        </p:nvCxnSpPr>
        <p:spPr bwMode="auto">
          <a:xfrm>
            <a:off x="6551613" y="5374535"/>
            <a:ext cx="865187" cy="3175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54" name="TextBox 253"/>
          <p:cNvSpPr txBox="1"/>
          <p:nvPr/>
        </p:nvSpPr>
        <p:spPr>
          <a:xfrm>
            <a:off x="2746375" y="3891810"/>
            <a:ext cx="1112838" cy="261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b="0" dirty="0">
                <a:ln w="3175">
                  <a:noFill/>
                </a:ln>
                <a:solidFill>
                  <a:schemeClr val="tx1"/>
                </a:solidFill>
              </a:rPr>
              <a:t>보컬</a:t>
            </a:r>
            <a:r>
              <a:rPr lang="en-US" altLang="ko-KR" sz="1050" b="0" dirty="0">
                <a:ln w="3175">
                  <a:noFill/>
                </a:ln>
                <a:solidFill>
                  <a:schemeClr val="tx1"/>
                </a:solidFill>
              </a:rPr>
              <a:t>+</a:t>
            </a:r>
            <a:r>
              <a:rPr lang="ko-KR" altLang="en-US" sz="1050" b="0" dirty="0">
                <a:ln w="3175">
                  <a:noFill/>
                </a:ln>
                <a:solidFill>
                  <a:schemeClr val="tx1"/>
                </a:solidFill>
              </a:rPr>
              <a:t>화성악기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98788" y="5873010"/>
            <a:ext cx="608012" cy="261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b="0">
                <a:ln w="3175">
                  <a:noFill/>
                </a:ln>
                <a:solidFill>
                  <a:schemeClr val="tx1"/>
                </a:solidFill>
              </a:rPr>
              <a:t>타악기</a:t>
            </a:r>
            <a:endParaRPr lang="ko-KR" altLang="en-US" sz="1050" b="0" dirty="0">
              <a:ln w="3175"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5181600" y="5866660"/>
            <a:ext cx="121700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b="0" dirty="0">
                <a:ln w="3175">
                  <a:noFill/>
                </a:ln>
                <a:solidFill>
                  <a:schemeClr val="tx1"/>
                </a:solidFill>
              </a:rPr>
              <a:t>보컬</a:t>
            </a:r>
            <a:r>
              <a:rPr lang="en-US" altLang="ko-KR" sz="1050" b="0" dirty="0">
                <a:ln w="3175">
                  <a:noFill/>
                </a:ln>
                <a:solidFill>
                  <a:schemeClr val="tx1"/>
                </a:solidFill>
              </a:rPr>
              <a:t>(</a:t>
            </a:r>
            <a:r>
              <a:rPr lang="ko-KR" altLang="en-US" sz="1050" b="0" dirty="0" err="1">
                <a:ln w="3175">
                  <a:noFill/>
                </a:ln>
                <a:solidFill>
                  <a:schemeClr val="tx1"/>
                </a:solidFill>
              </a:rPr>
              <a:t>구간검출前</a:t>
            </a:r>
            <a:r>
              <a:rPr lang="en-US" altLang="ko-KR" sz="1050" b="0" dirty="0">
                <a:ln w="3175">
                  <a:noFill/>
                </a:ln>
                <a:solidFill>
                  <a:schemeClr val="tx1"/>
                </a:solidFill>
              </a:rPr>
              <a:t>)</a:t>
            </a:r>
            <a:endParaRPr lang="ko-KR" altLang="en-US" sz="1050" b="0" dirty="0">
              <a:ln w="3175"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5310209" y="3872760"/>
            <a:ext cx="94769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50" b="0" dirty="0">
                <a:ln w="3175">
                  <a:noFill/>
                </a:ln>
                <a:solidFill>
                  <a:schemeClr val="tx1"/>
                </a:solidFill>
              </a:rPr>
              <a:t>화성악기</a:t>
            </a:r>
            <a:endParaRPr lang="en-US" altLang="ko-KR" sz="1050" b="0" dirty="0">
              <a:ln w="3175">
                <a:noFill/>
              </a:ln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sz="1050" b="0" dirty="0">
                <a:ln w="3175">
                  <a:noFill/>
                </a:ln>
                <a:solidFill>
                  <a:schemeClr val="tx1"/>
                </a:solidFill>
              </a:rPr>
              <a:t>(</a:t>
            </a:r>
            <a:r>
              <a:rPr lang="ko-KR" altLang="en-US" sz="1050" b="0" dirty="0" err="1">
                <a:ln w="3175">
                  <a:noFill/>
                </a:ln>
                <a:solidFill>
                  <a:schemeClr val="tx1"/>
                </a:solidFill>
              </a:rPr>
              <a:t>구간검출前</a:t>
            </a:r>
            <a:r>
              <a:rPr lang="en-US" altLang="ko-KR" sz="1050" b="0" dirty="0">
                <a:ln w="3175">
                  <a:noFill/>
                </a:ln>
                <a:solidFill>
                  <a:schemeClr val="tx1"/>
                </a:solidFill>
              </a:rPr>
              <a:t>)</a:t>
            </a:r>
            <a:endParaRPr lang="ko-KR" altLang="en-US" sz="1050" b="0" dirty="0">
              <a:ln w="3175"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258" name="TextBox 257"/>
          <p:cNvSpPr txBox="1"/>
          <p:nvPr/>
        </p:nvSpPr>
        <p:spPr>
          <a:xfrm>
            <a:off x="7808913" y="3879110"/>
            <a:ext cx="747712" cy="261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50" b="0" dirty="0">
                <a:ln w="3175">
                  <a:noFill/>
                </a:ln>
                <a:solidFill>
                  <a:schemeClr val="tx1"/>
                </a:solidFill>
              </a:rPr>
              <a:t>화성악기</a:t>
            </a:r>
            <a:endParaRPr lang="en-US" altLang="ko-KR" sz="1050" b="0" dirty="0">
              <a:ln w="3175"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7950200" y="5860310"/>
            <a:ext cx="466725" cy="261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50" b="0" dirty="0">
                <a:ln w="3175">
                  <a:noFill/>
                </a:ln>
                <a:solidFill>
                  <a:schemeClr val="tx1"/>
                </a:solidFill>
              </a:rPr>
              <a:t>보컬</a:t>
            </a:r>
            <a:endParaRPr lang="en-US" altLang="ko-KR" sz="1050" b="0" dirty="0">
              <a:ln w="3175"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260" name="모서리가 둥근 직사각형 259"/>
          <p:cNvSpPr/>
          <p:nvPr/>
        </p:nvSpPr>
        <p:spPr bwMode="auto">
          <a:xfrm>
            <a:off x="1760813" y="3777510"/>
            <a:ext cx="722411" cy="6985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  <a:buFont typeface="ZapfDingbats" pitchFamily="82" charset="2"/>
              <a:buNone/>
              <a:defRPr/>
            </a:pPr>
            <a:r>
              <a:rPr lang="ko-KR" altLang="en-US" sz="1200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타악기</a:t>
            </a:r>
            <a:r>
              <a:rPr lang="en-US" altLang="ko-KR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US" altLang="ko-KR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ko-KR" altLang="en-US" sz="1200" dirty="0" err="1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음원</a:t>
            </a:r>
            <a:r>
              <a:rPr lang="en-US" altLang="ko-KR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US" altLang="ko-KR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ko-KR" altLang="en-US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분리</a:t>
            </a:r>
            <a:endParaRPr lang="ko-KR" altLang="en-US" sz="6000" dirty="0">
              <a:ln w="10160">
                <a:noFill/>
                <a:prstDash val="solid"/>
              </a:ln>
              <a:solidFill>
                <a:schemeClr val="tx1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61" name="모서리가 둥근 직사각형 260"/>
          <p:cNvSpPr/>
          <p:nvPr/>
        </p:nvSpPr>
        <p:spPr bwMode="auto">
          <a:xfrm>
            <a:off x="4197350" y="2913910"/>
            <a:ext cx="552450" cy="6985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  <a:buFont typeface="ZapfDingbats" pitchFamily="82" charset="2"/>
              <a:buNone/>
              <a:defRPr/>
            </a:pPr>
            <a:r>
              <a:rPr lang="ko-KR" altLang="en-US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보컬</a:t>
            </a:r>
            <a:r>
              <a:rPr lang="en-US" altLang="ko-KR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US" altLang="ko-KR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ko-KR" altLang="en-US" sz="1200" dirty="0" err="1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음원</a:t>
            </a:r>
            <a:r>
              <a:rPr lang="en-US" altLang="ko-KR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US" altLang="ko-KR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ko-KR" altLang="en-US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분리</a:t>
            </a:r>
            <a:endParaRPr lang="ko-KR" altLang="en-US" sz="6000" dirty="0">
              <a:ln w="10160">
                <a:noFill/>
                <a:prstDash val="solid"/>
              </a:ln>
              <a:solidFill>
                <a:schemeClr val="tx1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62" name="모서리가 둥근 직사각형 261"/>
          <p:cNvSpPr/>
          <p:nvPr/>
        </p:nvSpPr>
        <p:spPr bwMode="auto">
          <a:xfrm>
            <a:off x="6648450" y="4971310"/>
            <a:ext cx="552450" cy="6985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  <a:buFont typeface="ZapfDingbats" pitchFamily="82" charset="2"/>
              <a:buNone/>
              <a:defRPr/>
            </a:pPr>
            <a:r>
              <a:rPr lang="ko-KR" altLang="en-US" sz="1200" dirty="0">
                <a:ln w="10160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구간검출</a:t>
            </a:r>
            <a:endParaRPr lang="ko-KR" altLang="en-US" sz="6000" dirty="0">
              <a:ln w="10160">
                <a:noFill/>
                <a:prstDash val="solid"/>
              </a:ln>
              <a:solidFill>
                <a:schemeClr val="tx1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263" name="직선 화살표 연결선 262"/>
          <p:cNvCxnSpPr>
            <a:cxnSpLocks noChangeShapeType="1"/>
          </p:cNvCxnSpPr>
          <p:nvPr/>
        </p:nvCxnSpPr>
        <p:spPr bwMode="auto">
          <a:xfrm>
            <a:off x="6545263" y="3152035"/>
            <a:ext cx="865187" cy="3175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64" name="직사각형 263"/>
          <p:cNvSpPr>
            <a:spLocks noChangeArrowheads="1"/>
          </p:cNvSpPr>
          <p:nvPr/>
        </p:nvSpPr>
        <p:spPr bwMode="auto">
          <a:xfrm>
            <a:off x="5238750" y="4596660"/>
            <a:ext cx="311150" cy="1282700"/>
          </a:xfrm>
          <a:prstGeom prst="rect">
            <a:avLst/>
          </a:prstGeom>
          <a:solidFill>
            <a:srgbClr val="FF0000">
              <a:alpha val="38039"/>
            </a:srgb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  <a:buFont typeface="ZapfDingbats" pitchFamily="82" charset="2"/>
              <a:buNone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5" name="직사각형 264"/>
          <p:cNvSpPr>
            <a:spLocks noChangeArrowheads="1"/>
          </p:cNvSpPr>
          <p:nvPr/>
        </p:nvSpPr>
        <p:spPr bwMode="auto">
          <a:xfrm>
            <a:off x="5975350" y="4603010"/>
            <a:ext cx="577850" cy="1282700"/>
          </a:xfrm>
          <a:prstGeom prst="rect">
            <a:avLst/>
          </a:prstGeom>
          <a:solidFill>
            <a:srgbClr val="FF0000">
              <a:alpha val="38039"/>
            </a:srgb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  <a:buFont typeface="ZapfDingbats" pitchFamily="82" charset="2"/>
              <a:buNone/>
            </a:pPr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79" name="그룹 278"/>
          <p:cNvGrpSpPr/>
          <p:nvPr/>
        </p:nvGrpSpPr>
        <p:grpSpPr>
          <a:xfrm>
            <a:off x="7405688" y="2623398"/>
            <a:ext cx="1554162" cy="1285875"/>
            <a:chOff x="7405688" y="2623398"/>
            <a:chExt cx="1554162" cy="1285875"/>
          </a:xfrm>
        </p:grpSpPr>
        <p:grpSp>
          <p:nvGrpSpPr>
            <p:cNvPr id="271" name="그룹 470"/>
            <p:cNvGrpSpPr>
              <a:grpSpLocks/>
            </p:cNvGrpSpPr>
            <p:nvPr/>
          </p:nvGrpSpPr>
          <p:grpSpPr bwMode="auto">
            <a:xfrm>
              <a:off x="7405688" y="2623398"/>
              <a:ext cx="1554162" cy="1285875"/>
              <a:chOff x="6078145" y="2529325"/>
              <a:chExt cx="1555200" cy="1285884"/>
            </a:xfrm>
          </p:grpSpPr>
          <p:sp>
            <p:nvSpPr>
              <p:cNvPr id="221" name="직사각형 443"/>
              <p:cNvSpPr>
                <a:spLocks noChangeArrowheads="1"/>
              </p:cNvSpPr>
              <p:nvPr/>
            </p:nvSpPr>
            <p:spPr bwMode="auto">
              <a:xfrm>
                <a:off x="6078145" y="2529325"/>
                <a:ext cx="1555200" cy="1285884"/>
              </a:xfrm>
              <a:prstGeom prst="rect">
                <a:avLst/>
              </a:prstGeom>
              <a:solidFill>
                <a:schemeClr val="tx1"/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22" name="직사각형 444"/>
              <p:cNvSpPr>
                <a:spLocks noChangeArrowheads="1"/>
              </p:cNvSpPr>
              <p:nvPr/>
            </p:nvSpPr>
            <p:spPr bwMode="auto">
              <a:xfrm>
                <a:off x="6078146" y="3128021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23" name="직사각형 445"/>
              <p:cNvSpPr>
                <a:spLocks noChangeArrowheads="1"/>
              </p:cNvSpPr>
              <p:nvPr/>
            </p:nvSpPr>
            <p:spPr bwMode="auto">
              <a:xfrm>
                <a:off x="6078146" y="3299077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24" name="직사각형 446"/>
              <p:cNvSpPr>
                <a:spLocks noChangeArrowheads="1"/>
              </p:cNvSpPr>
              <p:nvPr/>
            </p:nvSpPr>
            <p:spPr bwMode="auto">
              <a:xfrm>
                <a:off x="6078146" y="3470133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25" name="직사각형 447"/>
              <p:cNvSpPr>
                <a:spLocks noChangeArrowheads="1"/>
              </p:cNvSpPr>
              <p:nvPr/>
            </p:nvSpPr>
            <p:spPr bwMode="auto">
              <a:xfrm>
                <a:off x="6078146" y="3641189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26" name="직사각형 448"/>
              <p:cNvSpPr>
                <a:spLocks noChangeArrowheads="1"/>
              </p:cNvSpPr>
              <p:nvPr/>
            </p:nvSpPr>
            <p:spPr bwMode="auto">
              <a:xfrm>
                <a:off x="6078146" y="3726719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27" name="직사각형 449"/>
              <p:cNvSpPr>
                <a:spLocks noChangeArrowheads="1"/>
              </p:cNvSpPr>
              <p:nvPr/>
            </p:nvSpPr>
            <p:spPr bwMode="auto">
              <a:xfrm>
                <a:off x="6078146" y="2529325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28" name="직사각형 450"/>
              <p:cNvSpPr>
                <a:spLocks noChangeArrowheads="1"/>
              </p:cNvSpPr>
              <p:nvPr/>
            </p:nvSpPr>
            <p:spPr bwMode="auto">
              <a:xfrm>
                <a:off x="6078146" y="2700381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29" name="직사각형 451"/>
              <p:cNvSpPr>
                <a:spLocks noChangeArrowheads="1"/>
              </p:cNvSpPr>
              <p:nvPr/>
            </p:nvSpPr>
            <p:spPr bwMode="auto">
              <a:xfrm>
                <a:off x="6078146" y="2871437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30" name="직사각형 452"/>
              <p:cNvSpPr>
                <a:spLocks noChangeArrowheads="1"/>
              </p:cNvSpPr>
              <p:nvPr/>
            </p:nvSpPr>
            <p:spPr bwMode="auto">
              <a:xfrm>
                <a:off x="6078146" y="3042493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31" name="직사각형 453"/>
              <p:cNvSpPr>
                <a:spLocks noChangeArrowheads="1"/>
              </p:cNvSpPr>
              <p:nvPr/>
            </p:nvSpPr>
            <p:spPr bwMode="auto">
              <a:xfrm>
                <a:off x="6078146" y="3213549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32" name="직사각형 454"/>
              <p:cNvSpPr>
                <a:spLocks noChangeArrowheads="1"/>
              </p:cNvSpPr>
              <p:nvPr/>
            </p:nvSpPr>
            <p:spPr bwMode="auto">
              <a:xfrm>
                <a:off x="6078146" y="3384605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33" name="직사각형 455"/>
              <p:cNvSpPr>
                <a:spLocks noChangeArrowheads="1"/>
              </p:cNvSpPr>
              <p:nvPr/>
            </p:nvSpPr>
            <p:spPr bwMode="auto">
              <a:xfrm>
                <a:off x="6078146" y="3555661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34" name="직사각형 456"/>
              <p:cNvSpPr>
                <a:spLocks noChangeArrowheads="1"/>
              </p:cNvSpPr>
              <p:nvPr/>
            </p:nvSpPr>
            <p:spPr bwMode="auto">
              <a:xfrm>
                <a:off x="6078146" y="2614853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35" name="직사각형 457"/>
              <p:cNvSpPr>
                <a:spLocks noChangeArrowheads="1"/>
              </p:cNvSpPr>
              <p:nvPr/>
            </p:nvSpPr>
            <p:spPr bwMode="auto">
              <a:xfrm>
                <a:off x="6078146" y="2785909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36" name="직사각형 458"/>
              <p:cNvSpPr>
                <a:spLocks noChangeArrowheads="1"/>
              </p:cNvSpPr>
              <p:nvPr/>
            </p:nvSpPr>
            <p:spPr bwMode="auto">
              <a:xfrm>
                <a:off x="6078146" y="2956965"/>
                <a:ext cx="238365" cy="27431"/>
              </a:xfrm>
              <a:prstGeom prst="rect">
                <a:avLst/>
              </a:prstGeom>
              <a:solidFill>
                <a:srgbClr val="4B7AFF">
                  <a:alpha val="89018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37" name="직사각형 459"/>
              <p:cNvSpPr>
                <a:spLocks noChangeArrowheads="1"/>
              </p:cNvSpPr>
              <p:nvPr/>
            </p:nvSpPr>
            <p:spPr bwMode="auto">
              <a:xfrm>
                <a:off x="6614763" y="2668150"/>
                <a:ext cx="428629" cy="27431"/>
              </a:xfrm>
              <a:prstGeom prst="rect">
                <a:avLst/>
              </a:prstGeom>
              <a:solidFill>
                <a:srgbClr val="6490F2">
                  <a:alpha val="78822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38" name="직사각형 460"/>
              <p:cNvSpPr>
                <a:spLocks noChangeArrowheads="1"/>
              </p:cNvSpPr>
              <p:nvPr/>
            </p:nvSpPr>
            <p:spPr bwMode="auto">
              <a:xfrm>
                <a:off x="6614763" y="2920660"/>
                <a:ext cx="428629" cy="27431"/>
              </a:xfrm>
              <a:prstGeom prst="rect">
                <a:avLst/>
              </a:prstGeom>
              <a:solidFill>
                <a:srgbClr val="6490F2">
                  <a:alpha val="78822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39" name="직사각형 461"/>
              <p:cNvSpPr>
                <a:spLocks noChangeArrowheads="1"/>
              </p:cNvSpPr>
              <p:nvPr/>
            </p:nvSpPr>
            <p:spPr bwMode="auto">
              <a:xfrm>
                <a:off x="6614763" y="3173170"/>
                <a:ext cx="428629" cy="27431"/>
              </a:xfrm>
              <a:prstGeom prst="rect">
                <a:avLst/>
              </a:prstGeom>
              <a:solidFill>
                <a:srgbClr val="6490F2">
                  <a:alpha val="78822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40" name="직사각형 462"/>
              <p:cNvSpPr>
                <a:spLocks noChangeArrowheads="1"/>
              </p:cNvSpPr>
              <p:nvPr/>
            </p:nvSpPr>
            <p:spPr bwMode="auto">
              <a:xfrm>
                <a:off x="6614763" y="3425680"/>
                <a:ext cx="428629" cy="27431"/>
              </a:xfrm>
              <a:prstGeom prst="rect">
                <a:avLst/>
              </a:prstGeom>
              <a:solidFill>
                <a:srgbClr val="6490F2">
                  <a:alpha val="78822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41" name="직사각형 463"/>
              <p:cNvSpPr>
                <a:spLocks noChangeArrowheads="1"/>
              </p:cNvSpPr>
              <p:nvPr/>
            </p:nvSpPr>
            <p:spPr bwMode="auto">
              <a:xfrm>
                <a:off x="6614763" y="3678189"/>
                <a:ext cx="428629" cy="27431"/>
              </a:xfrm>
              <a:prstGeom prst="rect">
                <a:avLst/>
              </a:prstGeom>
              <a:solidFill>
                <a:srgbClr val="6490F2">
                  <a:alpha val="78822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42" name="직사각형 464"/>
              <p:cNvSpPr>
                <a:spLocks noChangeArrowheads="1"/>
              </p:cNvSpPr>
              <p:nvPr/>
            </p:nvSpPr>
            <p:spPr bwMode="auto">
              <a:xfrm>
                <a:off x="6614763" y="2794405"/>
                <a:ext cx="428629" cy="27431"/>
              </a:xfrm>
              <a:prstGeom prst="rect">
                <a:avLst/>
              </a:prstGeom>
              <a:solidFill>
                <a:srgbClr val="6490F2">
                  <a:alpha val="78822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43" name="직사각형 465"/>
              <p:cNvSpPr>
                <a:spLocks noChangeArrowheads="1"/>
              </p:cNvSpPr>
              <p:nvPr/>
            </p:nvSpPr>
            <p:spPr bwMode="auto">
              <a:xfrm>
                <a:off x="6614763" y="3046915"/>
                <a:ext cx="428629" cy="27431"/>
              </a:xfrm>
              <a:prstGeom prst="rect">
                <a:avLst/>
              </a:prstGeom>
              <a:solidFill>
                <a:srgbClr val="6490F2">
                  <a:alpha val="78822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44" name="직사각형 466"/>
              <p:cNvSpPr>
                <a:spLocks noChangeArrowheads="1"/>
              </p:cNvSpPr>
              <p:nvPr/>
            </p:nvSpPr>
            <p:spPr bwMode="auto">
              <a:xfrm>
                <a:off x="6614763" y="3299425"/>
                <a:ext cx="428629" cy="27431"/>
              </a:xfrm>
              <a:prstGeom prst="rect">
                <a:avLst/>
              </a:prstGeom>
              <a:solidFill>
                <a:srgbClr val="6490F2">
                  <a:alpha val="78822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45" name="직사각형 467"/>
              <p:cNvSpPr>
                <a:spLocks noChangeArrowheads="1"/>
              </p:cNvSpPr>
              <p:nvPr/>
            </p:nvSpPr>
            <p:spPr bwMode="auto">
              <a:xfrm>
                <a:off x="6614763" y="3551935"/>
                <a:ext cx="428629" cy="27431"/>
              </a:xfrm>
              <a:prstGeom prst="rect">
                <a:avLst/>
              </a:prstGeom>
              <a:solidFill>
                <a:srgbClr val="6490F2">
                  <a:alpha val="78822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46" name="직사각형 468"/>
              <p:cNvSpPr>
                <a:spLocks noChangeArrowheads="1"/>
              </p:cNvSpPr>
              <p:nvPr/>
            </p:nvSpPr>
            <p:spPr bwMode="auto">
              <a:xfrm>
                <a:off x="6614763" y="2541895"/>
                <a:ext cx="428629" cy="27431"/>
              </a:xfrm>
              <a:prstGeom prst="rect">
                <a:avLst/>
              </a:prstGeom>
              <a:solidFill>
                <a:srgbClr val="6490F2">
                  <a:alpha val="78822"/>
                </a:srgbClr>
              </a:solidFill>
              <a:ln w="25400" algn="ctr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 sz="1800" b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sp>
          <p:nvSpPr>
            <p:cNvPr id="272" name="직사각형 353"/>
            <p:cNvSpPr>
              <a:spLocks noChangeArrowheads="1"/>
            </p:cNvSpPr>
            <p:nvPr/>
          </p:nvSpPr>
          <p:spPr bwMode="auto">
            <a:xfrm>
              <a:off x="8628066" y="2665115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73" name="직사각형 354"/>
            <p:cNvSpPr>
              <a:spLocks noChangeArrowheads="1"/>
            </p:cNvSpPr>
            <p:nvPr/>
          </p:nvSpPr>
          <p:spPr bwMode="auto">
            <a:xfrm>
              <a:off x="8628066" y="2837611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74" name="직사각형 355"/>
            <p:cNvSpPr>
              <a:spLocks noChangeArrowheads="1"/>
            </p:cNvSpPr>
            <p:nvPr/>
          </p:nvSpPr>
          <p:spPr bwMode="auto">
            <a:xfrm>
              <a:off x="8628066" y="3182602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75" name="직사각형 356"/>
            <p:cNvSpPr>
              <a:spLocks noChangeArrowheads="1"/>
            </p:cNvSpPr>
            <p:nvPr/>
          </p:nvSpPr>
          <p:spPr bwMode="auto">
            <a:xfrm>
              <a:off x="8628066" y="3527594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76" name="직사각형 357"/>
            <p:cNvSpPr>
              <a:spLocks noChangeArrowheads="1"/>
            </p:cNvSpPr>
            <p:nvPr/>
          </p:nvSpPr>
          <p:spPr bwMode="auto">
            <a:xfrm>
              <a:off x="8628066" y="3010106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77" name="직사각형 358"/>
            <p:cNvSpPr>
              <a:spLocks noChangeArrowheads="1"/>
            </p:cNvSpPr>
            <p:nvPr/>
          </p:nvSpPr>
          <p:spPr bwMode="auto">
            <a:xfrm>
              <a:off x="8628066" y="3355098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78" name="직사각형 359"/>
            <p:cNvSpPr>
              <a:spLocks noChangeArrowheads="1"/>
            </p:cNvSpPr>
            <p:nvPr/>
          </p:nvSpPr>
          <p:spPr bwMode="auto">
            <a:xfrm>
              <a:off x="8628066" y="3700089"/>
              <a:ext cx="226880" cy="27431"/>
            </a:xfrm>
            <a:prstGeom prst="rect">
              <a:avLst/>
            </a:prstGeom>
            <a:solidFill>
              <a:srgbClr val="0C00F6">
                <a:alpha val="78822"/>
              </a:srgbClr>
            </a:solidFill>
            <a:ln w="25400" algn="ctr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ko-KR" altLang="en-US" sz="18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4" dur="10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6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8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0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2" dur="1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4" dur="1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0"/>
      <p:bldP spid="255" grpId="0"/>
      <p:bldP spid="255" grpId="1"/>
      <p:bldP spid="256" grpId="0"/>
      <p:bldP spid="257" grpId="0"/>
      <p:bldP spid="258" grpId="0"/>
      <p:bldP spid="258" grpId="1"/>
      <p:bldP spid="259" grpId="0"/>
      <p:bldP spid="259" grpId="1"/>
      <p:bldP spid="260" grpId="0" animBg="1"/>
      <p:bldP spid="261" grpId="0" animBg="1"/>
      <p:bldP spid="262" grpId="0" animBg="1"/>
      <p:bldP spid="264" grpId="0" animBg="1"/>
      <p:bldP spid="264" grpId="1" animBg="1"/>
      <p:bldP spid="265" grpId="0" animBg="1"/>
      <p:bldP spid="26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/>
          <p:cNvSpPr/>
          <p:nvPr/>
        </p:nvSpPr>
        <p:spPr>
          <a:xfrm>
            <a:off x="5513294" y="2061882"/>
            <a:ext cx="3487271" cy="4204447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b"/>
          <a:lstStyle/>
          <a:p>
            <a:pPr algn="r">
              <a:defRPr/>
            </a:pPr>
            <a:r>
              <a:rPr lang="ko-KR" altLang="en-US" sz="105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 분리 모듈</a:t>
            </a:r>
            <a:endParaRPr lang="ko-KR" altLang="en-US" sz="1050" b="1" dirty="0">
              <a:ln w="10160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 목표 달성도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분리 </a:t>
            </a:r>
            <a:r>
              <a:rPr lang="en-US" altLang="ko-KR" dirty="0" smtClean="0"/>
              <a:t>(2/4)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 err="1" smtClean="0"/>
              <a:t>음원</a:t>
            </a:r>
            <a:r>
              <a:rPr lang="ko-KR" altLang="en-US" sz="2000" dirty="0" smtClean="0"/>
              <a:t> 분리 연구 수행 내용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구조도</a:t>
            </a:r>
            <a:r>
              <a:rPr lang="en-US" altLang="ko-KR" sz="2000" dirty="0" smtClean="0"/>
              <a:t>)</a:t>
            </a:r>
          </a:p>
          <a:p>
            <a:pPr lvl="1"/>
            <a:r>
              <a:rPr lang="ko-KR" altLang="en-US" sz="1800" dirty="0" smtClean="0"/>
              <a:t>타악기 분리 모듈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타악기 </a:t>
            </a:r>
            <a:r>
              <a:rPr lang="ko-KR" altLang="en-US" sz="1800" dirty="0" err="1" smtClean="0"/>
              <a:t>음원</a:t>
            </a:r>
            <a:r>
              <a:rPr lang="ko-KR" altLang="en-US" sz="1800" dirty="0" smtClean="0"/>
              <a:t> 분리 및 보컬 분리 음질 향상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보컬 분리 모듈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센터 채널 추출 모듈 활용 및 성능 향상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11</a:t>
            </a:fld>
            <a:endParaRPr lang="en-US" altLang="ko-KR" dirty="0"/>
          </a:p>
        </p:txBody>
      </p:sp>
      <p:cxnSp>
        <p:nvCxnSpPr>
          <p:cNvPr id="5" name="직선 화살표 연결선 4"/>
          <p:cNvCxnSpPr/>
          <p:nvPr/>
        </p:nvCxnSpPr>
        <p:spPr>
          <a:xfrm flipV="1">
            <a:off x="3759200" y="2673540"/>
            <a:ext cx="1993900" cy="1588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 flipV="1">
            <a:off x="3751263" y="2352865"/>
            <a:ext cx="1993900" cy="1588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1358900" y="2178240"/>
            <a:ext cx="75854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혼합 신호</a:t>
            </a:r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(L)</a:t>
            </a:r>
            <a:endParaRPr lang="ko-KR" altLang="en-US" sz="800" b="1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10"/>
          <p:cNvSpPr txBox="1">
            <a:spLocks noChangeArrowheads="1"/>
          </p:cNvSpPr>
          <p:nvPr/>
        </p:nvSpPr>
        <p:spPr bwMode="auto">
          <a:xfrm>
            <a:off x="1330325" y="2632265"/>
            <a:ext cx="80983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혼합 신호</a:t>
            </a:r>
            <a:r>
              <a:rPr lang="en-US" altLang="ko-KR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(R)</a:t>
            </a:r>
            <a:endParaRPr lang="ko-KR" altLang="en-US" sz="800" b="1" dirty="0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11"/>
          <p:cNvSpPr>
            <a:spLocks noChangeArrowheads="1"/>
          </p:cNvSpPr>
          <p:nvPr/>
        </p:nvSpPr>
        <p:spPr bwMode="auto">
          <a:xfrm>
            <a:off x="4065588" y="2119503"/>
            <a:ext cx="149271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 </a:t>
            </a:r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나머지 화음 악기</a:t>
            </a:r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(L)</a:t>
            </a:r>
            <a:endParaRPr lang="ko-KR" altLang="en-US" sz="800" b="1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2"/>
          <p:cNvSpPr>
            <a:spLocks noChangeArrowheads="1"/>
          </p:cNvSpPr>
          <p:nvPr/>
        </p:nvSpPr>
        <p:spPr bwMode="auto">
          <a:xfrm>
            <a:off x="4067175" y="2676715"/>
            <a:ext cx="150714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</a:t>
            </a:r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+ </a:t>
            </a:r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나머지 화음 악기</a:t>
            </a:r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(R)</a:t>
            </a:r>
            <a:endParaRPr lang="ko-KR" altLang="en-US" sz="800" b="1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3"/>
          <p:cNvSpPr>
            <a:spLocks noChangeArrowheads="1"/>
          </p:cNvSpPr>
          <p:nvPr/>
        </p:nvSpPr>
        <p:spPr bwMode="auto">
          <a:xfrm>
            <a:off x="7069138" y="3240278"/>
            <a:ext cx="8667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 복원 신호</a:t>
            </a:r>
            <a:endParaRPr lang="en-US" altLang="ko-KR" sz="800" b="1" dirty="0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800" b="1" dirty="0" smtClean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 smtClean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센터 </a:t>
            </a:r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채널</a:t>
            </a:r>
            <a:r>
              <a:rPr lang="en-US" altLang="ko-KR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6"/>
          <p:cNvSpPr>
            <a:spLocks noChangeArrowheads="1"/>
          </p:cNvSpPr>
          <p:nvPr/>
        </p:nvSpPr>
        <p:spPr bwMode="auto">
          <a:xfrm>
            <a:off x="8076411" y="2908490"/>
            <a:ext cx="10150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화음 악기</a:t>
            </a:r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복원 신호</a:t>
            </a:r>
            <a:endParaRPr lang="en-US" altLang="ko-KR" sz="800" b="1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서라운드 </a:t>
            </a:r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R </a:t>
            </a:r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채널</a:t>
            </a:r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 rot="5400000">
            <a:off x="5150644" y="3312509"/>
            <a:ext cx="1716088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endCxn id="21" idx="0"/>
          </p:cNvCxnSpPr>
          <p:nvPr/>
        </p:nvCxnSpPr>
        <p:spPr>
          <a:xfrm rot="5400000">
            <a:off x="6575425" y="3359340"/>
            <a:ext cx="1125538" cy="1588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rot="5400000">
            <a:off x="7258844" y="3277584"/>
            <a:ext cx="1787525" cy="1587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22"/>
          <p:cNvSpPr>
            <a:spLocks noChangeArrowheads="1"/>
          </p:cNvSpPr>
          <p:nvPr/>
        </p:nvSpPr>
        <p:spPr bwMode="auto">
          <a:xfrm>
            <a:off x="5927800" y="2892615"/>
            <a:ext cx="10005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화음 악기</a:t>
            </a:r>
            <a:r>
              <a:rPr lang="en-US" altLang="ko-KR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복원 신호</a:t>
            </a:r>
            <a:endParaRPr lang="en-US" altLang="ko-KR" sz="800" b="1" dirty="0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 err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서라운드</a:t>
            </a:r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L </a:t>
            </a:r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채널</a:t>
            </a:r>
            <a:r>
              <a:rPr lang="en-US" altLang="ko-KR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673850" y="3921315"/>
            <a:ext cx="928688" cy="121285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b="1" dirty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직선 화살표 연결선 23"/>
          <p:cNvCxnSpPr>
            <a:stCxn id="21" idx="1"/>
          </p:cNvCxnSpPr>
          <p:nvPr/>
        </p:nvCxnSpPr>
        <p:spPr>
          <a:xfrm rot="10800000" flipV="1">
            <a:off x="6396038" y="4527740"/>
            <a:ext cx="27781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21" idx="3"/>
          </p:cNvCxnSpPr>
          <p:nvPr/>
        </p:nvCxnSpPr>
        <p:spPr>
          <a:xfrm>
            <a:off x="7602538" y="4527740"/>
            <a:ext cx="26511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8"/>
          <p:cNvSpPr txBox="1">
            <a:spLocks noChangeArrowheads="1"/>
          </p:cNvSpPr>
          <p:nvPr/>
        </p:nvSpPr>
        <p:spPr bwMode="auto">
          <a:xfrm>
            <a:off x="6356350" y="4262628"/>
            <a:ext cx="4090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Info.</a:t>
            </a:r>
            <a:endParaRPr lang="ko-KR" altLang="en-US" sz="800" b="1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9"/>
          <p:cNvSpPr txBox="1">
            <a:spLocks noChangeArrowheads="1"/>
          </p:cNvSpPr>
          <p:nvPr/>
        </p:nvSpPr>
        <p:spPr bwMode="auto">
          <a:xfrm>
            <a:off x="7542213" y="4256278"/>
            <a:ext cx="4090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Info.</a:t>
            </a:r>
            <a:endParaRPr lang="ko-KR" altLang="en-US" sz="800" b="1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8" name="꺾인 연결선 58"/>
          <p:cNvCxnSpPr>
            <a:stCxn id="52" idx="2"/>
            <a:endCxn id="32" idx="0"/>
          </p:cNvCxnSpPr>
          <p:nvPr/>
        </p:nvCxnSpPr>
        <p:spPr>
          <a:xfrm flipH="1">
            <a:off x="4528344" y="3694223"/>
            <a:ext cx="1402556" cy="657305"/>
          </a:xfrm>
          <a:prstGeom prst="bentConnector4">
            <a:avLst>
              <a:gd name="adj1" fmla="val 100279"/>
              <a:gd name="adj2" fmla="val 50000"/>
            </a:avLst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68"/>
          <p:cNvCxnSpPr/>
          <p:nvPr/>
        </p:nvCxnSpPr>
        <p:spPr>
          <a:xfrm rot="5400000">
            <a:off x="4846638" y="4472178"/>
            <a:ext cx="749300" cy="1574800"/>
          </a:xfrm>
          <a:prstGeom prst="bentConnector2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71"/>
          <p:cNvCxnSpPr/>
          <p:nvPr/>
        </p:nvCxnSpPr>
        <p:spPr>
          <a:xfrm rot="5400000">
            <a:off x="5803807" y="3514821"/>
            <a:ext cx="1081881" cy="3822095"/>
          </a:xfrm>
          <a:prstGeom prst="bentConnector2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순서도: 논리합 31"/>
          <p:cNvSpPr/>
          <p:nvPr/>
        </p:nvSpPr>
        <p:spPr>
          <a:xfrm>
            <a:off x="4349750" y="4351528"/>
            <a:ext cx="357188" cy="357187"/>
          </a:xfrm>
          <a:prstGeom prst="flowChartO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b="1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" name="Shape 32"/>
          <p:cNvCxnSpPr/>
          <p:nvPr/>
        </p:nvCxnSpPr>
        <p:spPr>
          <a:xfrm flipH="1">
            <a:off x="8331200" y="4527740"/>
            <a:ext cx="312738" cy="898525"/>
          </a:xfrm>
          <a:prstGeom prst="bentConnector4">
            <a:avLst>
              <a:gd name="adj1" fmla="val -73090"/>
              <a:gd name="adj2" fmla="val 98852"/>
            </a:avLst>
          </a:prstGeom>
          <a:ln w="31750">
            <a:solidFill>
              <a:schemeClr val="tx1"/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7"/>
          <p:cNvSpPr>
            <a:spLocks noChangeArrowheads="1"/>
          </p:cNvSpPr>
          <p:nvPr/>
        </p:nvSpPr>
        <p:spPr bwMode="auto">
          <a:xfrm>
            <a:off x="4627563" y="3367059"/>
            <a:ext cx="8667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 복원 신호</a:t>
            </a:r>
            <a:endParaRPr lang="en-US" altLang="ko-KR" sz="800" b="1" dirty="0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후처리 이전</a:t>
            </a:r>
            <a:r>
              <a:rPr lang="en-US" altLang="ko-KR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8"/>
          <p:cNvSpPr>
            <a:spLocks noChangeArrowheads="1"/>
          </p:cNvSpPr>
          <p:nvPr/>
        </p:nvSpPr>
        <p:spPr bwMode="auto">
          <a:xfrm>
            <a:off x="4679950" y="4175006"/>
            <a:ext cx="8334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800" b="1" dirty="0" err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서라운드</a:t>
            </a:r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보컬</a:t>
            </a:r>
            <a:endParaRPr lang="en-US" altLang="ko-KR" sz="800" b="1" dirty="0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복원 신호 </a:t>
            </a:r>
            <a:r>
              <a:rPr lang="en-US" altLang="ko-KR" sz="800" b="1" dirty="0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(L)</a:t>
            </a:r>
          </a:p>
        </p:txBody>
      </p:sp>
      <p:sp>
        <p:nvSpPr>
          <p:cNvPr id="36" name="직사각형 39"/>
          <p:cNvSpPr>
            <a:spLocks noChangeArrowheads="1"/>
          </p:cNvSpPr>
          <p:nvPr/>
        </p:nvSpPr>
        <p:spPr bwMode="auto">
          <a:xfrm>
            <a:off x="4683125" y="5081778"/>
            <a:ext cx="8334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서라운드 보컬</a:t>
            </a:r>
            <a:endParaRPr lang="en-US" altLang="ko-KR" sz="800" b="1">
              <a:ln w="3175" cmpd="sng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복원 신호 </a:t>
            </a:r>
            <a:r>
              <a:rPr lang="en-US" altLang="ko-KR" sz="800" b="1">
                <a:ln w="3175" cmpd="sng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(R)</a:t>
            </a:r>
          </a:p>
        </p:txBody>
      </p:sp>
      <p:cxnSp>
        <p:nvCxnSpPr>
          <p:cNvPr id="37" name="직선 화살표 연결선 36"/>
          <p:cNvCxnSpPr/>
          <p:nvPr/>
        </p:nvCxnSpPr>
        <p:spPr>
          <a:xfrm rot="5400000">
            <a:off x="3165476" y="3308540"/>
            <a:ext cx="742950" cy="3175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rot="5400000">
            <a:off x="2514601" y="3197415"/>
            <a:ext cx="531812" cy="1587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9" idx="3"/>
          </p:cNvCxnSpPr>
          <p:nvPr/>
        </p:nvCxnSpPr>
        <p:spPr>
          <a:xfrm>
            <a:off x="2140162" y="2739987"/>
            <a:ext cx="364913" cy="228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42"/>
          <p:cNvSpPr/>
          <p:nvPr/>
        </p:nvSpPr>
        <p:spPr>
          <a:xfrm>
            <a:off x="1428750" y="3939990"/>
            <a:ext cx="1143000" cy="2344738"/>
          </a:xfrm>
          <a:prstGeom prst="roundRect">
            <a:avLst>
              <a:gd name="adj" fmla="val 1063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en-US" altLang="ko-KR" sz="12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Music 2.0</a:t>
            </a:r>
            <a:endParaRPr lang="ko-KR" altLang="en-US" sz="12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1583587" y="4314640"/>
            <a:ext cx="861902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583587" y="4814703"/>
            <a:ext cx="861902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화음 악기 </a:t>
            </a:r>
            <a:r>
              <a:rPr lang="en-US" altLang="ko-KR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(L)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1583587" y="5100453"/>
            <a:ext cx="861902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화음 악기</a:t>
            </a:r>
            <a:r>
              <a:rPr lang="en-US" altLang="ko-KR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(R)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1583587" y="5600515"/>
            <a:ext cx="861902" cy="277813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타악기</a:t>
            </a:r>
            <a:r>
              <a:rPr lang="en-US" altLang="ko-KR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(L)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1583587" y="5876740"/>
            <a:ext cx="861902" cy="277813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타악기</a:t>
            </a:r>
            <a:r>
              <a:rPr lang="en-US" altLang="ko-KR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(R)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9" name="직선 화살표 연결선 48"/>
          <p:cNvCxnSpPr>
            <a:endCxn id="32" idx="6"/>
          </p:cNvCxnSpPr>
          <p:nvPr/>
        </p:nvCxnSpPr>
        <p:spPr>
          <a:xfrm rot="10800000" flipV="1">
            <a:off x="4706938" y="4527740"/>
            <a:ext cx="912812" cy="3175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 rot="10800000">
            <a:off x="6083300" y="3694223"/>
            <a:ext cx="1041400" cy="1588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자유형 106"/>
          <p:cNvSpPr>
            <a:spLocks/>
          </p:cNvSpPr>
          <p:nvPr/>
        </p:nvSpPr>
        <p:spPr bwMode="auto">
          <a:xfrm>
            <a:off x="5930900" y="3643423"/>
            <a:ext cx="158750" cy="50800"/>
          </a:xfrm>
          <a:custGeom>
            <a:avLst/>
            <a:gdLst>
              <a:gd name="T0" fmla="*/ 158750 w 158750"/>
              <a:gd name="T1" fmla="*/ 50800 h 50800"/>
              <a:gd name="T2" fmla="*/ 82550 w 158750"/>
              <a:gd name="T3" fmla="*/ 0 h 50800"/>
              <a:gd name="T4" fmla="*/ 0 w 158750"/>
              <a:gd name="T5" fmla="*/ 50800 h 50800"/>
              <a:gd name="T6" fmla="*/ 0 60000 65536"/>
              <a:gd name="T7" fmla="*/ 0 60000 65536"/>
              <a:gd name="T8" fmla="*/ 0 60000 65536"/>
              <a:gd name="T9" fmla="*/ 0 w 158750"/>
              <a:gd name="T10" fmla="*/ 0 h 50800"/>
              <a:gd name="T11" fmla="*/ 158750 w 158750"/>
              <a:gd name="T12" fmla="*/ 50800 h 508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750" h="50800">
                <a:moveTo>
                  <a:pt x="158750" y="50800"/>
                </a:moveTo>
                <a:cubicBezTo>
                  <a:pt x="133879" y="25400"/>
                  <a:pt x="109008" y="0"/>
                  <a:pt x="82550" y="0"/>
                </a:cubicBezTo>
                <a:cubicBezTo>
                  <a:pt x="56092" y="0"/>
                  <a:pt x="28046" y="25400"/>
                  <a:pt x="0" y="50800"/>
                </a:cubicBezTo>
              </a:path>
            </a:pathLst>
          </a:custGeom>
          <a:noFill/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ko-KR" altLang="en-US" b="1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 rot="10800000">
            <a:off x="6064250" y="5415153"/>
            <a:ext cx="2133600" cy="158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8"/>
          <p:cNvCxnSpPr>
            <a:stCxn id="55" idx="2"/>
            <a:endCxn id="32" idx="4"/>
          </p:cNvCxnSpPr>
          <p:nvPr/>
        </p:nvCxnSpPr>
        <p:spPr>
          <a:xfrm flipH="1" flipV="1">
            <a:off x="4527550" y="4708715"/>
            <a:ext cx="1397000" cy="711200"/>
          </a:xfrm>
          <a:prstGeom prst="bentConnector4">
            <a:avLst>
              <a:gd name="adj1" fmla="val 100056"/>
              <a:gd name="adj2" fmla="val 53573"/>
            </a:avLst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자유형 121"/>
          <p:cNvSpPr>
            <a:spLocks/>
          </p:cNvSpPr>
          <p:nvPr/>
        </p:nvSpPr>
        <p:spPr bwMode="auto">
          <a:xfrm>
            <a:off x="5924550" y="5369115"/>
            <a:ext cx="158750" cy="50800"/>
          </a:xfrm>
          <a:custGeom>
            <a:avLst/>
            <a:gdLst>
              <a:gd name="T0" fmla="*/ 158750 w 158750"/>
              <a:gd name="T1" fmla="*/ 50800 h 50800"/>
              <a:gd name="T2" fmla="*/ 82550 w 158750"/>
              <a:gd name="T3" fmla="*/ 0 h 50800"/>
              <a:gd name="T4" fmla="*/ 0 w 158750"/>
              <a:gd name="T5" fmla="*/ 50800 h 50800"/>
              <a:gd name="T6" fmla="*/ 0 60000 65536"/>
              <a:gd name="T7" fmla="*/ 0 60000 65536"/>
              <a:gd name="T8" fmla="*/ 0 60000 65536"/>
              <a:gd name="T9" fmla="*/ 0 w 158750"/>
              <a:gd name="T10" fmla="*/ 0 h 50800"/>
              <a:gd name="T11" fmla="*/ 158750 w 158750"/>
              <a:gd name="T12" fmla="*/ 50800 h 508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750" h="50800">
                <a:moveTo>
                  <a:pt x="158750" y="50800"/>
                </a:moveTo>
                <a:cubicBezTo>
                  <a:pt x="133879" y="25400"/>
                  <a:pt x="109008" y="0"/>
                  <a:pt x="82550" y="0"/>
                </a:cubicBezTo>
                <a:cubicBezTo>
                  <a:pt x="56092" y="0"/>
                  <a:pt x="28046" y="25400"/>
                  <a:pt x="0" y="50800"/>
                </a:cubicBezTo>
              </a:path>
            </a:pathLst>
          </a:custGeom>
          <a:noFill/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ko-KR" altLang="en-US" b="1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자유형 122"/>
          <p:cNvSpPr>
            <a:spLocks/>
          </p:cNvSpPr>
          <p:nvPr/>
        </p:nvSpPr>
        <p:spPr bwMode="auto">
          <a:xfrm>
            <a:off x="8178800" y="5369115"/>
            <a:ext cx="158750" cy="50800"/>
          </a:xfrm>
          <a:custGeom>
            <a:avLst/>
            <a:gdLst>
              <a:gd name="T0" fmla="*/ 158750 w 158750"/>
              <a:gd name="T1" fmla="*/ 50800 h 50800"/>
              <a:gd name="T2" fmla="*/ 82550 w 158750"/>
              <a:gd name="T3" fmla="*/ 0 h 50800"/>
              <a:gd name="T4" fmla="*/ 0 w 158750"/>
              <a:gd name="T5" fmla="*/ 50800 h 50800"/>
              <a:gd name="T6" fmla="*/ 0 60000 65536"/>
              <a:gd name="T7" fmla="*/ 0 60000 65536"/>
              <a:gd name="T8" fmla="*/ 0 60000 65536"/>
              <a:gd name="T9" fmla="*/ 0 w 158750"/>
              <a:gd name="T10" fmla="*/ 0 h 50800"/>
              <a:gd name="T11" fmla="*/ 158750 w 158750"/>
              <a:gd name="T12" fmla="*/ 50800 h 508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750" h="50800">
                <a:moveTo>
                  <a:pt x="158750" y="50800"/>
                </a:moveTo>
                <a:cubicBezTo>
                  <a:pt x="133879" y="25400"/>
                  <a:pt x="109008" y="0"/>
                  <a:pt x="82550" y="0"/>
                </a:cubicBezTo>
                <a:cubicBezTo>
                  <a:pt x="56092" y="0"/>
                  <a:pt x="28046" y="25400"/>
                  <a:pt x="0" y="50800"/>
                </a:cubicBezTo>
              </a:path>
            </a:pathLst>
          </a:custGeom>
          <a:noFill/>
          <a:ln w="3175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endParaRPr lang="ko-KR" altLang="en-US" b="1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7" name="직선 화살표 연결선 56"/>
          <p:cNvCxnSpPr/>
          <p:nvPr/>
        </p:nvCxnSpPr>
        <p:spPr>
          <a:xfrm>
            <a:off x="2119313" y="2289365"/>
            <a:ext cx="39211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stCxn id="32" idx="2"/>
          </p:cNvCxnSpPr>
          <p:nvPr/>
        </p:nvCxnSpPr>
        <p:spPr>
          <a:xfrm rot="10800000">
            <a:off x="4060825" y="4529328"/>
            <a:ext cx="288925" cy="1587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133350" y="3932145"/>
            <a:ext cx="1143000" cy="2344738"/>
          </a:xfrm>
          <a:prstGeom prst="roundRect">
            <a:avLst>
              <a:gd name="adj" fmla="val 1063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ko-KR" altLang="en-US" sz="12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고품질 </a:t>
            </a:r>
            <a:endParaRPr lang="en-US" altLang="ko-KR" sz="12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algn="ctr">
              <a:defRPr/>
            </a:pPr>
            <a:r>
              <a:rPr lang="ko-KR" altLang="en-US" sz="12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노래방 </a:t>
            </a:r>
            <a:r>
              <a:rPr lang="ko-KR" altLang="en-US" sz="1200" b="1" spc="50" dirty="0" err="1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음원</a:t>
            </a:r>
            <a:endParaRPr lang="ko-KR" altLang="en-US" sz="12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288187" y="4452845"/>
            <a:ext cx="861902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</a:t>
            </a:r>
          </a:p>
        </p:txBody>
      </p:sp>
      <p:sp>
        <p:nvSpPr>
          <p:cNvPr id="61" name="모서리가 둥근 직사각형 60"/>
          <p:cNvSpPr/>
          <p:nvPr/>
        </p:nvSpPr>
        <p:spPr>
          <a:xfrm>
            <a:off x="288187" y="5003708"/>
            <a:ext cx="861902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화음 악기 </a:t>
            </a:r>
            <a:r>
              <a:rPr lang="en-US" altLang="ko-KR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(L)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288187" y="5289458"/>
            <a:ext cx="861902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화음 악기</a:t>
            </a:r>
            <a:r>
              <a:rPr lang="en-US" altLang="ko-KR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(R)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288187" y="5573620"/>
            <a:ext cx="861902" cy="277813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타악기</a:t>
            </a:r>
            <a:r>
              <a:rPr lang="en-US" altLang="ko-KR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(L)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288187" y="5849845"/>
            <a:ext cx="861902" cy="277813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타악기</a:t>
            </a:r>
            <a:r>
              <a:rPr lang="en-US" altLang="ko-KR" sz="800" b="1" spc="5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(R)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2384464" y="3466401"/>
            <a:ext cx="807522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타악기 복원 신호 </a:t>
            </a: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(L)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3143693" y="3693616"/>
            <a:ext cx="807522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타악기 복원 신호 </a:t>
            </a: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(R)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3079447" y="4389114"/>
            <a:ext cx="993790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 복원 신호</a:t>
            </a: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후처리 이후</a:t>
            </a: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3038143" y="5489166"/>
            <a:ext cx="1384228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화음 악기 복원 신호 </a:t>
            </a: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(L)</a:t>
            </a:r>
            <a:b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후처리 이후</a:t>
            </a: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3040913" y="5816133"/>
            <a:ext cx="1384228" cy="28575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화음 악기 복원 신호 </a:t>
            </a: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(R)</a:t>
            </a:r>
            <a:b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후처리 이후</a:t>
            </a:r>
            <a:r>
              <a:rPr lang="en-US" altLang="ko-KR" sz="800" b="1" spc="5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spc="5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 bwMode="auto">
          <a:xfrm>
            <a:off x="2493818" y="2069869"/>
            <a:ext cx="1338349" cy="85621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ko-KR" altLang="en-US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타악기 분리 모듈</a:t>
            </a:r>
            <a: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(NMPCF</a:t>
            </a:r>
            <a:r>
              <a:rPr lang="en-US" altLang="ko-KR" sz="1100" b="1" cap="all" baseline="300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100" b="1" cap="all" dirty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 bwMode="auto">
          <a:xfrm>
            <a:off x="5611092" y="4175762"/>
            <a:ext cx="781396" cy="70380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ko-KR" altLang="en-US" sz="1100" b="1" cap="all" dirty="0" err="1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서라운드</a:t>
            </a:r>
            <a: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 추출</a:t>
            </a:r>
            <a: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모듈 </a:t>
            </a:r>
            <a: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(L)</a:t>
            </a:r>
            <a:endParaRPr lang="ko-KR" altLang="en-US" sz="1100" b="1" cap="all" dirty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 bwMode="auto">
          <a:xfrm>
            <a:off x="7849986" y="4178533"/>
            <a:ext cx="781396" cy="70380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ko-KR" altLang="en-US" sz="1100" b="1" cap="all" dirty="0" err="1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서라운드</a:t>
            </a:r>
            <a: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 추출</a:t>
            </a:r>
            <a: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모듈 </a:t>
            </a:r>
            <a:r>
              <a:rPr lang="en-US" altLang="ko-KR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(R)</a:t>
            </a:r>
            <a:endParaRPr lang="ko-KR" altLang="en-US" sz="1100" b="1" cap="all" dirty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 bwMode="auto">
          <a:xfrm>
            <a:off x="6755477" y="4039989"/>
            <a:ext cx="781396" cy="5237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ko-KR" altLang="en-US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보컬 음정</a:t>
            </a:r>
            <a:endParaRPr lang="en-US" altLang="ko-KR" sz="1100" b="1" cap="all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algn="ctr">
              <a:defRPr/>
            </a:pPr>
            <a:r>
              <a:rPr lang="ko-KR" altLang="en-US" sz="110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추출 모듈</a:t>
            </a:r>
            <a:endParaRPr lang="ko-KR" altLang="en-US" sz="1100" b="1" cap="all" dirty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 bwMode="auto">
          <a:xfrm>
            <a:off x="6758248" y="4699470"/>
            <a:ext cx="781396" cy="32142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ko-KR" sz="1100" b="1" cap="all" dirty="0" err="1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NMPCF</a:t>
            </a:r>
            <a:endParaRPr lang="ko-KR" altLang="en-US" sz="1100" b="1" cap="all" dirty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 bwMode="auto">
          <a:xfrm>
            <a:off x="5744095" y="2247210"/>
            <a:ext cx="2701636" cy="5237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ko-KR" altLang="en-US" sz="1050" b="1" cap="all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센터 채널 추출 모듈</a:t>
            </a:r>
            <a:endParaRPr lang="ko-KR" altLang="en-US" sz="1050" b="1" cap="all" dirty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8559" y="3139386"/>
            <a:ext cx="2031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latinLnBrk="0"/>
            <a:r>
              <a:rPr lang="ko-KR" altLang="en-US" sz="900" b="1" dirty="0" smtClean="0"/>
              <a:t>주</a:t>
            </a:r>
            <a:r>
              <a:rPr lang="en-US" altLang="ko-KR" sz="900" b="1" dirty="0" smtClean="0"/>
              <a:t>1. </a:t>
            </a:r>
            <a:r>
              <a:rPr lang="en-US" altLang="ko-KR" sz="900" b="1" dirty="0" err="1" smtClean="0"/>
              <a:t>NMPCF</a:t>
            </a:r>
            <a:r>
              <a:rPr lang="en-US" altLang="ko-KR" sz="900" b="1" dirty="0" smtClean="0"/>
              <a:t>: Nonnegative Matrix Partial Co-Factorization</a:t>
            </a:r>
            <a:endParaRPr lang="ko-KR" altLang="en-US" sz="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1600200" y="1645920"/>
            <a:ext cx="1303020" cy="4616291"/>
            <a:chOff x="1562101" y="1516380"/>
            <a:chExt cx="1584960" cy="4791551"/>
          </a:xfrm>
        </p:grpSpPr>
        <p:sp>
          <p:nvSpPr>
            <p:cNvPr id="19" name="모서리가 둥근 직사각형 18"/>
            <p:cNvSpPr/>
            <p:nvPr/>
          </p:nvSpPr>
          <p:spPr>
            <a:xfrm>
              <a:off x="1562101" y="1516380"/>
              <a:ext cx="1584960" cy="479155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모서리가 둥근 직사각형 4"/>
            <p:cNvSpPr/>
            <p:nvPr/>
          </p:nvSpPr>
          <p:spPr>
            <a:xfrm>
              <a:off x="1562101" y="1516380"/>
              <a:ext cx="1584960" cy="7329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연구 내용</a:t>
              </a:r>
              <a:endParaRPr lang="ko-KR" altLang="en-US" sz="1600" kern="1200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51461" y="1645920"/>
            <a:ext cx="1226819" cy="4616291"/>
            <a:chOff x="3185" y="0"/>
            <a:chExt cx="1635761" cy="5072063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3185" y="0"/>
              <a:ext cx="1635761" cy="507206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모서리가 둥근 직사각형 4"/>
            <p:cNvSpPr/>
            <p:nvPr/>
          </p:nvSpPr>
          <p:spPr>
            <a:xfrm>
              <a:off x="3185" y="0"/>
              <a:ext cx="1635761" cy="7758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연구 목표</a:t>
              </a:r>
              <a:endParaRPr lang="ko-KR" altLang="en-US" sz="1600" kern="1200" dirty="0"/>
            </a:p>
          </p:txBody>
        </p:sp>
      </p:grpSp>
      <p:sp>
        <p:nvSpPr>
          <p:cNvPr id="21" name="모서리가 둥근 직사각형 20"/>
          <p:cNvSpPr/>
          <p:nvPr/>
        </p:nvSpPr>
        <p:spPr>
          <a:xfrm>
            <a:off x="3017519" y="1630680"/>
            <a:ext cx="5707381" cy="4616291"/>
          </a:xfrm>
          <a:prstGeom prst="roundRect">
            <a:avLst>
              <a:gd name="adj" fmla="val 3218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5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2" name="모서리가 둥근 직사각형 4"/>
          <p:cNvSpPr/>
          <p:nvPr/>
        </p:nvSpPr>
        <p:spPr>
          <a:xfrm>
            <a:off x="3017519" y="1630680"/>
            <a:ext cx="5707381" cy="70609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600" kern="1200" dirty="0" smtClean="0"/>
              <a:t>수행 방법</a:t>
            </a:r>
            <a:endParaRPr lang="ko-KR" altLang="en-US" sz="1600" kern="12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분리 </a:t>
            </a:r>
            <a:r>
              <a:rPr lang="en-US" altLang="ko-KR" dirty="0" smtClean="0"/>
              <a:t>(3/4)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연구 수행내용 </a:t>
            </a:r>
            <a:r>
              <a:rPr lang="en-US" altLang="ko-KR" dirty="0" smtClean="0"/>
              <a:t>(</a:t>
            </a:r>
            <a:r>
              <a:rPr lang="ko-KR" altLang="en-US" dirty="0" smtClean="0"/>
              <a:t>수행방법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140200" y="6364873"/>
            <a:ext cx="576263" cy="338554"/>
          </a:xfrm>
        </p:spPr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z="1600" smtClean="0"/>
              <a:pPr>
                <a:defRPr/>
              </a:pPr>
              <a:t>12</a:t>
            </a:fld>
            <a:endParaRPr lang="en-US" altLang="ko-KR" sz="1600" dirty="0"/>
          </a:p>
        </p:txBody>
      </p:sp>
      <p:graphicFrame>
        <p:nvGraphicFramePr>
          <p:cNvPr id="8" name="다이어그램 7"/>
          <p:cNvGraphicFramePr/>
          <p:nvPr/>
        </p:nvGraphicFramePr>
        <p:xfrm>
          <a:off x="320040" y="1851660"/>
          <a:ext cx="834390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분리 </a:t>
            </a:r>
            <a:r>
              <a:rPr lang="en-US" altLang="ko-KR" dirty="0" smtClean="0"/>
              <a:t>(4/4)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6092" y="991417"/>
            <a:ext cx="5340078" cy="507206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 smtClean="0"/>
              <a:t>연구 평가방법</a:t>
            </a:r>
            <a:endParaRPr lang="en-US" altLang="ko-KR" sz="2000" dirty="0" smtClean="0"/>
          </a:p>
          <a:p>
            <a:pPr lvl="1">
              <a:defRPr/>
            </a:pPr>
            <a:r>
              <a:rPr lang="ko-KR" altLang="en-US" sz="1800" dirty="0" smtClean="0"/>
              <a:t>주요 </a:t>
            </a:r>
            <a:r>
              <a:rPr lang="ko-KR" altLang="en-US" sz="1800" dirty="0" err="1" smtClean="0"/>
              <a:t>음원</a:t>
            </a:r>
            <a:r>
              <a:rPr lang="ko-KR" altLang="en-US" sz="1800" dirty="0" smtClean="0"/>
              <a:t> 구간 검출 </a:t>
            </a:r>
            <a:endParaRPr lang="en-US" altLang="ko-KR" sz="1800" dirty="0" smtClean="0"/>
          </a:p>
          <a:p>
            <a:pPr lvl="2">
              <a:defRPr/>
            </a:pPr>
            <a:r>
              <a:rPr lang="en-US" altLang="ko-KR" sz="1600" dirty="0" smtClean="0"/>
              <a:t>23</a:t>
            </a:r>
            <a:r>
              <a:rPr lang="ko-KR" altLang="en-US" sz="1600" dirty="0" smtClean="0"/>
              <a:t>곡의 다양한 </a:t>
            </a:r>
            <a:r>
              <a:rPr lang="en-US" altLang="ko-KR" sz="1600" dirty="0" smtClean="0"/>
              <a:t>Music 2.0 </a:t>
            </a:r>
            <a:r>
              <a:rPr lang="ko-KR" altLang="en-US" sz="1600" dirty="0" err="1" smtClean="0"/>
              <a:t>음원에</a:t>
            </a:r>
            <a:r>
              <a:rPr lang="ko-KR" altLang="en-US" sz="1600" dirty="0" smtClean="0"/>
              <a:t> 대해 테스트</a:t>
            </a:r>
            <a:endParaRPr lang="en-US" altLang="ko-KR" sz="1600" dirty="0" smtClean="0"/>
          </a:p>
          <a:p>
            <a:pPr lvl="2">
              <a:defRPr/>
            </a:pPr>
            <a:r>
              <a:rPr lang="ko-KR" altLang="en-US" sz="1600" dirty="0" smtClean="0"/>
              <a:t>혼합 신호를 대상</a:t>
            </a:r>
            <a:endParaRPr lang="en-US" altLang="ko-KR" sz="1600" dirty="0" smtClean="0"/>
          </a:p>
          <a:p>
            <a:pPr lvl="2">
              <a:defRPr/>
            </a:pPr>
            <a:r>
              <a:rPr lang="en-US" altLang="ko-KR" sz="1600" dirty="0" smtClean="0"/>
              <a:t>Frame </a:t>
            </a:r>
            <a:r>
              <a:rPr lang="ko-KR" altLang="en-US" sz="1600" dirty="0" smtClean="0"/>
              <a:t>단위로 보컬 및 타악기 연주 구간 검출</a:t>
            </a:r>
            <a:endParaRPr lang="en-US" altLang="ko-KR" sz="1600" dirty="0" smtClean="0"/>
          </a:p>
          <a:p>
            <a:pPr lvl="1">
              <a:defRPr/>
            </a:pPr>
            <a:r>
              <a:rPr lang="ko-KR" altLang="en-US" sz="1800" dirty="0" smtClean="0"/>
              <a:t>주요 </a:t>
            </a:r>
            <a:r>
              <a:rPr lang="ko-KR" altLang="en-US" sz="1800" dirty="0" err="1" smtClean="0"/>
              <a:t>음원</a:t>
            </a:r>
            <a:r>
              <a:rPr lang="ko-KR" altLang="en-US" sz="1800" dirty="0" smtClean="0"/>
              <a:t> 분리 </a:t>
            </a:r>
            <a:endParaRPr lang="en-US" altLang="ko-KR" sz="1800" dirty="0" smtClean="0"/>
          </a:p>
          <a:p>
            <a:pPr lvl="2">
              <a:defRPr/>
            </a:pPr>
            <a:r>
              <a:rPr lang="ko-KR" altLang="en-US" sz="1600" dirty="0" smtClean="0"/>
              <a:t>약 </a:t>
            </a:r>
            <a:r>
              <a:rPr lang="en-US" altLang="ko-KR" sz="1600" dirty="0" smtClean="0"/>
              <a:t>8dB (1</a:t>
            </a:r>
            <a:r>
              <a:rPr lang="ko-KR" altLang="en-US" sz="1600" dirty="0" smtClean="0"/>
              <a:t>차년도 종료 시점</a:t>
            </a:r>
            <a:r>
              <a:rPr lang="en-US" altLang="ko-KR" sz="1600" dirty="0" smtClean="0"/>
              <a:t>, SIR </a:t>
            </a:r>
            <a:r>
              <a:rPr lang="ko-KR" altLang="en-US" sz="1600" dirty="0" smtClean="0"/>
              <a:t>기준</a:t>
            </a:r>
            <a:r>
              <a:rPr lang="en-US" altLang="ko-KR" sz="1600" dirty="0" smtClean="0"/>
              <a:t>)</a:t>
            </a:r>
          </a:p>
          <a:p>
            <a:pPr lvl="0">
              <a:defRPr/>
            </a:pPr>
            <a:r>
              <a:rPr lang="ko-KR" altLang="en-US" sz="2000" dirty="0" smtClean="0"/>
              <a:t>계획 대비 목표 달성도</a:t>
            </a:r>
            <a:endParaRPr lang="en-US" altLang="ko-KR" sz="2000" dirty="0" smtClean="0"/>
          </a:p>
          <a:p>
            <a:pPr>
              <a:buNone/>
            </a:pP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13</a:t>
            </a:fld>
            <a:endParaRPr lang="en-US" altLang="ko-KR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5656556" y="973648"/>
          <a:ext cx="3409063" cy="5366377"/>
        </p:xfrm>
        <a:graphic>
          <a:graphicData uri="http://schemas.openxmlformats.org/drawingml/2006/table">
            <a:tbl>
              <a:tblPr firstRow="1" firstCol="1" lastRow="1" bandCol="1">
                <a:tableStyleId>{21E4AEA4-8DFA-4A89-87EB-49C32662AFE0}</a:tableStyleId>
              </a:tblPr>
              <a:tblGrid>
                <a:gridCol w="530130"/>
                <a:gridCol w="1377794"/>
                <a:gridCol w="1501139"/>
              </a:tblGrid>
              <a:tr h="5889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/>
                        <a:t>노래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4960" marR="44960" marT="22480" marB="224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/>
                        <a:t>보컬 </a:t>
                      </a:r>
                      <a:r>
                        <a:rPr lang="ko-KR" altLang="en-US" sz="1100" dirty="0" err="1"/>
                        <a:t>음원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 smtClean="0"/>
                        <a:t/>
                      </a:r>
                      <a:br>
                        <a:rPr lang="en-US" altLang="ko-KR" sz="1100" dirty="0" smtClean="0"/>
                      </a:br>
                      <a:r>
                        <a:rPr lang="ko-KR" altLang="en-US" sz="1100" dirty="0" smtClean="0"/>
                        <a:t>구간 </a:t>
                      </a:r>
                      <a:r>
                        <a:rPr lang="ko-KR" altLang="en-US" sz="1100" dirty="0"/>
                        <a:t>검출 성능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/>
                        <a:t>(</a:t>
                      </a:r>
                      <a:r>
                        <a:rPr lang="en-US" sz="1100" dirty="0"/>
                        <a:t>Accuracy, %)</a:t>
                      </a:r>
                      <a:endParaRPr 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4960" marR="44960" marT="0" marB="224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/>
                        <a:t>타악기 </a:t>
                      </a:r>
                      <a:r>
                        <a:rPr lang="ko-KR" altLang="en-US" sz="1100" dirty="0" err="1"/>
                        <a:t>음원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 smtClean="0"/>
                        <a:t/>
                      </a:r>
                      <a:br>
                        <a:rPr lang="en-US" altLang="ko-KR" sz="1100" dirty="0" smtClean="0"/>
                      </a:br>
                      <a:r>
                        <a:rPr lang="ko-KR" altLang="en-US" sz="1100" dirty="0" smtClean="0"/>
                        <a:t>구간 </a:t>
                      </a:r>
                      <a:r>
                        <a:rPr lang="ko-KR" altLang="en-US" sz="1100" dirty="0"/>
                        <a:t>검출 성능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/>
                        <a:t>(</a:t>
                      </a:r>
                      <a:r>
                        <a:rPr lang="en-US" sz="1100" dirty="0"/>
                        <a:t>Accuracy, %)</a:t>
                      </a:r>
                      <a:endParaRPr 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4960" marR="44960" marT="0" marB="2248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1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89.57676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98.57063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2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84.11126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96.86018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3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89.06333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98.80049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4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88.687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89.44485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5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83.62258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76.80855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6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78.65119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84.44701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7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78.57792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88.33091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80.67175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85.07049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87.74074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93.02612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10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79.62243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98.53346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11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90.48552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95.18564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12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78.46154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97.62583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13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71.637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98.90578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14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73.98746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84.15173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15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95.07127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91.14351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16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83.80259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87.02942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17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70.25775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88.25921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18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82.19098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94.9842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19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89.81441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94.67851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20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90.72476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93.58306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21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85.55637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88.37932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22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68.86664</a:t>
                      </a:r>
                      <a:endParaRPr lang="en-US" sz="9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98.14218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185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23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86.91953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/>
                        <a:t>87.33983</a:t>
                      </a:r>
                      <a:endParaRPr 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</a:tr>
              <a:tr h="3117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평균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4960" marR="44960" marT="0" marB="224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82.9609</a:t>
                      </a:r>
                      <a:endParaRPr lang="en-US" sz="14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4960" marR="44960" marT="0" marB="224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91.70873</a:t>
                      </a:r>
                      <a:endParaRPr lang="en-US" sz="14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4960" marR="44960" marT="0" marB="22480" anchor="ctr"/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48661" y="3936741"/>
          <a:ext cx="5155155" cy="23542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4116"/>
                <a:gridCol w="756187"/>
                <a:gridCol w="748556"/>
                <a:gridCol w="1021126"/>
                <a:gridCol w="1017276"/>
                <a:gridCol w="967894"/>
              </a:tblGrid>
              <a:tr h="3759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항목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목표</a:t>
                      </a:r>
                      <a:endParaRPr lang="en-US" altLang="ko-KR" sz="14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4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성능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달성도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375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차년도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 smtClean="0"/>
                        <a:t>2</a:t>
                      </a:r>
                      <a:r>
                        <a:rPr lang="ko-KR" altLang="en-US" sz="1200" baseline="0" dirty="0" smtClean="0"/>
                        <a:t>차년도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차년도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차년도</a:t>
                      </a:r>
                      <a:r>
                        <a:rPr lang="en-US" altLang="ko-KR" sz="1200" dirty="0" smtClean="0"/>
                        <a:t/>
                      </a:r>
                      <a:br>
                        <a:rPr lang="en-US" altLang="ko-KR" sz="1200" dirty="0" smtClean="0"/>
                      </a:br>
                      <a:r>
                        <a:rPr lang="ko-KR" altLang="en-US" sz="1200" dirty="0" smtClean="0"/>
                        <a:t>목표대비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r>
                        <a:rPr lang="ko-KR" altLang="en-US" sz="1200" dirty="0" smtClean="0"/>
                        <a:t>차년도</a:t>
                      </a:r>
                      <a:r>
                        <a:rPr lang="en-US" altLang="ko-KR" sz="1200" dirty="0" smtClean="0"/>
                        <a:t/>
                      </a:r>
                      <a:br>
                        <a:rPr lang="en-US" altLang="ko-KR" sz="1200" dirty="0" smtClean="0"/>
                      </a:br>
                      <a:r>
                        <a:rPr lang="ko-KR" altLang="en-US" sz="1200" dirty="0" smtClean="0"/>
                        <a:t>목표대비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69817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주요 </a:t>
                      </a:r>
                      <a:r>
                        <a:rPr lang="ko-KR" altLang="en-US" sz="1200" dirty="0" err="1" smtClean="0"/>
                        <a:t>음원</a:t>
                      </a:r>
                      <a:r>
                        <a:rPr lang="ko-KR" altLang="en-US" sz="1200" dirty="0" smtClean="0"/>
                        <a:t> 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ko-KR" altLang="en-US" sz="1200" dirty="0" smtClean="0"/>
                        <a:t>구간 검출</a:t>
                      </a:r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80%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85%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200" dirty="0" smtClean="0"/>
                        <a:t>보컬</a:t>
                      </a:r>
                      <a:r>
                        <a:rPr lang="en-US" altLang="ko-KR" sz="1200" dirty="0" smtClean="0"/>
                        <a:t>:</a:t>
                      </a:r>
                      <a:r>
                        <a:rPr lang="en-US" altLang="ko-KR" sz="1200" baseline="0" dirty="0" smtClean="0"/>
                        <a:t> 82.96%</a:t>
                      </a:r>
                    </a:p>
                    <a:p>
                      <a:pPr algn="r" latinLnBrk="1"/>
                      <a:r>
                        <a:rPr lang="ko-KR" altLang="en-US" sz="1200" baseline="0" dirty="0" smtClean="0"/>
                        <a:t>타악기</a:t>
                      </a:r>
                      <a:r>
                        <a:rPr lang="en-US" altLang="ko-KR" sz="1200" baseline="0" dirty="0" smtClean="0"/>
                        <a:t>: 91.71%</a:t>
                      </a:r>
                      <a:endParaRPr lang="en-US" altLang="ko-KR" sz="1200" b="1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 smtClean="0"/>
                        <a:t>100%</a:t>
                      </a:r>
                      <a:endParaRPr lang="en-US" altLang="ko-KR" sz="12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 smtClean="0"/>
                        <a:t>~100%</a:t>
                      </a:r>
                      <a:endParaRPr lang="en-US" altLang="ko-KR" sz="12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6981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dirty="0" smtClean="0"/>
                        <a:t>계</a:t>
                      </a:r>
                      <a:r>
                        <a:rPr lang="en-US" altLang="ko-KR" sz="1600" dirty="0" smtClean="0"/>
                        <a:t>:</a:t>
                      </a:r>
                      <a:r>
                        <a:rPr lang="en-US" altLang="ko-KR" sz="1600" baseline="0" dirty="0" smtClean="0"/>
                        <a:t> 87.34%</a:t>
                      </a:r>
                      <a:endParaRPr lang="ko-KR" altLang="en-US" sz="16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다객체</a:t>
            </a:r>
            <a:r>
              <a:rPr lang="ko-KR" altLang="en-US" dirty="0" smtClean="0"/>
              <a:t> 부호화 </a:t>
            </a:r>
            <a:r>
              <a:rPr lang="en-US" altLang="ko-KR" dirty="0" smtClean="0"/>
              <a:t>(1/5)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7185" y="1264920"/>
            <a:ext cx="8540750" cy="2315528"/>
          </a:xfrm>
        </p:spPr>
        <p:txBody>
          <a:bodyPr/>
          <a:lstStyle/>
          <a:p>
            <a:r>
              <a:rPr lang="ko-KR" altLang="en-US" dirty="0" smtClean="0"/>
              <a:t>개요</a:t>
            </a:r>
          </a:p>
          <a:p>
            <a:pPr lvl="1"/>
            <a:r>
              <a:rPr lang="ko-KR" altLang="en-US" dirty="0" smtClean="0"/>
              <a:t>일반 오디오 </a:t>
            </a:r>
            <a:r>
              <a:rPr lang="ko-KR" altLang="en-US" dirty="0" err="1" smtClean="0"/>
              <a:t>코덱</a:t>
            </a:r>
            <a:r>
              <a:rPr lang="ko-KR" altLang="en-US" dirty="0" smtClean="0"/>
              <a:t> 대비 </a:t>
            </a:r>
            <a:r>
              <a:rPr lang="ko-KR" altLang="en-US" dirty="0" err="1" smtClean="0"/>
              <a:t>고압축률</a:t>
            </a:r>
            <a:r>
              <a:rPr lang="ko-KR" altLang="en-US" dirty="0" smtClean="0"/>
              <a:t> 부호화기 개발</a:t>
            </a:r>
          </a:p>
          <a:p>
            <a:pPr lvl="2"/>
            <a:r>
              <a:rPr lang="ko-KR" altLang="en-US" dirty="0" smtClean="0"/>
              <a:t>객체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모노</a:t>
            </a:r>
            <a:r>
              <a:rPr lang="en-US" altLang="ko-KR" dirty="0" smtClean="0"/>
              <a:t>)</a:t>
            </a:r>
            <a:r>
              <a:rPr lang="ko-KR" altLang="en-US" dirty="0" smtClean="0"/>
              <a:t>당 </a:t>
            </a:r>
            <a:r>
              <a:rPr lang="en-US" altLang="ko-KR" dirty="0" smtClean="0"/>
              <a:t>3kbps ~ 20kbps </a:t>
            </a:r>
            <a:r>
              <a:rPr lang="ko-KR" altLang="en-US" dirty="0" smtClean="0"/>
              <a:t>까지 압축</a:t>
            </a:r>
          </a:p>
          <a:p>
            <a:pPr lvl="1"/>
            <a:r>
              <a:rPr lang="en-US" altLang="ko-KR" dirty="0" smtClean="0"/>
              <a:t>Karaoke / solo </a:t>
            </a:r>
            <a:r>
              <a:rPr lang="ko-KR" altLang="en-US" dirty="0" smtClean="0"/>
              <a:t>모드를 위한 </a:t>
            </a:r>
            <a:r>
              <a:rPr lang="ko-KR" altLang="en-US" dirty="0" err="1" smtClean="0"/>
              <a:t>파라메트릭</a:t>
            </a:r>
            <a:r>
              <a:rPr lang="ko-KR" altLang="en-US" dirty="0" smtClean="0"/>
              <a:t> 부호화 기술 개발</a:t>
            </a:r>
          </a:p>
          <a:p>
            <a:pPr lvl="2"/>
            <a:r>
              <a:rPr lang="en-US" altLang="ko-KR" dirty="0" smtClean="0"/>
              <a:t>Two-way analyzer </a:t>
            </a:r>
            <a:r>
              <a:rPr lang="ko-KR" altLang="en-US" dirty="0" smtClean="0"/>
              <a:t>구조 설계</a:t>
            </a:r>
          </a:p>
          <a:p>
            <a:pPr lvl="2"/>
            <a:r>
              <a:rPr lang="en-US" altLang="ko-KR" dirty="0" smtClean="0"/>
              <a:t>Two-way analyzer </a:t>
            </a:r>
            <a:r>
              <a:rPr lang="ko-KR" altLang="en-US" dirty="0" smtClean="0"/>
              <a:t>를 통한 고품질 </a:t>
            </a:r>
            <a:r>
              <a:rPr lang="ko-KR" altLang="en-US" dirty="0" err="1" smtClean="0"/>
              <a:t>파라메트릭</a:t>
            </a:r>
            <a:r>
              <a:rPr lang="ko-KR" altLang="en-US" dirty="0" smtClean="0"/>
              <a:t> 부호화 기술 개발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14</a:t>
            </a:fld>
            <a:endParaRPr lang="en-US" altLang="ko-KR" dirty="0"/>
          </a:p>
        </p:txBody>
      </p:sp>
      <p:sp>
        <p:nvSpPr>
          <p:cNvPr id="33" name="직사각형 32"/>
          <p:cNvSpPr/>
          <p:nvPr/>
        </p:nvSpPr>
        <p:spPr>
          <a:xfrm>
            <a:off x="1889760" y="3528060"/>
            <a:ext cx="5151120" cy="2712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kern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cxnSp>
        <p:nvCxnSpPr>
          <p:cNvPr id="34" name="직선 화살표 연결선 35"/>
          <p:cNvCxnSpPr>
            <a:cxnSpLocks noChangeShapeType="1"/>
            <a:endCxn id="54" idx="1"/>
          </p:cNvCxnSpPr>
          <p:nvPr/>
        </p:nvCxnSpPr>
        <p:spPr bwMode="auto">
          <a:xfrm flipV="1">
            <a:off x="6752260" y="4937768"/>
            <a:ext cx="714388" cy="1748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5" name="직선 화살표 연결선 36"/>
          <p:cNvCxnSpPr>
            <a:cxnSpLocks noChangeShapeType="1"/>
            <a:endCxn id="55" idx="1"/>
          </p:cNvCxnSpPr>
          <p:nvPr/>
        </p:nvCxnSpPr>
        <p:spPr bwMode="auto">
          <a:xfrm>
            <a:off x="6766560" y="5871051"/>
            <a:ext cx="663258" cy="3980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6" name="직사각형 35"/>
          <p:cNvSpPr/>
          <p:nvPr/>
        </p:nvSpPr>
        <p:spPr>
          <a:xfrm>
            <a:off x="2247900" y="3939540"/>
            <a:ext cx="3255125" cy="1538547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kern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cxnSp>
        <p:nvCxnSpPr>
          <p:cNvPr id="37" name="직선 연결선 39"/>
          <p:cNvCxnSpPr>
            <a:cxnSpLocks noChangeShapeType="1"/>
          </p:cNvCxnSpPr>
          <p:nvPr/>
        </p:nvCxnSpPr>
        <p:spPr bwMode="auto">
          <a:xfrm rot="5400000">
            <a:off x="2808288" y="5448618"/>
            <a:ext cx="500063" cy="1588"/>
          </a:xfrm>
          <a:prstGeom prst="line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8" name="직선 연결선 40"/>
          <p:cNvCxnSpPr>
            <a:cxnSpLocks noChangeShapeType="1"/>
          </p:cNvCxnSpPr>
          <p:nvPr/>
        </p:nvCxnSpPr>
        <p:spPr bwMode="auto">
          <a:xfrm rot="5400000">
            <a:off x="4366896" y="5448617"/>
            <a:ext cx="500063" cy="1587"/>
          </a:xfrm>
          <a:prstGeom prst="line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" name="직선 연결선 41"/>
          <p:cNvCxnSpPr>
            <a:cxnSpLocks noChangeShapeType="1"/>
          </p:cNvCxnSpPr>
          <p:nvPr/>
        </p:nvCxnSpPr>
        <p:spPr bwMode="auto">
          <a:xfrm rot="5400000">
            <a:off x="6041391" y="5448617"/>
            <a:ext cx="500063" cy="1587"/>
          </a:xfrm>
          <a:prstGeom prst="line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0" name="직선 화살표 연결선 42"/>
          <p:cNvCxnSpPr>
            <a:cxnSpLocks noChangeShapeType="1"/>
          </p:cNvCxnSpPr>
          <p:nvPr/>
        </p:nvCxnSpPr>
        <p:spPr bwMode="auto">
          <a:xfrm>
            <a:off x="3575685" y="4995545"/>
            <a:ext cx="347663" cy="1588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  <a:effectLst/>
        </p:spPr>
      </p:cxnSp>
      <p:cxnSp>
        <p:nvCxnSpPr>
          <p:cNvPr id="41" name="직선 화살표 연결선 43"/>
          <p:cNvCxnSpPr>
            <a:cxnSpLocks noChangeShapeType="1"/>
          </p:cNvCxnSpPr>
          <p:nvPr/>
        </p:nvCxnSpPr>
        <p:spPr bwMode="auto">
          <a:xfrm flipV="1">
            <a:off x="5247401" y="4988156"/>
            <a:ext cx="504727" cy="821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  <a:effectLst/>
        </p:spPr>
      </p:cxnSp>
      <p:grpSp>
        <p:nvGrpSpPr>
          <p:cNvPr id="44" name="그룹 10"/>
          <p:cNvGrpSpPr>
            <a:grpSpLocks/>
          </p:cNvGrpSpPr>
          <p:nvPr/>
        </p:nvGrpSpPr>
        <p:grpSpPr bwMode="auto">
          <a:xfrm>
            <a:off x="1638299" y="4805998"/>
            <a:ext cx="887731" cy="458787"/>
            <a:chOff x="2276475" y="2224088"/>
            <a:chExt cx="428625" cy="458787"/>
          </a:xfrm>
        </p:grpSpPr>
        <p:cxnSp>
          <p:nvCxnSpPr>
            <p:cNvPr id="45" name="직선 화살표 연결선 47"/>
            <p:cNvCxnSpPr>
              <a:cxnSpLocks noChangeShapeType="1"/>
            </p:cNvCxnSpPr>
            <p:nvPr/>
          </p:nvCxnSpPr>
          <p:spPr bwMode="auto">
            <a:xfrm>
              <a:off x="2276475" y="2224088"/>
              <a:ext cx="428625" cy="1587"/>
            </a:xfrm>
            <a:prstGeom prst="straightConnector1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46" name="직선 화살표 연결선 48"/>
            <p:cNvCxnSpPr>
              <a:cxnSpLocks noChangeShapeType="1"/>
            </p:cNvCxnSpPr>
            <p:nvPr/>
          </p:nvCxnSpPr>
          <p:spPr bwMode="auto">
            <a:xfrm>
              <a:off x="2276475" y="2376488"/>
              <a:ext cx="428625" cy="1587"/>
            </a:xfrm>
            <a:prstGeom prst="straightConnector1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47" name="직선 화살표 연결선 49"/>
            <p:cNvCxnSpPr>
              <a:cxnSpLocks noChangeShapeType="1"/>
            </p:cNvCxnSpPr>
            <p:nvPr/>
          </p:nvCxnSpPr>
          <p:spPr bwMode="auto">
            <a:xfrm>
              <a:off x="2276475" y="2528888"/>
              <a:ext cx="428625" cy="1587"/>
            </a:xfrm>
            <a:prstGeom prst="straightConnector1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48" name="직선 화살표 연결선 50"/>
            <p:cNvCxnSpPr>
              <a:cxnSpLocks noChangeShapeType="1"/>
            </p:cNvCxnSpPr>
            <p:nvPr/>
          </p:nvCxnSpPr>
          <p:spPr bwMode="auto">
            <a:xfrm>
              <a:off x="2276475" y="2681288"/>
              <a:ext cx="428625" cy="1587"/>
            </a:xfrm>
            <a:prstGeom prst="straightConnector1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sp>
        <p:nvSpPr>
          <p:cNvPr id="49" name="TextBox 48"/>
          <p:cNvSpPr txBox="1"/>
          <p:nvPr/>
        </p:nvSpPr>
        <p:spPr>
          <a:xfrm>
            <a:off x="739140" y="4763453"/>
            <a:ext cx="982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kern="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오디오</a:t>
            </a:r>
            <a:r>
              <a:rPr kumimoji="0" lang="en-US" altLang="ko-KR" sz="1200" kern="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sz="1200" kern="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200" kern="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객체신호</a:t>
            </a:r>
          </a:p>
        </p:txBody>
      </p:sp>
      <p:grpSp>
        <p:nvGrpSpPr>
          <p:cNvPr id="50" name="그룹 27"/>
          <p:cNvGrpSpPr>
            <a:grpSpLocks/>
          </p:cNvGrpSpPr>
          <p:nvPr/>
        </p:nvGrpSpPr>
        <p:grpSpPr bwMode="auto">
          <a:xfrm>
            <a:off x="1638301" y="4206246"/>
            <a:ext cx="3093718" cy="427352"/>
            <a:chOff x="857224" y="1785985"/>
            <a:chExt cx="1715305" cy="286487"/>
          </a:xfrm>
        </p:grpSpPr>
        <p:cxnSp>
          <p:nvCxnSpPr>
            <p:cNvPr id="51" name="직선 화살표 연결선 53"/>
            <p:cNvCxnSpPr>
              <a:cxnSpLocks noChangeShapeType="1"/>
            </p:cNvCxnSpPr>
            <p:nvPr/>
          </p:nvCxnSpPr>
          <p:spPr bwMode="auto">
            <a:xfrm rot="5400000">
              <a:off x="2428759" y="1928702"/>
              <a:ext cx="286487" cy="1053"/>
            </a:xfrm>
            <a:prstGeom prst="straightConnector1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52" name="직선 연결선 54"/>
            <p:cNvCxnSpPr>
              <a:cxnSpLocks noChangeShapeType="1"/>
            </p:cNvCxnSpPr>
            <p:nvPr/>
          </p:nvCxnSpPr>
          <p:spPr bwMode="auto">
            <a:xfrm>
              <a:off x="857224" y="1795985"/>
              <a:ext cx="1714251" cy="2128"/>
            </a:xfrm>
            <a:prstGeom prst="line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 type="none"/>
            </a:ln>
          </p:spPr>
        </p:cxnSp>
      </p:grpSp>
      <p:sp>
        <p:nvSpPr>
          <p:cNvPr id="53" name="TextBox 52"/>
          <p:cNvSpPr txBox="1"/>
          <p:nvPr/>
        </p:nvSpPr>
        <p:spPr>
          <a:xfrm>
            <a:off x="468313" y="4026218"/>
            <a:ext cx="1299527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kern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주요 객체신호</a:t>
            </a:r>
            <a:endParaRPr kumimoji="0" lang="en-US" altLang="ko-KR" sz="1200" kern="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50" kern="0" dirty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(Karaoke/solo)</a:t>
            </a:r>
            <a:endParaRPr kumimoji="0" lang="ko-KR" altLang="en-US" sz="1200" kern="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66648" y="4799268"/>
            <a:ext cx="9305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kern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다운믹스 </a:t>
            </a:r>
            <a:endParaRPr kumimoji="0" lang="ko-KR" altLang="en-US" sz="1200" kern="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29818" y="5644198"/>
            <a:ext cx="1043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kern="0" dirty="0" err="1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파라미터</a:t>
            </a:r>
            <a:r>
              <a:rPr kumimoji="0" lang="ko-KR" altLang="en-US" sz="1200" kern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kern="0" dirty="0" err="1" smtClean="0">
                <a:ln w="3175"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비트스트림</a:t>
            </a:r>
            <a:endParaRPr kumimoji="0" lang="ko-KR" altLang="en-US" sz="1200" kern="0" dirty="0">
              <a:ln w="3175"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TextBox 44"/>
          <p:cNvSpPr txBox="1">
            <a:spLocks noChangeArrowheads="1"/>
          </p:cNvSpPr>
          <p:nvPr/>
        </p:nvSpPr>
        <p:spPr bwMode="auto">
          <a:xfrm>
            <a:off x="2873864" y="3899441"/>
            <a:ext cx="313946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b="1" dirty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Two-way Analyzer</a:t>
            </a:r>
            <a:endParaRPr lang="ko-KR" altLang="en-US" sz="1400" b="1" dirty="0">
              <a:ln w="10160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Box 44"/>
          <p:cNvSpPr txBox="1">
            <a:spLocks noChangeArrowheads="1"/>
          </p:cNvSpPr>
          <p:nvPr/>
        </p:nvSpPr>
        <p:spPr bwMode="auto">
          <a:xfrm>
            <a:off x="2206151" y="3548388"/>
            <a:ext cx="461995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err="1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PAOC</a:t>
            </a:r>
            <a:r>
              <a:rPr lang="en-US" altLang="ko-KR" sz="16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(Parametric Audio Object Coding)</a:t>
            </a:r>
            <a:endParaRPr lang="ko-KR" altLang="en-US" sz="1600" b="1" dirty="0">
              <a:ln w="10160">
                <a:noFill/>
                <a:prstDash val="solid"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 bwMode="auto">
          <a:xfrm>
            <a:off x="3923606" y="4631327"/>
            <a:ext cx="1388227" cy="68881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고해상도 공간 큐 분석 모듈</a:t>
            </a:r>
          </a:p>
        </p:txBody>
      </p:sp>
      <p:sp>
        <p:nvSpPr>
          <p:cNvPr id="59" name="모서리가 둥근 직사각형 58"/>
          <p:cNvSpPr/>
          <p:nvPr/>
        </p:nvSpPr>
        <p:spPr bwMode="auto">
          <a:xfrm>
            <a:off x="2529839" y="4630189"/>
            <a:ext cx="1127761" cy="69826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일반 공간 큐</a:t>
            </a:r>
            <a:r>
              <a:rPr lang="en-US" altLang="ko-KR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분석 모듈</a:t>
            </a:r>
          </a:p>
        </p:txBody>
      </p:sp>
      <p:sp>
        <p:nvSpPr>
          <p:cNvPr id="60" name="모서리가 둥근 직사각형 59"/>
          <p:cNvSpPr/>
          <p:nvPr/>
        </p:nvSpPr>
        <p:spPr bwMode="auto">
          <a:xfrm>
            <a:off x="5755177" y="4700600"/>
            <a:ext cx="1011384" cy="47823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후처리</a:t>
            </a:r>
          </a:p>
        </p:txBody>
      </p:sp>
      <p:sp>
        <p:nvSpPr>
          <p:cNvPr id="61" name="모서리가 둥근 직사각형 60"/>
          <p:cNvSpPr/>
          <p:nvPr/>
        </p:nvSpPr>
        <p:spPr bwMode="auto">
          <a:xfrm>
            <a:off x="2499358" y="5675960"/>
            <a:ext cx="4258889" cy="37570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b="1" dirty="0" err="1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비트스트림</a:t>
            </a:r>
            <a:r>
              <a:rPr lang="ko-KR" altLang="en-US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생성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다객체</a:t>
            </a:r>
            <a:r>
              <a:rPr lang="ko-KR" altLang="en-US" dirty="0" smtClean="0"/>
              <a:t> 부호화 </a:t>
            </a:r>
            <a:r>
              <a:rPr lang="en-US" altLang="ko-KR" dirty="0" smtClean="0"/>
              <a:t>(2/5)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ln w="12700">
            <a:noFill/>
            <a:tailEnd type="arrow"/>
          </a:ln>
        </p:spPr>
        <p:txBody>
          <a:bodyPr/>
          <a:lstStyle/>
          <a:p>
            <a:r>
              <a:rPr lang="ko-KR" altLang="en-US" dirty="0" smtClean="0"/>
              <a:t>연구 수행내용 </a:t>
            </a:r>
            <a:r>
              <a:rPr lang="en-US" altLang="ko-KR" dirty="0" smtClean="0"/>
              <a:t>(</a:t>
            </a:r>
            <a:r>
              <a:rPr lang="ko-KR" altLang="en-US" dirty="0" smtClean="0"/>
              <a:t>구조도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15</a:t>
            </a:fld>
            <a:endParaRPr lang="en-US" altLang="ko-KR" dirty="0"/>
          </a:p>
        </p:txBody>
      </p:sp>
      <p:cxnSp>
        <p:nvCxnSpPr>
          <p:cNvPr id="167" name="직선 화살표 연결선 166"/>
          <p:cNvCxnSpPr/>
          <p:nvPr/>
        </p:nvCxnSpPr>
        <p:spPr>
          <a:xfrm>
            <a:off x="3327400" y="331470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/>
          <p:cNvCxnSpPr/>
          <p:nvPr/>
        </p:nvCxnSpPr>
        <p:spPr>
          <a:xfrm>
            <a:off x="3327400" y="346710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/>
          <p:cNvCxnSpPr/>
          <p:nvPr/>
        </p:nvCxnSpPr>
        <p:spPr>
          <a:xfrm>
            <a:off x="3327400" y="361950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/>
          <p:cNvCxnSpPr/>
          <p:nvPr/>
        </p:nvCxnSpPr>
        <p:spPr>
          <a:xfrm>
            <a:off x="3327400" y="377190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/>
          <p:cNvCxnSpPr/>
          <p:nvPr/>
        </p:nvCxnSpPr>
        <p:spPr>
          <a:xfrm>
            <a:off x="3327400" y="392430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/>
          <p:cNvCxnSpPr/>
          <p:nvPr/>
        </p:nvCxnSpPr>
        <p:spPr>
          <a:xfrm>
            <a:off x="3327400" y="407670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/>
          <p:cNvCxnSpPr/>
          <p:nvPr/>
        </p:nvCxnSpPr>
        <p:spPr>
          <a:xfrm>
            <a:off x="3327400" y="422910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176"/>
          <p:cNvCxnSpPr/>
          <p:nvPr/>
        </p:nvCxnSpPr>
        <p:spPr>
          <a:xfrm>
            <a:off x="3327400" y="438150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/>
          <p:cNvCxnSpPr/>
          <p:nvPr/>
        </p:nvCxnSpPr>
        <p:spPr>
          <a:xfrm>
            <a:off x="7858125" y="4672013"/>
            <a:ext cx="357188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/>
          <p:cNvCxnSpPr/>
          <p:nvPr/>
        </p:nvCxnSpPr>
        <p:spPr>
          <a:xfrm>
            <a:off x="7858125" y="4843463"/>
            <a:ext cx="357188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/>
          <p:cNvCxnSpPr/>
          <p:nvPr/>
        </p:nvCxnSpPr>
        <p:spPr>
          <a:xfrm>
            <a:off x="7858125" y="5014913"/>
            <a:ext cx="357188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/>
          <p:cNvCxnSpPr/>
          <p:nvPr/>
        </p:nvCxnSpPr>
        <p:spPr>
          <a:xfrm>
            <a:off x="7858125" y="5184775"/>
            <a:ext cx="357188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/>
          <p:cNvCxnSpPr/>
          <p:nvPr/>
        </p:nvCxnSpPr>
        <p:spPr>
          <a:xfrm>
            <a:off x="7858125" y="5356225"/>
            <a:ext cx="357188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화살표 연결선 182"/>
          <p:cNvCxnSpPr/>
          <p:nvPr/>
        </p:nvCxnSpPr>
        <p:spPr>
          <a:xfrm>
            <a:off x="7858125" y="5527675"/>
            <a:ext cx="357188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그룹 202"/>
          <p:cNvGrpSpPr>
            <a:grpSpLocks/>
          </p:cNvGrpSpPr>
          <p:nvPr/>
        </p:nvGrpSpPr>
        <p:grpSpPr bwMode="auto">
          <a:xfrm>
            <a:off x="8215313" y="5314950"/>
            <a:ext cx="158750" cy="428625"/>
            <a:chOff x="4425949" y="5000636"/>
            <a:chExt cx="158751" cy="428628"/>
          </a:xfrm>
        </p:grpSpPr>
        <p:sp>
          <p:nvSpPr>
            <p:cNvPr id="185" name="직사각형 184"/>
            <p:cNvSpPr/>
            <p:nvPr/>
          </p:nvSpPr>
          <p:spPr>
            <a:xfrm>
              <a:off x="4425949" y="5089537"/>
              <a:ext cx="71437" cy="252415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6" name="순서도: 수동 연산 185"/>
            <p:cNvSpPr/>
            <p:nvPr/>
          </p:nvSpPr>
          <p:spPr>
            <a:xfrm rot="5400000">
              <a:off x="4334666" y="5179231"/>
              <a:ext cx="428628" cy="71438"/>
            </a:xfrm>
            <a:prstGeom prst="flowChartManualOperation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87" name="그룹 192"/>
          <p:cNvGrpSpPr>
            <a:grpSpLocks/>
          </p:cNvGrpSpPr>
          <p:nvPr/>
        </p:nvGrpSpPr>
        <p:grpSpPr bwMode="auto">
          <a:xfrm>
            <a:off x="8215313" y="4457700"/>
            <a:ext cx="158750" cy="428625"/>
            <a:chOff x="4425949" y="5000636"/>
            <a:chExt cx="158751" cy="428628"/>
          </a:xfrm>
        </p:grpSpPr>
        <p:sp>
          <p:nvSpPr>
            <p:cNvPr id="188" name="직사각형 187"/>
            <p:cNvSpPr/>
            <p:nvPr/>
          </p:nvSpPr>
          <p:spPr>
            <a:xfrm>
              <a:off x="4425949" y="5089537"/>
              <a:ext cx="71437" cy="252415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9" name="순서도: 수동 연산 188"/>
            <p:cNvSpPr/>
            <p:nvPr/>
          </p:nvSpPr>
          <p:spPr>
            <a:xfrm rot="5400000">
              <a:off x="4334666" y="5179231"/>
              <a:ext cx="428628" cy="71438"/>
            </a:xfrm>
            <a:prstGeom prst="flowChartManualOperation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90" name="그룹 94"/>
          <p:cNvGrpSpPr>
            <a:grpSpLocks/>
          </p:cNvGrpSpPr>
          <p:nvPr/>
        </p:nvGrpSpPr>
        <p:grpSpPr bwMode="auto">
          <a:xfrm>
            <a:off x="2155825" y="2528888"/>
            <a:ext cx="844550" cy="714375"/>
            <a:chOff x="3143240" y="2071678"/>
            <a:chExt cx="1357322" cy="286546"/>
          </a:xfrm>
        </p:grpSpPr>
        <p:cxnSp>
          <p:nvCxnSpPr>
            <p:cNvPr id="191" name="직선 연결선 190"/>
            <p:cNvCxnSpPr/>
            <p:nvPr/>
          </p:nvCxnSpPr>
          <p:spPr>
            <a:xfrm>
              <a:off x="3143240" y="2071678"/>
              <a:ext cx="1357322" cy="0"/>
            </a:xfrm>
            <a:prstGeom prst="line">
              <a:avLst/>
            </a:prstGeom>
            <a:ln w="12700">
              <a:solidFill>
                <a:schemeClr val="tx1"/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화살표 연결선 191"/>
            <p:cNvCxnSpPr/>
            <p:nvPr/>
          </p:nvCxnSpPr>
          <p:spPr>
            <a:xfrm rot="5400000">
              <a:off x="4356333" y="2213994"/>
              <a:ext cx="285909" cy="255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직사각형 192"/>
          <p:cNvSpPr/>
          <p:nvPr/>
        </p:nvSpPr>
        <p:spPr>
          <a:xfrm>
            <a:off x="642938" y="3243263"/>
            <a:ext cx="603250" cy="107156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QMF</a:t>
            </a:r>
            <a:b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Analysis</a:t>
            </a:r>
            <a:endParaRPr lang="ko-KR" altLang="en-US" sz="800" dirty="0">
              <a:ln w="3175" cmpd="sng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4" name="직선 화살표 연결선 193"/>
          <p:cNvCxnSpPr/>
          <p:nvPr/>
        </p:nvCxnSpPr>
        <p:spPr>
          <a:xfrm>
            <a:off x="1249363" y="3362325"/>
            <a:ext cx="14033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/>
          <p:cNvCxnSpPr/>
          <p:nvPr/>
        </p:nvCxnSpPr>
        <p:spPr>
          <a:xfrm>
            <a:off x="1249363" y="3540125"/>
            <a:ext cx="14033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화살표 연결선 195"/>
          <p:cNvCxnSpPr/>
          <p:nvPr/>
        </p:nvCxnSpPr>
        <p:spPr>
          <a:xfrm>
            <a:off x="1249363" y="3717925"/>
            <a:ext cx="14033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/>
          <p:cNvCxnSpPr/>
          <p:nvPr/>
        </p:nvCxnSpPr>
        <p:spPr>
          <a:xfrm>
            <a:off x="1246188" y="3897313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/>
          <p:cNvCxnSpPr/>
          <p:nvPr/>
        </p:nvCxnSpPr>
        <p:spPr>
          <a:xfrm>
            <a:off x="1246188" y="4075113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화살표 연결선 198"/>
          <p:cNvCxnSpPr/>
          <p:nvPr/>
        </p:nvCxnSpPr>
        <p:spPr>
          <a:xfrm>
            <a:off x="1246188" y="4252913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/>
          <p:cNvCxnSpPr/>
          <p:nvPr/>
        </p:nvCxnSpPr>
        <p:spPr>
          <a:xfrm>
            <a:off x="1350963" y="4595813"/>
            <a:ext cx="21590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화살표 연결선 200"/>
          <p:cNvCxnSpPr/>
          <p:nvPr/>
        </p:nvCxnSpPr>
        <p:spPr>
          <a:xfrm>
            <a:off x="1350963" y="4791075"/>
            <a:ext cx="2159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201"/>
          <p:cNvCxnSpPr/>
          <p:nvPr/>
        </p:nvCxnSpPr>
        <p:spPr>
          <a:xfrm>
            <a:off x="1350963" y="4986338"/>
            <a:ext cx="21590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/>
          <p:cNvCxnSpPr/>
          <p:nvPr/>
        </p:nvCxnSpPr>
        <p:spPr>
          <a:xfrm>
            <a:off x="1350963" y="5140325"/>
            <a:ext cx="2159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화살표 연결선 203"/>
          <p:cNvCxnSpPr/>
          <p:nvPr/>
        </p:nvCxnSpPr>
        <p:spPr>
          <a:xfrm>
            <a:off x="1350963" y="5335588"/>
            <a:ext cx="21590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화살표 연결선 204"/>
          <p:cNvCxnSpPr/>
          <p:nvPr/>
        </p:nvCxnSpPr>
        <p:spPr>
          <a:xfrm>
            <a:off x="1350963" y="5530850"/>
            <a:ext cx="2159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/>
          <p:cNvCxnSpPr/>
          <p:nvPr/>
        </p:nvCxnSpPr>
        <p:spPr>
          <a:xfrm rot="5400000">
            <a:off x="274637" y="4457701"/>
            <a:ext cx="2143125" cy="0"/>
          </a:xfrm>
          <a:prstGeom prst="line">
            <a:avLst/>
          </a:prstGeom>
          <a:ln w="12700">
            <a:solidFill>
              <a:schemeClr val="tx1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순서도: 연결자 206"/>
          <p:cNvSpPr/>
          <p:nvPr/>
        </p:nvSpPr>
        <p:spPr>
          <a:xfrm>
            <a:off x="1327150" y="4240213"/>
            <a:ext cx="34925" cy="36512"/>
          </a:xfrm>
          <a:prstGeom prst="flowChartConnector">
            <a:avLst/>
          </a:prstGeom>
          <a:ln w="12700">
            <a:solidFill>
              <a:schemeClr val="tx1"/>
            </a:solidFill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8" name="순서도: 연결자 207"/>
          <p:cNvSpPr/>
          <p:nvPr/>
        </p:nvSpPr>
        <p:spPr>
          <a:xfrm>
            <a:off x="1327150" y="4059238"/>
            <a:ext cx="34925" cy="36512"/>
          </a:xfrm>
          <a:prstGeom prst="flowChartConnector">
            <a:avLst/>
          </a:prstGeom>
          <a:ln w="12700">
            <a:solidFill>
              <a:schemeClr val="tx1"/>
            </a:solidFill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9" name="순서도: 연결자 208"/>
          <p:cNvSpPr/>
          <p:nvPr/>
        </p:nvSpPr>
        <p:spPr>
          <a:xfrm>
            <a:off x="1331913" y="3878263"/>
            <a:ext cx="34925" cy="36512"/>
          </a:xfrm>
          <a:prstGeom prst="flowChartConnector">
            <a:avLst/>
          </a:prstGeom>
          <a:ln w="12700">
            <a:solidFill>
              <a:schemeClr val="tx1"/>
            </a:solidFill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0" name="순서도: 연결자 209"/>
          <p:cNvSpPr/>
          <p:nvPr/>
        </p:nvSpPr>
        <p:spPr>
          <a:xfrm>
            <a:off x="1331913" y="3692525"/>
            <a:ext cx="34925" cy="36513"/>
          </a:xfrm>
          <a:prstGeom prst="flowChartConnector">
            <a:avLst/>
          </a:prstGeom>
          <a:ln w="12700">
            <a:solidFill>
              <a:schemeClr val="tx1"/>
            </a:solidFill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1" name="순서도: 연결자 210"/>
          <p:cNvSpPr/>
          <p:nvPr/>
        </p:nvSpPr>
        <p:spPr>
          <a:xfrm>
            <a:off x="1331913" y="3513138"/>
            <a:ext cx="34925" cy="36512"/>
          </a:xfrm>
          <a:prstGeom prst="flowChartConnector">
            <a:avLst/>
          </a:prstGeom>
          <a:ln w="12700">
            <a:solidFill>
              <a:schemeClr val="tx1"/>
            </a:solidFill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2" name="순서도: 연결자 211"/>
          <p:cNvSpPr/>
          <p:nvPr/>
        </p:nvSpPr>
        <p:spPr>
          <a:xfrm>
            <a:off x="1327150" y="3343275"/>
            <a:ext cx="36513" cy="36513"/>
          </a:xfrm>
          <a:prstGeom prst="flowChartConnector">
            <a:avLst/>
          </a:prstGeom>
          <a:ln w="12700">
            <a:solidFill>
              <a:schemeClr val="tx1"/>
            </a:solidFill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b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3" name="직선 화살표 연결선 212"/>
          <p:cNvCxnSpPr/>
          <p:nvPr/>
        </p:nvCxnSpPr>
        <p:spPr>
          <a:xfrm>
            <a:off x="2332038" y="3887788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/>
          <p:cNvCxnSpPr/>
          <p:nvPr/>
        </p:nvCxnSpPr>
        <p:spPr>
          <a:xfrm>
            <a:off x="2332038" y="4068763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화살표 연결선 214"/>
          <p:cNvCxnSpPr/>
          <p:nvPr/>
        </p:nvCxnSpPr>
        <p:spPr>
          <a:xfrm>
            <a:off x="2332038" y="4249738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화살표 연결선 215"/>
          <p:cNvCxnSpPr/>
          <p:nvPr/>
        </p:nvCxnSpPr>
        <p:spPr>
          <a:xfrm>
            <a:off x="1924050" y="4595813"/>
            <a:ext cx="21590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화살표 연결선 216"/>
          <p:cNvCxnSpPr/>
          <p:nvPr/>
        </p:nvCxnSpPr>
        <p:spPr>
          <a:xfrm>
            <a:off x="1924050" y="4791075"/>
            <a:ext cx="2159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/>
          <p:cNvCxnSpPr/>
          <p:nvPr/>
        </p:nvCxnSpPr>
        <p:spPr>
          <a:xfrm>
            <a:off x="1924050" y="4986338"/>
            <a:ext cx="21590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/>
          <p:cNvCxnSpPr/>
          <p:nvPr/>
        </p:nvCxnSpPr>
        <p:spPr>
          <a:xfrm>
            <a:off x="1924050" y="5140325"/>
            <a:ext cx="2159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/>
          <p:cNvCxnSpPr/>
          <p:nvPr/>
        </p:nvCxnSpPr>
        <p:spPr>
          <a:xfrm>
            <a:off x="1924050" y="5335588"/>
            <a:ext cx="21590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화살표 연결선 220"/>
          <p:cNvCxnSpPr/>
          <p:nvPr/>
        </p:nvCxnSpPr>
        <p:spPr>
          <a:xfrm>
            <a:off x="1924050" y="5530850"/>
            <a:ext cx="2159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직사각형 221"/>
          <p:cNvSpPr/>
          <p:nvPr/>
        </p:nvSpPr>
        <p:spPr>
          <a:xfrm>
            <a:off x="1574800" y="4529138"/>
            <a:ext cx="425450" cy="1071562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EQ</a:t>
            </a:r>
            <a:endParaRPr lang="ko-KR" altLang="en-US" sz="800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3" name="직선 화살표 연결선 222"/>
          <p:cNvCxnSpPr/>
          <p:nvPr/>
        </p:nvCxnSpPr>
        <p:spPr>
          <a:xfrm>
            <a:off x="2298700" y="4956175"/>
            <a:ext cx="2916238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화살표 연결선 223"/>
          <p:cNvCxnSpPr/>
          <p:nvPr/>
        </p:nvCxnSpPr>
        <p:spPr>
          <a:xfrm>
            <a:off x="2298700" y="5386388"/>
            <a:ext cx="2916238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직사각형 224"/>
          <p:cNvSpPr/>
          <p:nvPr/>
        </p:nvSpPr>
        <p:spPr>
          <a:xfrm>
            <a:off x="2133600" y="4529138"/>
            <a:ext cx="534988" cy="1071562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DMX</a:t>
            </a:r>
            <a:endParaRPr lang="ko-KR" altLang="en-US" sz="800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6" name="직선 화살표 연결선 225"/>
          <p:cNvCxnSpPr/>
          <p:nvPr/>
        </p:nvCxnSpPr>
        <p:spPr>
          <a:xfrm>
            <a:off x="2332038" y="3978275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화살표 연결선 226"/>
          <p:cNvCxnSpPr/>
          <p:nvPr/>
        </p:nvCxnSpPr>
        <p:spPr>
          <a:xfrm>
            <a:off x="2332038" y="4159250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227"/>
          <p:cNvCxnSpPr/>
          <p:nvPr/>
        </p:nvCxnSpPr>
        <p:spPr>
          <a:xfrm>
            <a:off x="2332038" y="3933825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228"/>
          <p:cNvCxnSpPr/>
          <p:nvPr/>
        </p:nvCxnSpPr>
        <p:spPr>
          <a:xfrm>
            <a:off x="2332038" y="4114800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화살표 연결선 229"/>
          <p:cNvCxnSpPr/>
          <p:nvPr/>
        </p:nvCxnSpPr>
        <p:spPr>
          <a:xfrm>
            <a:off x="2332038" y="4024313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직선 화살표 연결선 230"/>
          <p:cNvCxnSpPr/>
          <p:nvPr/>
        </p:nvCxnSpPr>
        <p:spPr>
          <a:xfrm>
            <a:off x="2332038" y="4205288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화살표 연결선 231"/>
          <p:cNvCxnSpPr/>
          <p:nvPr/>
        </p:nvCxnSpPr>
        <p:spPr>
          <a:xfrm>
            <a:off x="2332038" y="3841750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화살표 연결선 232"/>
          <p:cNvCxnSpPr/>
          <p:nvPr/>
        </p:nvCxnSpPr>
        <p:spPr>
          <a:xfrm>
            <a:off x="2332038" y="4295775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직사각형 233"/>
          <p:cNvSpPr/>
          <p:nvPr/>
        </p:nvSpPr>
        <p:spPr>
          <a:xfrm>
            <a:off x="2667001" y="3243263"/>
            <a:ext cx="647700" cy="543877"/>
          </a:xfrm>
          <a:prstGeom prst="rect">
            <a:avLst/>
          </a:prstGeom>
          <a:ln/>
          <a:effectLst>
            <a:glow rad="101600">
              <a:schemeClr val="accent5"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b="1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Normal</a:t>
            </a:r>
            <a:br>
              <a:rPr lang="en-US" altLang="ko-KR" sz="800" b="1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cue</a:t>
            </a:r>
            <a:endParaRPr lang="ko-KR" altLang="en-US" sz="800" b="1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5" name="직사각형 234"/>
          <p:cNvSpPr/>
          <p:nvPr/>
        </p:nvSpPr>
        <p:spPr>
          <a:xfrm>
            <a:off x="3485515" y="3243263"/>
            <a:ext cx="396875" cy="11430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Q</a:t>
            </a:r>
            <a:endParaRPr lang="ko-KR" altLang="en-US" sz="800" dirty="0">
              <a:ln w="3175" cmpd="sng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4035425" y="3243263"/>
            <a:ext cx="603250" cy="11430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Lossless</a:t>
            </a:r>
            <a:b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encode</a:t>
            </a:r>
            <a:endParaRPr lang="ko-KR" altLang="en-US" sz="800" dirty="0">
              <a:ln w="3175" cmpd="sng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37" name="직선 화살표 연결선 236"/>
          <p:cNvCxnSpPr/>
          <p:nvPr/>
        </p:nvCxnSpPr>
        <p:spPr>
          <a:xfrm>
            <a:off x="3897313" y="33004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화살표 연결선 237"/>
          <p:cNvCxnSpPr/>
          <p:nvPr/>
        </p:nvCxnSpPr>
        <p:spPr>
          <a:xfrm>
            <a:off x="3897313" y="34528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/>
          <p:cNvCxnSpPr/>
          <p:nvPr/>
        </p:nvCxnSpPr>
        <p:spPr>
          <a:xfrm>
            <a:off x="3897313" y="36052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/>
          <p:cNvCxnSpPr/>
          <p:nvPr/>
        </p:nvCxnSpPr>
        <p:spPr>
          <a:xfrm>
            <a:off x="3897313" y="37576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화살표 연결선 240"/>
          <p:cNvCxnSpPr/>
          <p:nvPr/>
        </p:nvCxnSpPr>
        <p:spPr>
          <a:xfrm>
            <a:off x="3897313" y="39100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화살표 연결선 241"/>
          <p:cNvCxnSpPr/>
          <p:nvPr/>
        </p:nvCxnSpPr>
        <p:spPr>
          <a:xfrm>
            <a:off x="3897313" y="40624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화살표 연결선 242"/>
          <p:cNvCxnSpPr/>
          <p:nvPr/>
        </p:nvCxnSpPr>
        <p:spPr>
          <a:xfrm>
            <a:off x="3897313" y="42148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화살표 연결선 243"/>
          <p:cNvCxnSpPr/>
          <p:nvPr/>
        </p:nvCxnSpPr>
        <p:spPr>
          <a:xfrm>
            <a:off x="3897313" y="43672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화살표 연결선 244"/>
          <p:cNvCxnSpPr>
            <a:stCxn id="236" idx="3"/>
            <a:endCxn id="255" idx="1"/>
          </p:cNvCxnSpPr>
          <p:nvPr/>
        </p:nvCxnSpPr>
        <p:spPr>
          <a:xfrm>
            <a:off x="4638675" y="3814763"/>
            <a:ext cx="544513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/>
          <p:nvPr/>
        </p:nvCxnSpPr>
        <p:spPr>
          <a:xfrm rot="5400000">
            <a:off x="274637" y="3176588"/>
            <a:ext cx="2143125" cy="0"/>
          </a:xfrm>
          <a:prstGeom prst="line">
            <a:avLst/>
          </a:prstGeom>
          <a:ln w="1270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/>
          <p:cNvCxnSpPr/>
          <p:nvPr/>
        </p:nvCxnSpPr>
        <p:spPr>
          <a:xfrm>
            <a:off x="1350963" y="2109788"/>
            <a:ext cx="21590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화살표 연결선 247"/>
          <p:cNvCxnSpPr/>
          <p:nvPr/>
        </p:nvCxnSpPr>
        <p:spPr>
          <a:xfrm>
            <a:off x="1350963" y="2305050"/>
            <a:ext cx="2159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화살표 연결선 248"/>
          <p:cNvCxnSpPr/>
          <p:nvPr/>
        </p:nvCxnSpPr>
        <p:spPr>
          <a:xfrm>
            <a:off x="1350963" y="2500313"/>
            <a:ext cx="21590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화살표 연결선 249"/>
          <p:cNvCxnSpPr/>
          <p:nvPr/>
        </p:nvCxnSpPr>
        <p:spPr>
          <a:xfrm>
            <a:off x="1350963" y="2654300"/>
            <a:ext cx="2159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화살표 연결선 250"/>
          <p:cNvCxnSpPr/>
          <p:nvPr/>
        </p:nvCxnSpPr>
        <p:spPr>
          <a:xfrm>
            <a:off x="1350963" y="2849563"/>
            <a:ext cx="21590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화살표 연결선 251"/>
          <p:cNvCxnSpPr/>
          <p:nvPr/>
        </p:nvCxnSpPr>
        <p:spPr>
          <a:xfrm>
            <a:off x="1350963" y="3044825"/>
            <a:ext cx="2159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직사각형 252"/>
          <p:cNvSpPr/>
          <p:nvPr/>
        </p:nvSpPr>
        <p:spPr>
          <a:xfrm>
            <a:off x="1574800" y="2043113"/>
            <a:ext cx="671513" cy="107156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Transient</a:t>
            </a:r>
            <a:b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Detection</a:t>
            </a:r>
            <a:endParaRPr lang="ko-KR" altLang="en-US" sz="8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4" name="TextBox 95"/>
          <p:cNvSpPr txBox="1">
            <a:spLocks noChangeArrowheads="1"/>
          </p:cNvSpPr>
          <p:nvPr/>
        </p:nvSpPr>
        <p:spPr bwMode="auto">
          <a:xfrm>
            <a:off x="2349500" y="2235200"/>
            <a:ext cx="10715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Transient </a:t>
            </a:r>
            <a:br>
              <a:rPr lang="en-US" altLang="ko-KR"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time slot</a:t>
            </a:r>
            <a:endParaRPr lang="ko-KR" altLang="en-US" sz="80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5183188" y="3243263"/>
            <a:ext cx="603250" cy="11430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Lossless</a:t>
            </a:r>
            <a:b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decode</a:t>
            </a:r>
            <a:endParaRPr lang="ko-KR" altLang="en-US" sz="800" dirty="0">
              <a:ln w="3175" cmpd="sng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5938838" y="3251200"/>
            <a:ext cx="396875" cy="114300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dQ</a:t>
            </a:r>
            <a:endParaRPr lang="ko-KR" altLang="en-US" sz="800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7" name="직선 화살표 연결선 256"/>
          <p:cNvCxnSpPr/>
          <p:nvPr/>
        </p:nvCxnSpPr>
        <p:spPr>
          <a:xfrm>
            <a:off x="5788025" y="32877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화살표 연결선 257"/>
          <p:cNvCxnSpPr/>
          <p:nvPr/>
        </p:nvCxnSpPr>
        <p:spPr>
          <a:xfrm>
            <a:off x="5788025" y="34401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/>
          <p:cNvCxnSpPr/>
          <p:nvPr/>
        </p:nvCxnSpPr>
        <p:spPr>
          <a:xfrm>
            <a:off x="5788025" y="35925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/>
          <p:cNvCxnSpPr/>
          <p:nvPr/>
        </p:nvCxnSpPr>
        <p:spPr>
          <a:xfrm>
            <a:off x="5788025" y="37449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260"/>
          <p:cNvCxnSpPr/>
          <p:nvPr/>
        </p:nvCxnSpPr>
        <p:spPr>
          <a:xfrm>
            <a:off x="5788025" y="38973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/>
          <p:cNvCxnSpPr/>
          <p:nvPr/>
        </p:nvCxnSpPr>
        <p:spPr>
          <a:xfrm>
            <a:off x="5788025" y="40497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/>
          <p:cNvCxnSpPr/>
          <p:nvPr/>
        </p:nvCxnSpPr>
        <p:spPr>
          <a:xfrm>
            <a:off x="5788025" y="42021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화살표 연결선 263"/>
          <p:cNvCxnSpPr/>
          <p:nvPr/>
        </p:nvCxnSpPr>
        <p:spPr>
          <a:xfrm>
            <a:off x="5788025" y="4354513"/>
            <a:ext cx="142875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화살표 연결선 264"/>
          <p:cNvCxnSpPr/>
          <p:nvPr/>
        </p:nvCxnSpPr>
        <p:spPr>
          <a:xfrm>
            <a:off x="6343650" y="3292475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화살표 연결선 265"/>
          <p:cNvCxnSpPr/>
          <p:nvPr/>
        </p:nvCxnSpPr>
        <p:spPr>
          <a:xfrm>
            <a:off x="6343650" y="3444875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/>
          <p:cNvCxnSpPr/>
          <p:nvPr/>
        </p:nvCxnSpPr>
        <p:spPr>
          <a:xfrm>
            <a:off x="6343650" y="3597275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화살표 연결선 267"/>
          <p:cNvCxnSpPr/>
          <p:nvPr/>
        </p:nvCxnSpPr>
        <p:spPr>
          <a:xfrm>
            <a:off x="6343650" y="3749675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화살표 연결선 268"/>
          <p:cNvCxnSpPr/>
          <p:nvPr/>
        </p:nvCxnSpPr>
        <p:spPr>
          <a:xfrm>
            <a:off x="6343650" y="3902075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/>
          <p:cNvCxnSpPr/>
          <p:nvPr/>
        </p:nvCxnSpPr>
        <p:spPr>
          <a:xfrm>
            <a:off x="6343650" y="4054475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화살표 연결선 270"/>
          <p:cNvCxnSpPr/>
          <p:nvPr/>
        </p:nvCxnSpPr>
        <p:spPr>
          <a:xfrm>
            <a:off x="6343650" y="4206875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화살표 연결선 271"/>
          <p:cNvCxnSpPr/>
          <p:nvPr/>
        </p:nvCxnSpPr>
        <p:spPr>
          <a:xfrm>
            <a:off x="6343650" y="4359275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6491288" y="3243263"/>
            <a:ext cx="652462" cy="11430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Spatial</a:t>
            </a:r>
            <a:b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Cue</a:t>
            </a:r>
            <a:b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Synthesis</a:t>
            </a:r>
            <a:endParaRPr lang="ko-KR" altLang="en-US" sz="800" dirty="0">
              <a:ln w="3175" cmpd="sng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4" name="직선 화살표 연결선 273"/>
          <p:cNvCxnSpPr/>
          <p:nvPr/>
        </p:nvCxnSpPr>
        <p:spPr>
          <a:xfrm>
            <a:off x="5343525" y="4691063"/>
            <a:ext cx="1836738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화살표 연결선 274"/>
          <p:cNvCxnSpPr/>
          <p:nvPr/>
        </p:nvCxnSpPr>
        <p:spPr>
          <a:xfrm>
            <a:off x="5343525" y="4868863"/>
            <a:ext cx="1836738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화살표 연결선 275"/>
          <p:cNvCxnSpPr/>
          <p:nvPr/>
        </p:nvCxnSpPr>
        <p:spPr>
          <a:xfrm>
            <a:off x="5343525" y="5046663"/>
            <a:ext cx="1836738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화살표 연결선 276"/>
          <p:cNvCxnSpPr/>
          <p:nvPr/>
        </p:nvCxnSpPr>
        <p:spPr>
          <a:xfrm>
            <a:off x="5653088" y="5224463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화살표 연결선 277"/>
          <p:cNvCxnSpPr/>
          <p:nvPr/>
        </p:nvCxnSpPr>
        <p:spPr>
          <a:xfrm>
            <a:off x="5653088" y="5402263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화살표 연결선 278"/>
          <p:cNvCxnSpPr/>
          <p:nvPr/>
        </p:nvCxnSpPr>
        <p:spPr>
          <a:xfrm>
            <a:off x="5653088" y="5581650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화살표 연결선 279"/>
          <p:cNvCxnSpPr/>
          <p:nvPr/>
        </p:nvCxnSpPr>
        <p:spPr>
          <a:xfrm>
            <a:off x="6853238" y="5216525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화살표 연결선 280"/>
          <p:cNvCxnSpPr/>
          <p:nvPr/>
        </p:nvCxnSpPr>
        <p:spPr>
          <a:xfrm>
            <a:off x="6853238" y="5397500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화살표 연결선 281"/>
          <p:cNvCxnSpPr/>
          <p:nvPr/>
        </p:nvCxnSpPr>
        <p:spPr>
          <a:xfrm>
            <a:off x="6853238" y="5578475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화살표 연결선 282"/>
          <p:cNvCxnSpPr/>
          <p:nvPr/>
        </p:nvCxnSpPr>
        <p:spPr>
          <a:xfrm>
            <a:off x="6853238" y="5307013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화살표 연결선 283"/>
          <p:cNvCxnSpPr/>
          <p:nvPr/>
        </p:nvCxnSpPr>
        <p:spPr>
          <a:xfrm>
            <a:off x="6853238" y="5487988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화살표 연결선 284"/>
          <p:cNvCxnSpPr/>
          <p:nvPr/>
        </p:nvCxnSpPr>
        <p:spPr>
          <a:xfrm>
            <a:off x="6853238" y="5260975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화살표 연결선 285"/>
          <p:cNvCxnSpPr/>
          <p:nvPr/>
        </p:nvCxnSpPr>
        <p:spPr>
          <a:xfrm>
            <a:off x="6853238" y="5441950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화살표 연결선 286"/>
          <p:cNvCxnSpPr/>
          <p:nvPr/>
        </p:nvCxnSpPr>
        <p:spPr>
          <a:xfrm>
            <a:off x="6853238" y="5351463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화살표 연결선 287"/>
          <p:cNvCxnSpPr/>
          <p:nvPr/>
        </p:nvCxnSpPr>
        <p:spPr>
          <a:xfrm>
            <a:off x="6853238" y="5534025"/>
            <a:ext cx="32385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화살표 연결선 288"/>
          <p:cNvCxnSpPr/>
          <p:nvPr/>
        </p:nvCxnSpPr>
        <p:spPr>
          <a:xfrm>
            <a:off x="6853238" y="5170488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화살표 연결선 289"/>
          <p:cNvCxnSpPr/>
          <p:nvPr/>
        </p:nvCxnSpPr>
        <p:spPr>
          <a:xfrm>
            <a:off x="6853238" y="5624513"/>
            <a:ext cx="323850" cy="158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직사각형 290"/>
          <p:cNvSpPr/>
          <p:nvPr/>
        </p:nvSpPr>
        <p:spPr>
          <a:xfrm>
            <a:off x="1565275" y="3814763"/>
            <a:ext cx="863600" cy="500062"/>
          </a:xfrm>
          <a:prstGeom prst="rect">
            <a:avLst/>
          </a:prstGeom>
          <a:ln/>
          <a:effectLst>
            <a:glow rad="101600">
              <a:schemeClr val="accent5"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b="1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Full-band</a:t>
            </a:r>
            <a:br>
              <a:rPr lang="en-US" altLang="ko-KR" sz="800" b="1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b="1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Analysis</a:t>
            </a:r>
            <a:endParaRPr lang="ko-KR" altLang="en-US" sz="800" b="1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2" name="직사각형 291"/>
          <p:cNvSpPr/>
          <p:nvPr/>
        </p:nvSpPr>
        <p:spPr>
          <a:xfrm>
            <a:off x="5224463" y="4600575"/>
            <a:ext cx="601662" cy="10715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QMF</a:t>
            </a:r>
            <a:b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ln w="3175" cmpd="sng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Analysis</a:t>
            </a:r>
            <a:endParaRPr lang="ko-KR" altLang="en-US" sz="800" dirty="0">
              <a:ln w="3175" cmpd="sng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3" name="직사각형 292"/>
          <p:cNvSpPr/>
          <p:nvPr/>
        </p:nvSpPr>
        <p:spPr>
          <a:xfrm>
            <a:off x="5972175" y="5143500"/>
            <a:ext cx="895350" cy="500063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Full-band</a:t>
            </a:r>
            <a:b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Analysis</a:t>
            </a:r>
            <a:endParaRPr lang="ko-KR" altLang="en-US" sz="800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4" name="직사각형 293"/>
          <p:cNvSpPr/>
          <p:nvPr/>
        </p:nvSpPr>
        <p:spPr>
          <a:xfrm>
            <a:off x="7186613" y="4533900"/>
            <a:ext cx="742950" cy="114300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Upmixing</a:t>
            </a:r>
            <a: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(F/T)</a:t>
            </a:r>
            <a:b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&amp;</a:t>
            </a:r>
            <a:b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Rendering</a:t>
            </a:r>
            <a:endParaRPr lang="ko-KR" altLang="en-US" sz="800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3" name="직선 연결선 302"/>
          <p:cNvCxnSpPr/>
          <p:nvPr/>
        </p:nvCxnSpPr>
        <p:spPr>
          <a:xfrm rot="5400000">
            <a:off x="6936582" y="3902869"/>
            <a:ext cx="1219200" cy="142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/>
          <p:cNvCxnSpPr/>
          <p:nvPr/>
        </p:nvCxnSpPr>
        <p:spPr>
          <a:xfrm>
            <a:off x="285750" y="3384550"/>
            <a:ext cx="357188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직선 화살표 연결선 312"/>
          <p:cNvCxnSpPr/>
          <p:nvPr/>
        </p:nvCxnSpPr>
        <p:spPr>
          <a:xfrm>
            <a:off x="285750" y="3536950"/>
            <a:ext cx="357188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직선 화살표 연결선 313"/>
          <p:cNvCxnSpPr/>
          <p:nvPr/>
        </p:nvCxnSpPr>
        <p:spPr>
          <a:xfrm>
            <a:off x="285750" y="3689350"/>
            <a:ext cx="357188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/>
          <p:cNvCxnSpPr/>
          <p:nvPr/>
        </p:nvCxnSpPr>
        <p:spPr>
          <a:xfrm>
            <a:off x="285750" y="3841750"/>
            <a:ext cx="357188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화살표 연결선 315"/>
          <p:cNvCxnSpPr/>
          <p:nvPr/>
        </p:nvCxnSpPr>
        <p:spPr>
          <a:xfrm>
            <a:off x="285750" y="3994150"/>
            <a:ext cx="357188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화살표 연결선 316"/>
          <p:cNvCxnSpPr/>
          <p:nvPr/>
        </p:nvCxnSpPr>
        <p:spPr>
          <a:xfrm>
            <a:off x="285750" y="4146550"/>
            <a:ext cx="357188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207"/>
          <p:cNvSpPr txBox="1">
            <a:spLocks noChangeArrowheads="1"/>
          </p:cNvSpPr>
          <p:nvPr/>
        </p:nvSpPr>
        <p:spPr bwMode="auto">
          <a:xfrm>
            <a:off x="3657283" y="5928678"/>
            <a:ext cx="10001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Encoder</a:t>
            </a:r>
            <a:endParaRPr lang="ko-KR" altLang="en-US" sz="16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9" name="TextBox 208"/>
          <p:cNvSpPr txBox="1">
            <a:spLocks noChangeArrowheads="1"/>
          </p:cNvSpPr>
          <p:nvPr/>
        </p:nvSpPr>
        <p:spPr bwMode="auto">
          <a:xfrm>
            <a:off x="5119053" y="5928995"/>
            <a:ext cx="10636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6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Decoder</a:t>
            </a:r>
            <a:endParaRPr lang="ko-KR" altLang="en-US" sz="16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0" name="직사각형 319"/>
          <p:cNvSpPr/>
          <p:nvPr/>
        </p:nvSpPr>
        <p:spPr>
          <a:xfrm>
            <a:off x="7285038" y="3235325"/>
            <a:ext cx="652462" cy="1143000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Interpola</a:t>
            </a:r>
            <a:r>
              <a:rPr lang="en-US" altLang="ko-KR" sz="8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-tor</a:t>
            </a:r>
            <a:endParaRPr lang="ko-KR" altLang="en-US" sz="800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1" name="직사각형 320"/>
          <p:cNvSpPr/>
          <p:nvPr/>
        </p:nvSpPr>
        <p:spPr>
          <a:xfrm>
            <a:off x="6715009" y="2069754"/>
            <a:ext cx="396875" cy="14287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2" name="직사각형 321"/>
          <p:cNvSpPr/>
          <p:nvPr/>
        </p:nvSpPr>
        <p:spPr>
          <a:xfrm>
            <a:off x="6715009" y="2284067"/>
            <a:ext cx="396875" cy="142875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3" name="TextBox 216"/>
          <p:cNvSpPr txBox="1">
            <a:spLocks noChangeArrowheads="1"/>
          </p:cNvSpPr>
          <p:nvPr/>
        </p:nvSpPr>
        <p:spPr bwMode="auto">
          <a:xfrm>
            <a:off x="7110297" y="2247554"/>
            <a:ext cx="93503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800">
                <a:latin typeface="맑은 고딕" pitchFamily="50" charset="-127"/>
                <a:ea typeface="맑은 고딕" pitchFamily="50" charset="-127"/>
              </a:rPr>
              <a:t>구현 완료</a:t>
            </a:r>
          </a:p>
        </p:txBody>
      </p:sp>
      <p:sp>
        <p:nvSpPr>
          <p:cNvPr id="324" name="직사각형 323"/>
          <p:cNvSpPr/>
          <p:nvPr/>
        </p:nvSpPr>
        <p:spPr>
          <a:xfrm>
            <a:off x="2667001" y="3787140"/>
            <a:ext cx="647700" cy="601663"/>
          </a:xfrm>
          <a:prstGeom prst="rect">
            <a:avLst/>
          </a:prstGeom>
          <a:ln/>
          <a:effectLst>
            <a:glow rad="101600">
              <a:schemeClr val="accent5">
                <a:alpha val="6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800" b="1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High</a:t>
            </a:r>
            <a:br>
              <a:rPr lang="en-US" altLang="ko-KR" sz="800" b="1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b="1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resolved</a:t>
            </a:r>
            <a:br>
              <a:rPr lang="en-US" altLang="ko-KR" sz="800" b="1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b="1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cue</a:t>
            </a:r>
            <a:endParaRPr lang="ko-KR" altLang="en-US" sz="800" b="1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5" name="TextBox 95"/>
          <p:cNvSpPr txBox="1">
            <a:spLocks noChangeArrowheads="1"/>
          </p:cNvSpPr>
          <p:nvPr/>
        </p:nvSpPr>
        <p:spPr bwMode="auto">
          <a:xfrm>
            <a:off x="2699385" y="4391025"/>
            <a:ext cx="6540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Two-way</a:t>
            </a:r>
            <a:b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Analyzer</a:t>
            </a:r>
            <a:endParaRPr lang="ko-KR" altLang="en-US" sz="8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6" name="TextBox 215"/>
          <p:cNvSpPr txBox="1">
            <a:spLocks noChangeArrowheads="1"/>
          </p:cNvSpPr>
          <p:nvPr/>
        </p:nvSpPr>
        <p:spPr bwMode="auto">
          <a:xfrm>
            <a:off x="7096009" y="2012604"/>
            <a:ext cx="16503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</a:rPr>
              <a:t>차 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구현 </a:t>
            </a:r>
            <a:r>
              <a:rPr lang="en-US" altLang="ko-KR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 2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차 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성능개선 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요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7" name="직사각형 326"/>
          <p:cNvSpPr/>
          <p:nvPr/>
        </p:nvSpPr>
        <p:spPr>
          <a:xfrm>
            <a:off x="6715009" y="1842742"/>
            <a:ext cx="396875" cy="1428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8" name="TextBox 218"/>
          <p:cNvSpPr txBox="1">
            <a:spLocks noChangeArrowheads="1"/>
          </p:cNvSpPr>
          <p:nvPr/>
        </p:nvSpPr>
        <p:spPr bwMode="auto">
          <a:xfrm>
            <a:off x="7080134" y="1776067"/>
            <a:ext cx="16503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800" dirty="0" err="1">
                <a:latin typeface="맑은 고딕" pitchFamily="50" charset="-127"/>
                <a:ea typeface="맑은 고딕" pitchFamily="50" charset="-127"/>
              </a:rPr>
              <a:t>미구현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</a:t>
            </a:r>
            <a:r>
              <a:rPr lang="ko-KR" altLang="en-US" sz="800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구현 시 성능향상기대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9" name="직사각형 328"/>
          <p:cNvSpPr/>
          <p:nvPr/>
        </p:nvSpPr>
        <p:spPr>
          <a:xfrm>
            <a:off x="6715009" y="2527907"/>
            <a:ext cx="396875" cy="142875"/>
          </a:xfrm>
          <a:prstGeom prst="rect">
            <a:avLst/>
          </a:prstGeom>
          <a:ln/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0" name="TextBox 216"/>
          <p:cNvSpPr txBox="1">
            <a:spLocks noChangeArrowheads="1"/>
          </p:cNvSpPr>
          <p:nvPr/>
        </p:nvSpPr>
        <p:spPr bwMode="auto">
          <a:xfrm>
            <a:off x="7110297" y="2491394"/>
            <a:ext cx="126269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맑은 고딕" pitchFamily="50" charset="-127"/>
                <a:ea typeface="맑은 고딕" pitchFamily="50" charset="-127"/>
              </a:rPr>
              <a:t>구현 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완료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중요 모듈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1" name="직선 연결선 330"/>
          <p:cNvCxnSpPr/>
          <p:nvPr/>
        </p:nvCxnSpPr>
        <p:spPr bwMode="auto">
          <a:xfrm rot="5400000">
            <a:off x="2747010" y="4133850"/>
            <a:ext cx="4290060" cy="0"/>
          </a:xfrm>
          <a:prstGeom prst="line">
            <a:avLst/>
          </a:prstGeom>
          <a:noFill/>
          <a:ln w="254000" cap="flat" cmpd="sng" algn="ctr">
            <a:solidFill>
              <a:schemeClr val="tx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2" name="직선 화살표 연결선 331"/>
          <p:cNvCxnSpPr/>
          <p:nvPr/>
        </p:nvCxnSpPr>
        <p:spPr>
          <a:xfrm>
            <a:off x="7144425" y="329525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직선 화살표 연결선 332"/>
          <p:cNvCxnSpPr/>
          <p:nvPr/>
        </p:nvCxnSpPr>
        <p:spPr>
          <a:xfrm>
            <a:off x="7144425" y="344765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직선 화살표 연결선 333"/>
          <p:cNvCxnSpPr/>
          <p:nvPr/>
        </p:nvCxnSpPr>
        <p:spPr>
          <a:xfrm>
            <a:off x="7144425" y="360005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직선 화살표 연결선 334"/>
          <p:cNvCxnSpPr/>
          <p:nvPr/>
        </p:nvCxnSpPr>
        <p:spPr>
          <a:xfrm>
            <a:off x="7144425" y="375245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직선 화살표 연결선 335"/>
          <p:cNvCxnSpPr/>
          <p:nvPr/>
        </p:nvCxnSpPr>
        <p:spPr>
          <a:xfrm>
            <a:off x="7144425" y="390485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직선 화살표 연결선 336"/>
          <p:cNvCxnSpPr/>
          <p:nvPr/>
        </p:nvCxnSpPr>
        <p:spPr>
          <a:xfrm>
            <a:off x="7144425" y="405725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직선 화살표 연결선 337"/>
          <p:cNvCxnSpPr/>
          <p:nvPr/>
        </p:nvCxnSpPr>
        <p:spPr>
          <a:xfrm>
            <a:off x="7144425" y="420965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직선 화살표 연결선 338"/>
          <p:cNvCxnSpPr/>
          <p:nvPr/>
        </p:nvCxnSpPr>
        <p:spPr>
          <a:xfrm>
            <a:off x="7144425" y="4362050"/>
            <a:ext cx="142875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연구 수행내용 </a:t>
            </a:r>
            <a:r>
              <a:rPr lang="en-US" altLang="ko-KR" dirty="0" smtClean="0"/>
              <a:t>(</a:t>
            </a:r>
            <a:r>
              <a:rPr lang="ko-KR" altLang="en-US" dirty="0" smtClean="0"/>
              <a:t>수행방법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pSp>
        <p:nvGrpSpPr>
          <p:cNvPr id="6" name="그룹 6"/>
          <p:cNvGrpSpPr/>
          <p:nvPr/>
        </p:nvGrpSpPr>
        <p:grpSpPr>
          <a:xfrm>
            <a:off x="381001" y="1562100"/>
            <a:ext cx="1752599" cy="4616291"/>
            <a:chOff x="3185" y="0"/>
            <a:chExt cx="1635761" cy="5072063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3185" y="0"/>
              <a:ext cx="1635761" cy="507206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모서리가 둥근 직사각형 4"/>
            <p:cNvSpPr/>
            <p:nvPr/>
          </p:nvSpPr>
          <p:spPr>
            <a:xfrm>
              <a:off x="3185" y="0"/>
              <a:ext cx="1635761" cy="7758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연구 목표</a:t>
              </a:r>
              <a:endParaRPr lang="en-US" altLang="ko-KR" sz="1600" kern="1200" dirty="0" smtClean="0"/>
            </a:p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600" kern="1200" dirty="0"/>
            </a:p>
          </p:txBody>
        </p:sp>
      </p:grpSp>
      <p:grpSp>
        <p:nvGrpSpPr>
          <p:cNvPr id="7" name="그룹 9"/>
          <p:cNvGrpSpPr/>
          <p:nvPr/>
        </p:nvGrpSpPr>
        <p:grpSpPr>
          <a:xfrm>
            <a:off x="2308861" y="1562100"/>
            <a:ext cx="1882139" cy="4616291"/>
            <a:chOff x="3185" y="0"/>
            <a:chExt cx="1635761" cy="5072063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3185" y="0"/>
              <a:ext cx="1635761" cy="507206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모서리가 둥근 직사각형 4"/>
            <p:cNvSpPr/>
            <p:nvPr/>
          </p:nvSpPr>
          <p:spPr>
            <a:xfrm>
              <a:off x="3185" y="0"/>
              <a:ext cx="1635761" cy="7758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연구 내용</a:t>
              </a:r>
              <a:endParaRPr lang="en-US" altLang="ko-KR" sz="1600" kern="1200" dirty="0" smtClean="0"/>
            </a:p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600" kern="1200" dirty="0"/>
            </a:p>
          </p:txBody>
        </p:sp>
      </p:grpSp>
      <p:grpSp>
        <p:nvGrpSpPr>
          <p:cNvPr id="10" name="그룹 12"/>
          <p:cNvGrpSpPr/>
          <p:nvPr/>
        </p:nvGrpSpPr>
        <p:grpSpPr>
          <a:xfrm>
            <a:off x="4304963" y="1562100"/>
            <a:ext cx="4572000" cy="4616291"/>
            <a:chOff x="3185" y="0"/>
            <a:chExt cx="1635761" cy="5072063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3185" y="0"/>
              <a:ext cx="1635761" cy="5072063"/>
            </a:xfrm>
            <a:prstGeom prst="roundRect">
              <a:avLst>
                <a:gd name="adj" fmla="val 4386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모서리가 둥근 직사각형 4"/>
            <p:cNvSpPr/>
            <p:nvPr/>
          </p:nvSpPr>
          <p:spPr>
            <a:xfrm>
              <a:off x="3185" y="0"/>
              <a:ext cx="1635761" cy="7758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수행 방법</a:t>
              </a:r>
              <a:endParaRPr lang="en-US" altLang="ko-KR" sz="1600" kern="1200" dirty="0" smtClean="0"/>
            </a:p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600" kern="1200" dirty="0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다객체</a:t>
            </a:r>
            <a:r>
              <a:rPr lang="ko-KR" altLang="en-US" dirty="0" smtClean="0"/>
              <a:t> 부호화 </a:t>
            </a:r>
            <a:r>
              <a:rPr lang="en-US" altLang="ko-KR" dirty="0" smtClean="0"/>
              <a:t>(3/5)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16</a:t>
            </a:fld>
            <a:endParaRPr lang="en-US" altLang="ko-KR" dirty="0"/>
          </a:p>
        </p:txBody>
      </p:sp>
      <p:graphicFrame>
        <p:nvGraphicFramePr>
          <p:cNvPr id="5" name="다이어그램 4"/>
          <p:cNvGraphicFramePr/>
          <p:nvPr/>
        </p:nvGraphicFramePr>
        <p:xfrm>
          <a:off x="464820" y="1920240"/>
          <a:ext cx="8343900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6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다객체</a:t>
            </a:r>
            <a:r>
              <a:rPr lang="ko-KR" altLang="en-US" dirty="0" smtClean="0"/>
              <a:t> 부호화 </a:t>
            </a:r>
            <a:r>
              <a:rPr lang="en-US" altLang="ko-KR" dirty="0" smtClean="0"/>
              <a:t>(4/5)</a:t>
            </a:r>
            <a:endParaRPr lang="ko-KR" altLang="en-US" cap="all" dirty="0" smtClean="0"/>
          </a:p>
        </p:txBody>
      </p:sp>
      <p:sp>
        <p:nvSpPr>
          <p:cNvPr id="67587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D3654E3-9AB3-4460-B829-A0766F238CEF}" type="slidenum">
              <a:rPr lang="en-US" altLang="ko-KR" smtClean="0"/>
              <a:pPr/>
              <a:t>17</a:t>
            </a:fld>
            <a:endParaRPr lang="en-US" altLang="ko-KR" smtClean="0"/>
          </a:p>
        </p:txBody>
      </p:sp>
      <p:pic>
        <p:nvPicPr>
          <p:cNvPr id="8" name="그림 7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3146" y="2749735"/>
            <a:ext cx="2019300" cy="3557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7595" name="TextBox 9"/>
          <p:cNvSpPr txBox="1">
            <a:spLocks noChangeArrowheads="1"/>
          </p:cNvSpPr>
          <p:nvPr/>
        </p:nvSpPr>
        <p:spPr bwMode="auto">
          <a:xfrm>
            <a:off x="1081584" y="5920118"/>
            <a:ext cx="15684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1100" dirty="0" err="1"/>
              <a:t>MUSHRA</a:t>
            </a:r>
            <a:r>
              <a:rPr lang="en-US" altLang="ko-KR" sz="1100" dirty="0"/>
              <a:t> </a:t>
            </a:r>
            <a:r>
              <a:rPr lang="ko-KR" altLang="en-US" sz="1100" dirty="0"/>
              <a:t>수행을 위한 </a:t>
            </a:r>
            <a:r>
              <a:rPr lang="en-US" altLang="ko-KR" sz="1100" dirty="0"/>
              <a:t/>
            </a:r>
            <a:br>
              <a:rPr lang="en-US" altLang="ko-KR" sz="1100" dirty="0"/>
            </a:br>
            <a:r>
              <a:rPr lang="en-US" altLang="ko-KR" sz="1100" dirty="0"/>
              <a:t>STEP </a:t>
            </a:r>
            <a:r>
              <a:rPr lang="en-US" altLang="ko-KR" sz="1100" dirty="0" smtClean="0"/>
              <a:t>S/W </a:t>
            </a:r>
            <a:r>
              <a:rPr lang="en-US" altLang="ko-KR" sz="1100" dirty="0"/>
              <a:t>UI</a:t>
            </a:r>
            <a:endParaRPr lang="ko-KR" altLang="en-US" sz="1100" dirty="0"/>
          </a:p>
        </p:txBody>
      </p:sp>
      <p:sp>
        <p:nvSpPr>
          <p:cNvPr id="67597" name="내용 개체 틀 5"/>
          <p:cNvSpPr>
            <a:spLocks noGrp="1"/>
          </p:cNvSpPr>
          <p:nvPr>
            <p:ph idx="1"/>
          </p:nvPr>
        </p:nvSpPr>
        <p:spPr>
          <a:xfrm>
            <a:off x="470263" y="966647"/>
            <a:ext cx="8163832" cy="3993969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연구 평가방법</a:t>
            </a:r>
            <a:endParaRPr lang="en-US" altLang="ko-KR" sz="2000" dirty="0" smtClean="0"/>
          </a:p>
          <a:p>
            <a:pPr lvl="1"/>
            <a:r>
              <a:rPr lang="en-US" altLang="ko-KR" sz="1600" dirty="0" smtClean="0"/>
              <a:t>MPEG </a:t>
            </a:r>
            <a:r>
              <a:rPr lang="en-US" altLang="ko-KR" sz="1600" dirty="0" err="1" smtClean="0"/>
              <a:t>SAOC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표준 기술 평가방법 준용</a:t>
            </a:r>
            <a:endParaRPr lang="en-US" altLang="ko-KR" sz="1600" dirty="0" smtClean="0"/>
          </a:p>
          <a:p>
            <a:pPr lvl="1"/>
            <a:r>
              <a:rPr lang="en-US" altLang="ko-KR" sz="1600" dirty="0" smtClean="0"/>
              <a:t>MOS (Mean Opinion Score) </a:t>
            </a:r>
            <a:r>
              <a:rPr lang="ko-KR" altLang="en-US" sz="1600" dirty="0" smtClean="0"/>
              <a:t>측정</a:t>
            </a:r>
            <a:endParaRPr lang="en-US" altLang="ko-KR" sz="1600" dirty="0" smtClean="0"/>
          </a:p>
          <a:p>
            <a:pPr lvl="2"/>
            <a:r>
              <a:rPr lang="en-US" altLang="ko-KR" sz="1400" dirty="0" err="1" smtClean="0"/>
              <a:t>MUSHRA</a:t>
            </a:r>
            <a:r>
              <a:rPr lang="en-US" altLang="ko-KR" sz="900" dirty="0" smtClean="0"/>
              <a:t>(</a:t>
            </a:r>
            <a:r>
              <a:rPr lang="en-US" altLang="ko-KR" sz="900" dirty="0" err="1" smtClean="0"/>
              <a:t>MUltiple</a:t>
            </a:r>
            <a:r>
              <a:rPr lang="en-US" altLang="ko-KR" sz="900" dirty="0" smtClean="0"/>
              <a:t> Stimuli with Hidden Reference and Anchor )</a:t>
            </a:r>
            <a:r>
              <a:rPr lang="en-US" altLang="ko-KR" sz="1400" dirty="0" smtClean="0"/>
              <a:t> Test </a:t>
            </a:r>
            <a:r>
              <a:rPr lang="ko-KR" altLang="en-US" sz="1400" dirty="0" smtClean="0"/>
              <a:t>이용</a:t>
            </a:r>
            <a:endParaRPr lang="en-US" altLang="ko-KR" sz="1400" dirty="0" smtClean="0"/>
          </a:p>
          <a:p>
            <a:pPr lvl="2"/>
            <a:r>
              <a:rPr lang="en-US" altLang="ko-KR" sz="1400" dirty="0" smtClean="0"/>
              <a:t>Hidden Reference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Anchor</a:t>
            </a:r>
            <a:r>
              <a:rPr lang="ko-KR" altLang="en-US" sz="1400" dirty="0" smtClean="0"/>
              <a:t>를 찾은 참가자에 대해서만 </a:t>
            </a:r>
            <a:r>
              <a:rPr lang="en-US" altLang="ko-KR" sz="1400" dirty="0" smtClean="0"/>
              <a:t>score </a:t>
            </a:r>
            <a:r>
              <a:rPr lang="ko-KR" altLang="en-US" sz="1400" dirty="0" smtClean="0"/>
              <a:t>인정</a:t>
            </a:r>
            <a:endParaRPr lang="en-US" altLang="ko-KR" sz="1400" dirty="0" smtClean="0"/>
          </a:p>
          <a:p>
            <a:pPr lvl="2"/>
            <a:r>
              <a:rPr lang="en-US" altLang="ko-KR" sz="1400" dirty="0" smtClean="0"/>
              <a:t>MOS </a:t>
            </a:r>
            <a:r>
              <a:rPr lang="ko-KR" altLang="en-US" sz="1400" dirty="0" smtClean="0"/>
              <a:t>방법보다 정확한 통계적 수치를 제공하며 연속적인 </a:t>
            </a:r>
            <a:r>
              <a:rPr lang="ko-KR" altLang="en-US" sz="1400" dirty="0" err="1" smtClean="0"/>
              <a:t>점수값을</a:t>
            </a:r>
            <a:r>
              <a:rPr lang="ko-KR" altLang="en-US" sz="1400" dirty="0" smtClean="0"/>
              <a:t> 제시할 수 있음</a:t>
            </a:r>
            <a:endParaRPr lang="en-US" altLang="ko-KR" sz="1600" dirty="0" smtClean="0"/>
          </a:p>
          <a:p>
            <a:pPr lvl="1"/>
            <a:endParaRPr lang="ko-KR" altLang="en-US" dirty="0" smtClean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3438821" y="2826679"/>
          <a:ext cx="5226235" cy="34137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703201"/>
                <a:gridCol w="3523034"/>
              </a:tblGrid>
              <a:tr h="21189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실험 환경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118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테스트 방법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STEP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 S/W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</a:rPr>
                        <a:t>를 이용한 </a:t>
                      </a:r>
                      <a:r>
                        <a:rPr lang="en-US" altLang="ko-KR" sz="1100" b="0" baseline="0" dirty="0" err="1" smtClean="0">
                          <a:solidFill>
                            <a:schemeClr val="tx1"/>
                          </a:solidFill>
                        </a:rPr>
                        <a:t>MUSHRA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</a:rPr>
                        <a:t>테스트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531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헤드폰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buFontTx/>
                        <a:buChar char="-"/>
                      </a:pPr>
                      <a:r>
                        <a:rPr lang="en-US" altLang="ko-KR" sz="1100" b="0" dirty="0" err="1" smtClean="0">
                          <a:solidFill>
                            <a:schemeClr val="tx1"/>
                          </a:solidFill>
                        </a:rPr>
                        <a:t>STAX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 SR-303 Classic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 Headphone</a:t>
                      </a: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en-US" altLang="ko-KR" sz="1100" b="0" baseline="0" dirty="0" err="1" smtClean="0">
                          <a:solidFill>
                            <a:schemeClr val="tx1"/>
                          </a:solidFill>
                        </a:rPr>
                        <a:t>Sennheiser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 HD 600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356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테스트 대상 기술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buFontTx/>
                        <a:buChar char="-"/>
                      </a:pP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MPEG </a:t>
                      </a:r>
                      <a:r>
                        <a:rPr lang="en-US" altLang="ko-KR" sz="1100" b="0" dirty="0" err="1" smtClean="0">
                          <a:solidFill>
                            <a:schemeClr val="tx1"/>
                          </a:solidFill>
                        </a:rPr>
                        <a:t>SAOC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</a:rPr>
                        <a:t>기반 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</a:rPr>
                        <a:t>코덱</a:t>
                      </a:r>
                      <a:endParaRPr lang="en-US" altLang="ko-KR" sz="1100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en-US" altLang="ko-KR" sz="1100" b="0" baseline="0" dirty="0" err="1" smtClean="0">
                          <a:solidFill>
                            <a:schemeClr val="tx1"/>
                          </a:solidFill>
                        </a:rPr>
                        <a:t>PAOC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</a:rPr>
                        <a:t>코덱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</a:rPr>
                        <a:t>본 과제 제안 기술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Hidden Reference</a:t>
                      </a: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Anchor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7769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테스트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</a:rPr>
                        <a:t>콘텐츠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종의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</a:rPr>
                        <a:t>렌더링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</a:rPr>
                        <a:t>메트릭스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en-US" altLang="ko-KR" sz="1100" b="0" dirty="0" err="1" smtClean="0">
                          <a:solidFill>
                            <a:schemeClr val="tx1"/>
                          </a:solidFill>
                        </a:rPr>
                        <a:t>MR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 positioning (-30 degree)</a:t>
                      </a: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Boosting Vocal (-12 dB)</a:t>
                      </a: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Vocal only (-40 dB)</a:t>
                      </a:r>
                    </a:p>
                    <a:p>
                      <a:pPr latinLnBrk="1">
                        <a:buFontTx/>
                        <a:buChar char="-"/>
                      </a:pP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Boosting </a:t>
                      </a:r>
                      <a:r>
                        <a:rPr lang="en-US" altLang="ko-KR" sz="1100" b="0" baseline="0" dirty="0" err="1" smtClean="0">
                          <a:solidFill>
                            <a:schemeClr val="tx1"/>
                          </a:solidFill>
                        </a:rPr>
                        <a:t>MR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 (-12dB)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118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</a:rPr>
                        <a:t>콘텐츠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 내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</a:rPr>
                        <a:t> 객체 개수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5~6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개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118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테스트 참가자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 smtClean="0">
                          <a:solidFill>
                            <a:schemeClr val="tx1"/>
                          </a:solidFill>
                        </a:rPr>
                        <a:t>ETRI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 (6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명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en-US" altLang="ko-KR" sz="1100" b="0" dirty="0" err="1" smtClean="0">
                          <a:solidFill>
                            <a:schemeClr val="tx1"/>
                          </a:solidFill>
                        </a:rPr>
                        <a:t>KAIST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 (3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</a:rPr>
                        <a:t>명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118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</a:rPr>
                        <a:t>비트율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</a:rPr>
                        <a:t>객체당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3~10kbps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다객체</a:t>
            </a:r>
            <a:r>
              <a:rPr lang="ko-KR" altLang="en-US" dirty="0" smtClean="0"/>
              <a:t> 부호화 </a:t>
            </a:r>
            <a:r>
              <a:rPr lang="en-US" altLang="ko-KR" dirty="0" smtClean="0"/>
              <a:t>(5/5)</a:t>
            </a:r>
            <a:endParaRPr lang="ko-KR" altLang="en-US" cap="all" dirty="0" smtClean="0"/>
          </a:p>
        </p:txBody>
      </p:sp>
      <p:sp>
        <p:nvSpPr>
          <p:cNvPr id="1639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E19E8E0-D2EA-419E-B1F8-6DC76E52B8BF}" type="slidenum">
              <a:rPr lang="en-US" altLang="ko-KR" smtClean="0"/>
              <a:pPr/>
              <a:t>18</a:t>
            </a:fld>
            <a:endParaRPr lang="en-US" altLang="ko-KR" smtClean="0"/>
          </a:p>
        </p:txBody>
      </p:sp>
      <p:sp>
        <p:nvSpPr>
          <p:cNvPr id="16409" name="내용 개체 틀 5"/>
          <p:cNvSpPr>
            <a:spLocks noGrp="1"/>
          </p:cNvSpPr>
          <p:nvPr>
            <p:ph idx="1"/>
          </p:nvPr>
        </p:nvSpPr>
        <p:spPr>
          <a:xfrm>
            <a:off x="407760" y="1010194"/>
            <a:ext cx="8229600" cy="2646000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계획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대비 목표 달성도</a:t>
            </a:r>
            <a:endParaRPr lang="en-US" altLang="ko-KR" sz="1600" dirty="0" smtClean="0"/>
          </a:p>
          <a:p>
            <a:pPr lvl="1"/>
            <a:r>
              <a:rPr lang="ko-KR" altLang="en-US" sz="1600" dirty="0" smtClean="0"/>
              <a:t>목표치 </a:t>
            </a:r>
            <a:r>
              <a:rPr lang="en-US" altLang="ko-KR" sz="1600" dirty="0" smtClean="0"/>
              <a:t>(MOS 3.5) </a:t>
            </a:r>
            <a:r>
              <a:rPr lang="ko-KR" altLang="en-US" sz="1600" dirty="0" smtClean="0"/>
              <a:t>대비</a:t>
            </a:r>
            <a:endParaRPr lang="en-US" altLang="ko-KR" sz="1600" dirty="0" smtClean="0"/>
          </a:p>
          <a:p>
            <a:pPr lvl="2"/>
            <a:r>
              <a:rPr lang="ko-KR" altLang="en-US" sz="1400" dirty="0" smtClean="0"/>
              <a:t>모든 테스트 </a:t>
            </a:r>
            <a:r>
              <a:rPr lang="ko-KR" altLang="en-US" sz="1400" dirty="0" err="1" smtClean="0"/>
              <a:t>콘텐츠에</a:t>
            </a:r>
            <a:r>
              <a:rPr lang="ko-KR" altLang="en-US" sz="1400" dirty="0" smtClean="0"/>
              <a:t> 대해 </a:t>
            </a:r>
            <a:r>
              <a:rPr lang="ko-KR" altLang="en-US" sz="1400" dirty="0" err="1" smtClean="0"/>
              <a:t>목표치와</a:t>
            </a:r>
            <a:r>
              <a:rPr lang="ko-KR" altLang="en-US" sz="1400" dirty="0" smtClean="0"/>
              <a:t> 통계적으로 동등한 성능 </a:t>
            </a:r>
            <a:endParaRPr lang="en-US" altLang="ko-KR" sz="1400" dirty="0" smtClean="0"/>
          </a:p>
          <a:p>
            <a:pPr lvl="1"/>
            <a:r>
              <a:rPr lang="ko-KR" altLang="en-US" sz="1600" dirty="0" smtClean="0"/>
              <a:t>표준기술 대비 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PAOC</a:t>
            </a:r>
            <a:r>
              <a:rPr lang="en-US" altLang="ko-KR" sz="1600" dirty="0" smtClean="0"/>
              <a:t> vs. </a:t>
            </a:r>
            <a:r>
              <a:rPr lang="en-US" altLang="ko-KR" sz="1600" dirty="0" err="1" smtClean="0"/>
              <a:t>SAOC</a:t>
            </a:r>
            <a:r>
              <a:rPr lang="en-US" altLang="ko-KR" sz="1600" dirty="0" smtClean="0"/>
              <a:t>)</a:t>
            </a:r>
          </a:p>
          <a:p>
            <a:pPr lvl="2"/>
            <a:r>
              <a:rPr lang="en-US" altLang="ko-KR" sz="1400" dirty="0" smtClean="0"/>
              <a:t>2</a:t>
            </a:r>
            <a:r>
              <a:rPr lang="ko-KR" altLang="en-US" sz="1400" dirty="0" smtClean="0"/>
              <a:t>개의 아이템에서 통계적 동등</a:t>
            </a:r>
            <a:r>
              <a:rPr lang="en-US" altLang="ko-KR" sz="1400" dirty="0" smtClean="0"/>
              <a:t>, 2</a:t>
            </a:r>
            <a:r>
              <a:rPr lang="ko-KR" altLang="en-US" sz="1400" dirty="0" smtClean="0"/>
              <a:t>개의 아이템에서 통계적 우세</a:t>
            </a:r>
            <a:endParaRPr lang="en-US" altLang="ko-KR" sz="1400" dirty="0" smtClean="0"/>
          </a:p>
          <a:p>
            <a:pPr lvl="2"/>
            <a:r>
              <a:rPr lang="ko-KR" altLang="en-US" sz="1400" dirty="0" smtClean="0"/>
              <a:t>전체 평균치 성능 우세</a:t>
            </a:r>
            <a:endParaRPr lang="en-US" altLang="ko-KR" sz="1400" dirty="0" smtClean="0"/>
          </a:p>
          <a:p>
            <a:pPr lvl="2"/>
            <a:endParaRPr lang="ko-KR" altLang="en-US" sz="2000" dirty="0" smtClean="0"/>
          </a:p>
        </p:txBody>
      </p:sp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186" y="2812862"/>
            <a:ext cx="6312553" cy="3441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직선 연결선 10"/>
          <p:cNvCxnSpPr/>
          <p:nvPr/>
        </p:nvCxnSpPr>
        <p:spPr bwMode="auto">
          <a:xfrm>
            <a:off x="827285" y="3762103"/>
            <a:ext cx="6035040" cy="0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직선 연결선 11"/>
          <p:cNvCxnSpPr/>
          <p:nvPr/>
        </p:nvCxnSpPr>
        <p:spPr bwMode="auto">
          <a:xfrm>
            <a:off x="814222" y="3487783"/>
            <a:ext cx="6048103" cy="0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직사각형 14"/>
          <p:cNvSpPr/>
          <p:nvPr/>
        </p:nvSpPr>
        <p:spPr>
          <a:xfrm>
            <a:off x="6846329" y="3662349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/>
              <a:t>1</a:t>
            </a:r>
            <a:r>
              <a:rPr lang="ko-KR" altLang="en-US" sz="1200" dirty="0" smtClean="0"/>
              <a:t>차년도 목표치</a:t>
            </a:r>
            <a:r>
              <a:rPr lang="en-US" altLang="ko-KR" sz="1200" dirty="0" smtClean="0"/>
              <a:t>: MOS 3.5</a:t>
            </a:r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6850676" y="3327069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/>
              <a:t>2</a:t>
            </a:r>
            <a:r>
              <a:rPr lang="ko-KR" altLang="en-US" sz="1200" dirty="0" smtClean="0"/>
              <a:t>차년도 목표치</a:t>
            </a:r>
            <a:r>
              <a:rPr lang="en-US" altLang="ko-KR" sz="1200" dirty="0" smtClean="0"/>
              <a:t>: MOS 4.0</a:t>
            </a:r>
            <a:endParaRPr lang="ko-KR" altLang="en-US" sz="1200" dirty="0"/>
          </a:p>
        </p:txBody>
      </p:sp>
      <p:sp>
        <p:nvSpPr>
          <p:cNvPr id="17" name="타원 16"/>
          <p:cNvSpPr/>
          <p:nvPr/>
        </p:nvSpPr>
        <p:spPr bwMode="auto">
          <a:xfrm>
            <a:off x="1201781" y="3405053"/>
            <a:ext cx="722811" cy="722811"/>
          </a:xfrm>
          <a:prstGeom prst="ellipse">
            <a:avLst/>
          </a:prstGeom>
          <a:noFill/>
          <a:ln w="50800" cap="flat" cmpd="sng" algn="ctr">
            <a:solidFill>
              <a:schemeClr val="accent2"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18" name="타원 17"/>
          <p:cNvSpPr/>
          <p:nvPr/>
        </p:nvSpPr>
        <p:spPr bwMode="auto">
          <a:xfrm>
            <a:off x="2399210" y="3644539"/>
            <a:ext cx="722811" cy="722811"/>
          </a:xfrm>
          <a:prstGeom prst="ellipse">
            <a:avLst/>
          </a:prstGeom>
          <a:noFill/>
          <a:ln w="50800" cap="flat" cmpd="sng" algn="ctr">
            <a:solidFill>
              <a:schemeClr val="accent2">
                <a:alpha val="64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19" name="타원 18"/>
          <p:cNvSpPr/>
          <p:nvPr/>
        </p:nvSpPr>
        <p:spPr bwMode="auto">
          <a:xfrm>
            <a:off x="3583575" y="3618413"/>
            <a:ext cx="722811" cy="722811"/>
          </a:xfrm>
          <a:prstGeom prst="ellipse">
            <a:avLst/>
          </a:prstGeom>
          <a:noFill/>
          <a:ln w="50800" cap="flat" cmpd="sng" algn="ctr">
            <a:solidFill>
              <a:schemeClr val="accent2"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21" name="타원 20"/>
          <p:cNvSpPr/>
          <p:nvPr/>
        </p:nvSpPr>
        <p:spPr bwMode="auto">
          <a:xfrm>
            <a:off x="4750524" y="3574870"/>
            <a:ext cx="722811" cy="722811"/>
          </a:xfrm>
          <a:prstGeom prst="ellipse">
            <a:avLst/>
          </a:prstGeom>
          <a:noFill/>
          <a:ln w="50800" cap="flat" cmpd="sng" algn="ctr">
            <a:solidFill>
              <a:schemeClr val="accent2">
                <a:alpha val="64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22" name="타원 21"/>
          <p:cNvSpPr/>
          <p:nvPr/>
        </p:nvSpPr>
        <p:spPr bwMode="auto">
          <a:xfrm>
            <a:off x="5987141" y="3592287"/>
            <a:ext cx="722811" cy="722811"/>
          </a:xfrm>
          <a:prstGeom prst="ellipse">
            <a:avLst/>
          </a:prstGeom>
          <a:noFill/>
          <a:ln w="50800" cap="flat" cmpd="sng" algn="ctr">
            <a:solidFill>
              <a:schemeClr val="accent2">
                <a:alpha val="28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23" name="직사각형 22"/>
          <p:cNvSpPr>
            <a:spLocks noChangeAspect="1"/>
          </p:cNvSpPr>
          <p:nvPr/>
        </p:nvSpPr>
        <p:spPr bwMode="auto">
          <a:xfrm>
            <a:off x="1647013" y="3776258"/>
            <a:ext cx="73152" cy="73152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25" name="직사각형 24"/>
          <p:cNvSpPr>
            <a:spLocks noChangeAspect="1"/>
          </p:cNvSpPr>
          <p:nvPr/>
        </p:nvSpPr>
        <p:spPr bwMode="auto">
          <a:xfrm>
            <a:off x="2835733" y="3776258"/>
            <a:ext cx="73152" cy="73152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26" name="직사각형 25"/>
          <p:cNvSpPr>
            <a:spLocks noChangeAspect="1"/>
          </p:cNvSpPr>
          <p:nvPr/>
        </p:nvSpPr>
        <p:spPr bwMode="auto">
          <a:xfrm>
            <a:off x="4016833" y="3776258"/>
            <a:ext cx="73152" cy="73152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27" name="직사각형 26"/>
          <p:cNvSpPr>
            <a:spLocks noChangeAspect="1"/>
          </p:cNvSpPr>
          <p:nvPr/>
        </p:nvSpPr>
        <p:spPr bwMode="auto">
          <a:xfrm>
            <a:off x="5205553" y="3707678"/>
            <a:ext cx="73152" cy="73152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28" name="직사각형 27"/>
          <p:cNvSpPr>
            <a:spLocks noChangeAspect="1"/>
          </p:cNvSpPr>
          <p:nvPr/>
        </p:nvSpPr>
        <p:spPr bwMode="auto">
          <a:xfrm>
            <a:off x="6386653" y="3753398"/>
            <a:ext cx="73152" cy="73152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391827" y="4227443"/>
            <a:ext cx="4748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/>
              <a:t>total</a:t>
            </a:r>
            <a:endParaRPr lang="ko-KR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분위기 제어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멀티트랙 악기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조합에 의한 분위기 분석 및 제어 가능성 고찰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멀티트랙 악기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조합에 의한 분위기 분석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Music 2.0 </a:t>
            </a:r>
            <a:r>
              <a:rPr lang="ko-KR" altLang="en-US" dirty="0" smtClean="0"/>
              <a:t>트랙 조합에 의한 주요 분위기 연출 제안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19</a:t>
            </a:fld>
            <a:endParaRPr lang="en-US" altLang="ko-KR" dirty="0"/>
          </a:p>
        </p:txBody>
      </p:sp>
      <p:grpSp>
        <p:nvGrpSpPr>
          <p:cNvPr id="22" name="그룹 21"/>
          <p:cNvGrpSpPr/>
          <p:nvPr/>
        </p:nvGrpSpPr>
        <p:grpSpPr>
          <a:xfrm>
            <a:off x="2105469" y="2607415"/>
            <a:ext cx="4933063" cy="375684"/>
            <a:chOff x="1924936" y="2607415"/>
            <a:chExt cx="4933063" cy="375684"/>
          </a:xfrm>
        </p:grpSpPr>
        <p:sp>
          <p:nvSpPr>
            <p:cNvPr id="6" name="모서리가 둥근 직사각형 5"/>
            <p:cNvSpPr/>
            <p:nvPr/>
          </p:nvSpPr>
          <p:spPr bwMode="auto">
            <a:xfrm>
              <a:off x="1924936" y="2607415"/>
              <a:ext cx="2226191" cy="37568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400" b="1" dirty="0" smtClean="0">
                  <a:ln w="3175">
                    <a:noFill/>
                    <a:prstDash val="solid"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환경적 음악 분위기</a:t>
              </a:r>
            </a:p>
          </p:txBody>
        </p:sp>
        <p:sp>
          <p:nvSpPr>
            <p:cNvPr id="7" name="모서리가 둥근 직사각형 6"/>
            <p:cNvSpPr/>
            <p:nvPr/>
          </p:nvSpPr>
          <p:spPr bwMode="auto">
            <a:xfrm>
              <a:off x="4631808" y="2607415"/>
              <a:ext cx="2226191" cy="37568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400" b="1" dirty="0" smtClean="0">
                  <a:ln w="3175">
                    <a:noFill/>
                    <a:prstDash val="solid"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감성적 음악 분위기</a:t>
              </a: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2590135" y="3340931"/>
            <a:ext cx="3963730" cy="951743"/>
            <a:chOff x="2334289" y="3340931"/>
            <a:chExt cx="3963730" cy="951743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2334289" y="3340931"/>
              <a:ext cx="3963730" cy="951743"/>
            </a:xfrm>
            <a:prstGeom prst="roundRect">
              <a:avLst>
                <a:gd name="adj" fmla="val 10633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pPr algn="ctr">
                <a:defRPr/>
              </a:pPr>
              <a:r>
                <a:rPr lang="en-US" altLang="ko-KR" sz="1600" b="1" spc="50" dirty="0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Music 2.0 </a:t>
              </a:r>
              <a:r>
                <a:rPr lang="ko-KR" altLang="en-US" sz="1600" b="1" spc="50" dirty="0" err="1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음원</a:t>
              </a:r>
              <a:endParaRPr lang="ko-KR" altLang="en-US" sz="1600" b="1" spc="50" dirty="0">
                <a:ln w="11430">
                  <a:noFill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2460773" y="3854542"/>
              <a:ext cx="896535" cy="285750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spc="50" dirty="0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분위기 </a:t>
              </a:r>
              <a:r>
                <a:rPr lang="en-US" altLang="ko-KR" sz="1000" spc="50" dirty="0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#1</a:t>
              </a:r>
              <a:endParaRPr lang="ko-KR" altLang="en-US" sz="1000" spc="50" dirty="0">
                <a:ln w="11430">
                  <a:noFill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3492119" y="3854542"/>
              <a:ext cx="896535" cy="285750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spc="50" dirty="0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분위기 </a:t>
              </a:r>
              <a:r>
                <a:rPr lang="en-US" altLang="ko-KR" sz="1000" spc="50" dirty="0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#2</a:t>
              </a:r>
              <a:endParaRPr lang="ko-KR" altLang="en-US" sz="1000" spc="50" dirty="0">
                <a:ln w="11430">
                  <a:noFill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40019" y="3647629"/>
              <a:ext cx="5020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…</a:t>
              </a:r>
              <a:endParaRPr lang="ko-KR" altLang="en-US" sz="28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5175591" y="3854542"/>
              <a:ext cx="896535" cy="285750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spc="50" dirty="0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분위기 </a:t>
              </a:r>
              <a:r>
                <a:rPr lang="en-US" altLang="ko-KR" sz="1000" spc="50" dirty="0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#N</a:t>
              </a:r>
              <a:endParaRPr lang="ko-KR" altLang="en-US" sz="1000" spc="50" dirty="0">
                <a:ln w="11430">
                  <a:noFill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3" name="꺾인 연결선 12"/>
          <p:cNvCxnSpPr>
            <a:stCxn id="6" idx="2"/>
            <a:endCxn id="8" idx="0"/>
          </p:cNvCxnSpPr>
          <p:nvPr/>
        </p:nvCxnSpPr>
        <p:spPr bwMode="auto">
          <a:xfrm rot="16200000" flipH="1">
            <a:off x="3716366" y="2485297"/>
            <a:ext cx="357832" cy="1353435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꺾인 연결선 13"/>
          <p:cNvCxnSpPr>
            <a:stCxn id="7" idx="2"/>
            <a:endCxn id="8" idx="0"/>
          </p:cNvCxnSpPr>
          <p:nvPr/>
        </p:nvCxnSpPr>
        <p:spPr bwMode="auto">
          <a:xfrm rot="5400000">
            <a:off x="5069803" y="2485297"/>
            <a:ext cx="357832" cy="1353437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0" name="그룹 19"/>
          <p:cNvGrpSpPr/>
          <p:nvPr/>
        </p:nvGrpSpPr>
        <p:grpSpPr>
          <a:xfrm>
            <a:off x="2058951" y="4471434"/>
            <a:ext cx="5026099" cy="1627002"/>
            <a:chOff x="1793801" y="4471434"/>
            <a:chExt cx="5026099" cy="1627002"/>
          </a:xfrm>
        </p:grpSpPr>
        <p:sp>
          <p:nvSpPr>
            <p:cNvPr id="15" name="모서리가 둥근 직사각형 14"/>
            <p:cNvSpPr/>
            <p:nvPr/>
          </p:nvSpPr>
          <p:spPr bwMode="auto">
            <a:xfrm>
              <a:off x="1793801" y="4471434"/>
              <a:ext cx="2458763" cy="1627002"/>
            </a:xfrm>
            <a:prstGeom prst="roundRect">
              <a:avLst>
                <a:gd name="adj" fmla="val 10559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400" b="1" dirty="0" err="1" smtClean="0">
                  <a:ln w="3175">
                    <a:noFill/>
                    <a:prstDash val="solid"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분위기별</a:t>
              </a:r>
              <a:r>
                <a:rPr lang="ko-KR" altLang="en-US" sz="1400" b="1" dirty="0" smtClean="0">
                  <a:ln w="3175">
                    <a:noFill/>
                    <a:prstDash val="solid"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 악기조합 분석</a:t>
              </a:r>
            </a:p>
          </p:txBody>
        </p:sp>
        <p:sp>
          <p:nvSpPr>
            <p:cNvPr id="16" name="모서리가 둥근 직사각형 15"/>
            <p:cNvSpPr/>
            <p:nvPr/>
          </p:nvSpPr>
          <p:spPr bwMode="auto">
            <a:xfrm>
              <a:off x="4595924" y="4471434"/>
              <a:ext cx="2223976" cy="1627002"/>
            </a:xfrm>
            <a:prstGeom prst="roundRect">
              <a:avLst>
                <a:gd name="adj" fmla="val 9337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400" b="1" dirty="0" smtClean="0">
                  <a:ln w="3175">
                    <a:noFill/>
                    <a:prstDash val="solid"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분위기 제어 기술 구현</a:t>
              </a:r>
            </a:p>
          </p:txBody>
        </p:sp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43126" y="4981576"/>
              <a:ext cx="1733550" cy="93449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207001" y="4893691"/>
              <a:ext cx="984250" cy="1095097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9" name="오른쪽 화살표 18"/>
            <p:cNvSpPr/>
            <p:nvPr/>
          </p:nvSpPr>
          <p:spPr bwMode="auto">
            <a:xfrm>
              <a:off x="3962399" y="4789635"/>
              <a:ext cx="1057275" cy="990600"/>
            </a:xfrm>
            <a:prstGeom prst="rightArrow">
              <a:avLst>
                <a:gd name="adj1" fmla="val 50000"/>
                <a:gd name="adj2" fmla="val 33146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spc="50" dirty="0" err="1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분위기별</a:t>
              </a:r>
              <a:r>
                <a:rPr lang="en-US" altLang="ko-KR" sz="1200" b="1" spc="50" dirty="0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b="1" spc="50" dirty="0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200" b="1" spc="50" dirty="0" smtClean="0">
                  <a:ln w="11430">
                    <a:noFill/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악기 조합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연구내용 </a:t>
            </a:r>
            <a:r>
              <a:rPr lang="en-US" altLang="ko-KR" dirty="0" smtClean="0"/>
              <a:t>(</a:t>
            </a:r>
            <a:r>
              <a:rPr lang="ko-KR" altLang="en-US" dirty="0" smtClean="0"/>
              <a:t>수행방법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pSp>
        <p:nvGrpSpPr>
          <p:cNvPr id="15" name="그룹 14"/>
          <p:cNvGrpSpPr/>
          <p:nvPr/>
        </p:nvGrpSpPr>
        <p:grpSpPr>
          <a:xfrm>
            <a:off x="188843" y="1605415"/>
            <a:ext cx="1341784" cy="4641953"/>
            <a:chOff x="3185" y="0"/>
            <a:chExt cx="1635761" cy="5072063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3185" y="0"/>
              <a:ext cx="1635761" cy="507206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모서리가 둥근 직사각형 4"/>
            <p:cNvSpPr/>
            <p:nvPr/>
          </p:nvSpPr>
          <p:spPr>
            <a:xfrm>
              <a:off x="3185" y="1"/>
              <a:ext cx="1635761" cy="5265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연구 목표</a:t>
              </a:r>
              <a:endParaRPr lang="ko-KR" altLang="en-US" sz="1600" kern="1200" dirty="0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1606827" y="1608728"/>
            <a:ext cx="1384852" cy="4641953"/>
            <a:chOff x="3185" y="0"/>
            <a:chExt cx="1635761" cy="5072063"/>
          </a:xfrm>
        </p:grpSpPr>
        <p:sp>
          <p:nvSpPr>
            <p:cNvPr id="19" name="모서리가 둥근 직사각형 18"/>
            <p:cNvSpPr/>
            <p:nvPr/>
          </p:nvSpPr>
          <p:spPr>
            <a:xfrm>
              <a:off x="3185" y="0"/>
              <a:ext cx="1635761" cy="507206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모서리가 둥근 직사각형 4"/>
            <p:cNvSpPr/>
            <p:nvPr/>
          </p:nvSpPr>
          <p:spPr>
            <a:xfrm>
              <a:off x="3185" y="0"/>
              <a:ext cx="1635761" cy="5230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연구 </a:t>
              </a:r>
              <a:r>
                <a:rPr lang="ko-KR" altLang="en-US" sz="1600" dirty="0" smtClean="0"/>
                <a:t>내용</a:t>
              </a:r>
              <a:endParaRPr lang="ko-KR" altLang="en-US" sz="1600" kern="1200" dirty="0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3081129" y="1602101"/>
            <a:ext cx="5804453" cy="4641953"/>
            <a:chOff x="3185" y="0"/>
            <a:chExt cx="1635761" cy="5072063"/>
          </a:xfrm>
        </p:grpSpPr>
        <p:sp>
          <p:nvSpPr>
            <p:cNvPr id="22" name="모서리가 둥근 직사각형 21"/>
            <p:cNvSpPr/>
            <p:nvPr/>
          </p:nvSpPr>
          <p:spPr>
            <a:xfrm>
              <a:off x="3185" y="0"/>
              <a:ext cx="1635761" cy="5072063"/>
            </a:xfrm>
            <a:prstGeom prst="roundRect">
              <a:avLst>
                <a:gd name="adj" fmla="val 3013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모서리가 둥근 직사각형 4"/>
            <p:cNvSpPr/>
            <p:nvPr/>
          </p:nvSpPr>
          <p:spPr>
            <a:xfrm>
              <a:off x="3185" y="0"/>
              <a:ext cx="1635761" cy="5117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수행 방법</a:t>
              </a:r>
              <a:endParaRPr lang="ko-KR" altLang="en-US" sz="1600" kern="1200" dirty="0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분위기 제어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20</a:t>
            </a:fld>
            <a:endParaRPr lang="en-US" altLang="ko-KR" dirty="0"/>
          </a:p>
        </p:txBody>
      </p:sp>
      <p:graphicFrame>
        <p:nvGraphicFramePr>
          <p:cNvPr id="5" name="다이어그램 4"/>
          <p:cNvGraphicFramePr/>
          <p:nvPr/>
        </p:nvGraphicFramePr>
        <p:xfrm>
          <a:off x="320039" y="1498394"/>
          <a:ext cx="8629407" cy="4680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-57096" y="5194761"/>
            <a:ext cx="166741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 latinLnBrk="0"/>
            <a:r>
              <a:rPr lang="ko-KR" altLang="en-US" sz="900" dirty="0" smtClean="0"/>
              <a:t>주</a:t>
            </a:r>
            <a:r>
              <a:rPr lang="en-US" altLang="ko-KR" sz="900" dirty="0" smtClean="0"/>
              <a:t>1. </a:t>
            </a:r>
            <a:r>
              <a:rPr lang="ko-KR" altLang="en-US" sz="900" dirty="0" smtClean="0"/>
              <a:t>분위기에 맞는 배경음악 편집 소프트웨어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다양한 종류의 악기 및 사운드의 조합 및 음량 조절이 유발하는 배경음악의 분위기 가이드라인을 제시함</a:t>
            </a:r>
            <a:endParaRPr lang="ko-KR" alt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– </a:t>
            </a:r>
            <a:r>
              <a:rPr lang="ko-KR" altLang="en-US" dirty="0" err="1" smtClean="0"/>
              <a:t>프로토타입</a:t>
            </a:r>
            <a:r>
              <a:rPr lang="ko-KR" altLang="en-US" dirty="0" smtClean="0"/>
              <a:t> 재생 단말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분위기 제어 기능 및 </a:t>
            </a:r>
            <a:r>
              <a:rPr lang="en-US" altLang="ko-KR" dirty="0" err="1" smtClean="0"/>
              <a:t>UCC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기능 추가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이용자 무드 필터</a:t>
            </a:r>
            <a:r>
              <a:rPr lang="en-US" altLang="ko-KR" dirty="0" smtClean="0"/>
              <a:t>: </a:t>
            </a:r>
            <a:r>
              <a:rPr lang="ko-KR" altLang="en-US" dirty="0" smtClean="0"/>
              <a:t>다양한 트랙 설정 생성 및 제공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이용자 트랙 녹음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이용자의 연주 및 편곡 트랙 생성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21</a:t>
            </a:fld>
            <a:endParaRPr lang="en-US" altLang="ko-KR" dirty="0"/>
          </a:p>
        </p:txBody>
      </p:sp>
      <p:sp>
        <p:nvSpPr>
          <p:cNvPr id="34" name="직사각형 96"/>
          <p:cNvSpPr>
            <a:spLocks noChangeArrowheads="1"/>
          </p:cNvSpPr>
          <p:nvPr/>
        </p:nvSpPr>
        <p:spPr bwMode="auto">
          <a:xfrm>
            <a:off x="1717675" y="2643963"/>
            <a:ext cx="5561013" cy="219739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342900" indent="-342900" algn="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  <a:buFont typeface="ZapfDingbats" pitchFamily="82" charset="2"/>
              <a:buNone/>
            </a:pPr>
            <a:r>
              <a:rPr lang="ko-KR" altLang="en-US" sz="1400" i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기존의 </a:t>
            </a:r>
            <a:r>
              <a:rPr lang="en-US" altLang="ko-KR" sz="1400" i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Music2.0 </a:t>
            </a:r>
            <a:r>
              <a:rPr lang="ko-KR" altLang="en-US" sz="1400" i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플레이어</a:t>
            </a:r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원통 92"/>
          <p:cNvSpPr>
            <a:spLocks noChangeArrowheads="1"/>
          </p:cNvSpPr>
          <p:nvPr/>
        </p:nvSpPr>
        <p:spPr bwMode="auto">
          <a:xfrm>
            <a:off x="2192521" y="5229877"/>
            <a:ext cx="990158" cy="717268"/>
          </a:xfrm>
          <a:prstGeom prst="can">
            <a:avLst>
              <a:gd name="adj" fmla="val 25000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  <a:buFont typeface="ZapfDingbats" pitchFamily="82" charset="2"/>
              <a:buNone/>
            </a:pPr>
            <a:r>
              <a:rPr lang="ko-KR" altLang="en-US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무드 필터 </a:t>
            </a:r>
            <a:r>
              <a:rPr lang="en-US" altLang="ko-KR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DB</a:t>
            </a:r>
            <a:endParaRPr lang="ko-KR" altLang="en-US" sz="1400" b="1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5"/>
          <p:cNvSpPr txBox="1">
            <a:spLocks noChangeArrowheads="1"/>
          </p:cNvSpPr>
          <p:nvPr/>
        </p:nvSpPr>
        <p:spPr bwMode="auto">
          <a:xfrm>
            <a:off x="2065338" y="4001668"/>
            <a:ext cx="12827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ko-KR" altLang="en-US" sz="1200" dirty="0">
                <a:ln w="3175">
                  <a:noFill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멀티트랙 </a:t>
            </a:r>
            <a:endParaRPr lang="en-US" altLang="ko-KR" sz="1200" dirty="0">
              <a:ln w="3175">
                <a:noFill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1200" dirty="0">
                <a:ln w="3175">
                  <a:noFill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신호 복원</a:t>
            </a:r>
          </a:p>
        </p:txBody>
      </p:sp>
      <p:cxnSp>
        <p:nvCxnSpPr>
          <p:cNvPr id="37" name="직선 화살표 연결선 36"/>
          <p:cNvCxnSpPr>
            <a:cxnSpLocks noChangeShapeType="1"/>
            <a:stCxn id="38" idx="3"/>
            <a:endCxn id="36" idx="1"/>
          </p:cNvCxnSpPr>
          <p:nvPr/>
        </p:nvCxnSpPr>
        <p:spPr bwMode="auto">
          <a:xfrm flipV="1">
            <a:off x="1197458" y="4232501"/>
            <a:ext cx="867880" cy="253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8" name="TextBox 9"/>
          <p:cNvSpPr txBox="1">
            <a:spLocks noChangeArrowheads="1"/>
          </p:cNvSpPr>
          <p:nvPr/>
        </p:nvSpPr>
        <p:spPr bwMode="auto">
          <a:xfrm>
            <a:off x="296249" y="3971144"/>
            <a:ext cx="9012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4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Music2.0</a:t>
            </a:r>
          </a:p>
          <a:p>
            <a:pPr algn="ctr"/>
            <a:r>
              <a:rPr lang="ko-KR" altLang="en-US" sz="1400" b="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콘텐츠</a:t>
            </a:r>
            <a:endParaRPr lang="ko-KR" altLang="en-US" sz="1400" b="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20"/>
          <p:cNvSpPr txBox="1">
            <a:spLocks noChangeArrowheads="1"/>
          </p:cNvSpPr>
          <p:nvPr/>
        </p:nvSpPr>
        <p:spPr bwMode="auto">
          <a:xfrm>
            <a:off x="3959225" y="4001668"/>
            <a:ext cx="1284288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ko-KR" altLang="en-US" sz="1200" dirty="0">
                <a:ln w="3175">
                  <a:noFill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멀티트랙 </a:t>
            </a:r>
            <a:endParaRPr lang="en-US" altLang="ko-KR" sz="1200" dirty="0">
              <a:ln w="3175">
                <a:noFill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1200" dirty="0">
                <a:ln w="3175">
                  <a:noFill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제어</a:t>
            </a:r>
          </a:p>
        </p:txBody>
      </p:sp>
      <p:cxnSp>
        <p:nvCxnSpPr>
          <p:cNvPr id="40" name="직선 화살표 연결선 22"/>
          <p:cNvCxnSpPr>
            <a:cxnSpLocks noChangeShapeType="1"/>
            <a:stCxn id="36" idx="3"/>
            <a:endCxn id="39" idx="1"/>
          </p:cNvCxnSpPr>
          <p:nvPr/>
        </p:nvCxnSpPr>
        <p:spPr bwMode="auto">
          <a:xfrm>
            <a:off x="3348038" y="4232501"/>
            <a:ext cx="611187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1" name="직사각형 42"/>
          <p:cNvSpPr>
            <a:spLocks noChangeArrowheads="1"/>
          </p:cNvSpPr>
          <p:nvPr/>
        </p:nvSpPr>
        <p:spPr bwMode="auto">
          <a:xfrm flipV="1">
            <a:off x="2700670" y="2892055"/>
            <a:ext cx="1424763" cy="92036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342900" indent="-342900" algn="ct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  <a:buFont typeface="ZapfDingbats" pitchFamily="82" charset="2"/>
              <a:buNone/>
            </a:pPr>
            <a:endParaRPr lang="ko-KR" altLang="en-US" sz="1400">
              <a:ln w="3175">
                <a:noFill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2" name="꺾인 연결선 15"/>
          <p:cNvCxnSpPr>
            <a:cxnSpLocks noChangeShapeType="1"/>
            <a:stCxn id="38" idx="3"/>
          </p:cNvCxnSpPr>
          <p:nvPr/>
        </p:nvCxnSpPr>
        <p:spPr bwMode="auto">
          <a:xfrm flipV="1">
            <a:off x="1197458" y="3572540"/>
            <a:ext cx="2070282" cy="660214"/>
          </a:xfrm>
          <a:prstGeom prst="bentConnector3">
            <a:avLst>
              <a:gd name="adj1" fmla="val 12721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3" name="원호 42"/>
          <p:cNvSpPr/>
          <p:nvPr/>
        </p:nvSpPr>
        <p:spPr bwMode="auto">
          <a:xfrm flipH="1" flipV="1">
            <a:off x="3346450" y="3422230"/>
            <a:ext cx="222250" cy="301625"/>
          </a:xfrm>
          <a:prstGeom prst="arc">
            <a:avLst>
              <a:gd name="adj1" fmla="val 18275547"/>
              <a:gd name="adj2" fmla="val 3435974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  <a:buFont typeface="ZapfDingbats" pitchFamily="82" charset="2"/>
              <a:buNone/>
              <a:defRPr/>
            </a:pPr>
            <a:endParaRPr lang="ko-KR" altLang="en-US" sz="140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Shape 29"/>
          <p:cNvCxnSpPr>
            <a:cxnSpLocks noChangeShapeType="1"/>
            <a:stCxn id="45" idx="6"/>
            <a:endCxn id="39" idx="0"/>
          </p:cNvCxnSpPr>
          <p:nvPr/>
        </p:nvCxnSpPr>
        <p:spPr bwMode="auto">
          <a:xfrm>
            <a:off x="3525247" y="3572879"/>
            <a:ext cx="1076122" cy="428789"/>
          </a:xfrm>
          <a:prstGeom prst="bentConnector2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5" name="타원 30"/>
          <p:cNvSpPr>
            <a:spLocks noChangeArrowheads="1"/>
          </p:cNvSpPr>
          <p:nvPr/>
        </p:nvSpPr>
        <p:spPr bwMode="auto">
          <a:xfrm flipV="1">
            <a:off x="3473614" y="3547082"/>
            <a:ext cx="51633" cy="51595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  <a:buFont typeface="ZapfDingbats" pitchFamily="82" charset="2"/>
              <a:buNone/>
            </a:pPr>
            <a:endParaRPr lang="ko-KR" altLang="en-US" sz="140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6" name="직선 연결선 38"/>
          <p:cNvCxnSpPr>
            <a:cxnSpLocks noChangeShapeType="1"/>
          </p:cNvCxnSpPr>
          <p:nvPr/>
        </p:nvCxnSpPr>
        <p:spPr bwMode="auto">
          <a:xfrm rot="10800000" flipV="1">
            <a:off x="3355594" y="3580244"/>
            <a:ext cx="110646" cy="55285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7" name="TextBox 45"/>
          <p:cNvSpPr txBox="1">
            <a:spLocks noChangeArrowheads="1"/>
          </p:cNvSpPr>
          <p:nvPr/>
        </p:nvSpPr>
        <p:spPr bwMode="auto">
          <a:xfrm>
            <a:off x="2839036" y="2909468"/>
            <a:ext cx="11592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프로듀서 믹스</a:t>
            </a:r>
            <a:endParaRPr lang="en-US" altLang="ko-KR" sz="1200" b="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선택</a:t>
            </a:r>
          </a:p>
        </p:txBody>
      </p:sp>
      <p:sp>
        <p:nvSpPr>
          <p:cNvPr id="48" name="TextBox 52"/>
          <p:cNvSpPr txBox="1">
            <a:spLocks noChangeArrowheads="1"/>
          </p:cNvSpPr>
          <p:nvPr/>
        </p:nvSpPr>
        <p:spPr bwMode="auto">
          <a:xfrm>
            <a:off x="4515957" y="5811010"/>
            <a:ext cx="7232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이용자</a:t>
            </a:r>
            <a:endParaRPr lang="en-US" altLang="ko-KR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제어</a:t>
            </a:r>
            <a:endParaRPr lang="ko-KR" altLang="en-US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TextBox 58"/>
          <p:cNvSpPr txBox="1">
            <a:spLocks noChangeArrowheads="1"/>
          </p:cNvSpPr>
          <p:nvPr/>
        </p:nvSpPr>
        <p:spPr bwMode="auto">
          <a:xfrm>
            <a:off x="3546475" y="5119268"/>
            <a:ext cx="1263650" cy="30777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/>
            <a:r>
              <a:rPr lang="ko-KR" altLang="en-US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무드필터</a:t>
            </a:r>
            <a:endParaRPr lang="ko-KR" altLang="en-US" sz="1400" b="1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0" name="직선 화살표 연결선 60"/>
          <p:cNvCxnSpPr>
            <a:cxnSpLocks noChangeShapeType="1"/>
            <a:stCxn id="49" idx="0"/>
          </p:cNvCxnSpPr>
          <p:nvPr/>
        </p:nvCxnSpPr>
        <p:spPr bwMode="auto">
          <a:xfrm rot="5400000" flipH="1" flipV="1">
            <a:off x="3851503" y="4792471"/>
            <a:ext cx="653594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1" name="TextBox 66"/>
          <p:cNvSpPr txBox="1">
            <a:spLocks noChangeArrowheads="1"/>
          </p:cNvSpPr>
          <p:nvPr/>
        </p:nvSpPr>
        <p:spPr bwMode="auto">
          <a:xfrm>
            <a:off x="5854700" y="4001668"/>
            <a:ext cx="1284288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ko-KR" altLang="en-US" sz="1200">
                <a:ln w="3175">
                  <a:noFill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멀티트랙 </a:t>
            </a:r>
            <a:endParaRPr lang="en-US" altLang="ko-KR" sz="1200">
              <a:ln w="3175">
                <a:noFill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1200">
                <a:ln w="3175">
                  <a:noFill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합성</a:t>
            </a:r>
          </a:p>
        </p:txBody>
      </p:sp>
      <p:sp>
        <p:nvSpPr>
          <p:cNvPr id="52" name="TextBox 67"/>
          <p:cNvSpPr txBox="1">
            <a:spLocks noChangeArrowheads="1"/>
          </p:cNvSpPr>
          <p:nvPr/>
        </p:nvSpPr>
        <p:spPr bwMode="auto">
          <a:xfrm>
            <a:off x="4926013" y="5122443"/>
            <a:ext cx="1231900" cy="30777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/>
            <a:r>
              <a:rPr lang="ko-KR" altLang="en-US" sz="1400" b="1" dirty="0" smtClean="0">
                <a:ln w="10160">
                  <a:noFill/>
                  <a:prstDash val="solid"/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트랙녹음</a:t>
            </a:r>
            <a:endParaRPr lang="ko-KR" altLang="en-US" sz="1400" b="1" dirty="0">
              <a:ln w="10160">
                <a:noFill/>
                <a:prstDash val="solid"/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3" name="직선 화살표 연결선 69"/>
          <p:cNvCxnSpPr>
            <a:cxnSpLocks noChangeShapeType="1"/>
            <a:stCxn id="39" idx="3"/>
            <a:endCxn id="51" idx="1"/>
          </p:cNvCxnSpPr>
          <p:nvPr/>
        </p:nvCxnSpPr>
        <p:spPr bwMode="auto">
          <a:xfrm>
            <a:off x="5243513" y="4232501"/>
            <a:ext cx="611187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4" name="꺾인 연결선 77"/>
          <p:cNvCxnSpPr>
            <a:cxnSpLocks noChangeShapeType="1"/>
            <a:stCxn id="48" idx="0"/>
            <a:endCxn id="49" idx="2"/>
          </p:cNvCxnSpPr>
          <p:nvPr/>
        </p:nvCxnSpPr>
        <p:spPr bwMode="auto">
          <a:xfrm rot="16200000" flipV="1">
            <a:off x="4335966" y="5269380"/>
            <a:ext cx="383965" cy="69929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5" name="꺾인 연결선 79"/>
          <p:cNvCxnSpPr>
            <a:cxnSpLocks noChangeShapeType="1"/>
            <a:stCxn id="48" idx="0"/>
            <a:endCxn id="52" idx="2"/>
          </p:cNvCxnSpPr>
          <p:nvPr/>
        </p:nvCxnSpPr>
        <p:spPr bwMode="auto">
          <a:xfrm rot="5400000" flipH="1" flipV="1">
            <a:off x="5019384" y="5288431"/>
            <a:ext cx="380790" cy="664368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6" name="Shape 81"/>
          <p:cNvCxnSpPr>
            <a:cxnSpLocks noChangeShapeType="1"/>
            <a:stCxn id="52" idx="0"/>
            <a:endCxn id="51" idx="1"/>
          </p:cNvCxnSpPr>
          <p:nvPr/>
        </p:nvCxnSpPr>
        <p:spPr bwMode="auto">
          <a:xfrm rot="5400000" flipH="1" flipV="1">
            <a:off x="5253360" y="4521104"/>
            <a:ext cx="889942" cy="312737"/>
          </a:xfrm>
          <a:prstGeom prst="bentConnector2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7" name="TextBox 84"/>
          <p:cNvSpPr txBox="1">
            <a:spLocks noChangeArrowheads="1"/>
          </p:cNvSpPr>
          <p:nvPr/>
        </p:nvSpPr>
        <p:spPr bwMode="auto">
          <a:xfrm>
            <a:off x="7635909" y="4074771"/>
            <a:ext cx="96212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400" b="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청취 </a:t>
            </a:r>
            <a:r>
              <a:rPr lang="ko-KR" altLang="en-US" sz="14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신호</a:t>
            </a:r>
          </a:p>
        </p:txBody>
      </p:sp>
      <p:cxnSp>
        <p:nvCxnSpPr>
          <p:cNvPr id="58" name="직선 화살표 연결선 86"/>
          <p:cNvCxnSpPr>
            <a:cxnSpLocks noChangeShapeType="1"/>
            <a:stCxn id="51" idx="3"/>
            <a:endCxn id="57" idx="1"/>
          </p:cNvCxnSpPr>
          <p:nvPr/>
        </p:nvCxnSpPr>
        <p:spPr bwMode="auto">
          <a:xfrm flipV="1">
            <a:off x="7138988" y="4228660"/>
            <a:ext cx="496921" cy="384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9" name="Shape 91"/>
          <p:cNvCxnSpPr>
            <a:cxnSpLocks noChangeShapeType="1"/>
            <a:endCxn id="49" idx="1"/>
          </p:cNvCxnSpPr>
          <p:nvPr/>
        </p:nvCxnSpPr>
        <p:spPr bwMode="auto">
          <a:xfrm flipV="1">
            <a:off x="3186113" y="5273157"/>
            <a:ext cx="360362" cy="320773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238539" y="1517374"/>
            <a:ext cx="1202635" cy="4750468"/>
            <a:chOff x="3185" y="0"/>
            <a:chExt cx="1635761" cy="5072063"/>
          </a:xfrm>
        </p:grpSpPr>
        <p:sp>
          <p:nvSpPr>
            <p:cNvPr id="9" name="모서리가 둥근 직사각형 8"/>
            <p:cNvSpPr/>
            <p:nvPr/>
          </p:nvSpPr>
          <p:spPr>
            <a:xfrm>
              <a:off x="3185" y="0"/>
              <a:ext cx="1635761" cy="507206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모서리가 둥근 직사각형 4"/>
            <p:cNvSpPr/>
            <p:nvPr/>
          </p:nvSpPr>
          <p:spPr>
            <a:xfrm>
              <a:off x="3185" y="0"/>
              <a:ext cx="1635761" cy="7758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연구 목표</a:t>
              </a:r>
              <a:endParaRPr lang="ko-KR" altLang="en-US" sz="1600" kern="1200" dirty="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1543877" y="1510748"/>
            <a:ext cx="1341784" cy="4750468"/>
            <a:chOff x="3185" y="-52115"/>
            <a:chExt cx="1635761" cy="5072063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3185" y="-52115"/>
              <a:ext cx="1635761" cy="507206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모서리가 둥근 직사각형 4"/>
            <p:cNvSpPr/>
            <p:nvPr/>
          </p:nvSpPr>
          <p:spPr>
            <a:xfrm>
              <a:off x="3185" y="0"/>
              <a:ext cx="1635761" cy="65317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연구 내용</a:t>
              </a:r>
              <a:endParaRPr lang="ko-KR" altLang="en-US" sz="1600" kern="1200" dirty="0"/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3008243" y="1524000"/>
            <a:ext cx="6006548" cy="4750468"/>
            <a:chOff x="3185" y="0"/>
            <a:chExt cx="1635761" cy="5072063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3185" y="0"/>
              <a:ext cx="1635761" cy="5072063"/>
            </a:xfrm>
            <a:prstGeom prst="roundRect">
              <a:avLst>
                <a:gd name="adj" fmla="val 4246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모서리가 둥근 직사각형 4"/>
            <p:cNvSpPr/>
            <p:nvPr/>
          </p:nvSpPr>
          <p:spPr>
            <a:xfrm>
              <a:off x="3185" y="1"/>
              <a:ext cx="1635761" cy="6601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수행 방법</a:t>
              </a:r>
              <a:endParaRPr lang="ko-KR" altLang="en-US" sz="1600" kern="1200" dirty="0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– </a:t>
            </a:r>
            <a:r>
              <a:rPr lang="ko-KR" altLang="en-US" dirty="0" err="1" smtClean="0"/>
              <a:t>프로토타입</a:t>
            </a:r>
            <a:r>
              <a:rPr lang="ko-KR" altLang="en-US" dirty="0" smtClean="0"/>
              <a:t> 재생 단말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22</a:t>
            </a:fld>
            <a:endParaRPr lang="en-US" altLang="ko-KR" dirty="0"/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</p:nvPr>
        </p:nvGraphicFramePr>
        <p:xfrm>
          <a:off x="285313" y="1049820"/>
          <a:ext cx="8540750" cy="5072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내용 개체 틀 2"/>
          <p:cNvSpPr txBox="1">
            <a:spLocks/>
          </p:cNvSpPr>
          <p:nvPr/>
        </p:nvSpPr>
        <p:spPr bwMode="auto">
          <a:xfrm>
            <a:off x="352425" y="1000125"/>
            <a:ext cx="8540750" cy="507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66700" marR="0" lvl="0" indent="-2667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Blip>
                <a:blip r:embed="rId8"/>
              </a:buBlip>
              <a:tabLst/>
              <a:defRPr/>
            </a:pPr>
            <a:r>
              <a:rPr kumimoji="1" lang="ko-KR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F006C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연구내용 </a:t>
            </a:r>
            <a:r>
              <a:rPr kumimoji="1" lang="en-US" altLang="ko-KR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F006C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1" lang="ko-KR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F006C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수행방법</a:t>
            </a:r>
            <a:r>
              <a:rPr kumimoji="1" lang="en-US" altLang="ko-KR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F006C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)</a:t>
            </a:r>
            <a:endParaRPr kumimoji="1" lang="ko-KR" altLang="en-US" sz="2400" b="0" i="0" u="none" strike="noStrike" kern="0" cap="none" spc="0" normalizeH="0" baseline="0" noProof="0" dirty="0">
              <a:ln>
                <a:noFill/>
              </a:ln>
              <a:solidFill>
                <a:srgbClr val="1F006C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5"/>
          <p:cNvSpPr txBox="1">
            <a:spLocks/>
          </p:cNvSpPr>
          <p:nvPr/>
        </p:nvSpPr>
        <p:spPr bwMode="auto">
          <a:xfrm>
            <a:off x="470263" y="966647"/>
            <a:ext cx="8163832" cy="3993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r>
              <a:rPr kumimoji="1" lang="ko-KR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1F006C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평가방법</a:t>
            </a:r>
            <a:endParaRPr kumimoji="1" lang="en-US" altLang="ko-KR" sz="1600" b="0" i="0" u="none" strike="noStrike" kern="0" cap="none" spc="0" normalizeH="0" baseline="0" noProof="0" dirty="0" smtClean="0">
              <a:ln>
                <a:noFill/>
              </a:ln>
              <a:solidFill>
                <a:srgbClr val="1F006C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endParaRPr kumimoji="1" lang="en-US" altLang="ko-KR" sz="1600" b="0" i="0" u="none" strike="noStrike" kern="0" cap="none" spc="0" normalizeH="0" baseline="0" noProof="0" dirty="0" smtClean="0">
              <a:ln>
                <a:noFill/>
              </a:ln>
              <a:solidFill>
                <a:srgbClr val="1F006C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endParaRPr lang="en-US" altLang="ko-KR" sz="1600" kern="0" dirty="0" smtClean="0">
              <a:solidFill>
                <a:srgbClr val="1F006C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endParaRPr kumimoji="1" lang="en-US" altLang="ko-KR" sz="1600" b="0" i="0" u="none" strike="noStrike" kern="0" cap="none" spc="0" normalizeH="0" baseline="0" noProof="0" dirty="0" smtClean="0">
              <a:ln>
                <a:noFill/>
              </a:ln>
              <a:solidFill>
                <a:srgbClr val="1F006C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endParaRPr lang="en-US" altLang="ko-KR" sz="1600" kern="0" dirty="0" smtClean="0">
              <a:solidFill>
                <a:srgbClr val="1F006C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endParaRPr kumimoji="1" lang="en-US" altLang="ko-KR" sz="1600" b="0" i="0" u="none" strike="noStrike" kern="0" cap="none" spc="0" normalizeH="0" baseline="0" noProof="0" dirty="0" smtClean="0">
              <a:ln>
                <a:noFill/>
              </a:ln>
              <a:solidFill>
                <a:srgbClr val="1F006C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endParaRPr lang="en-US" altLang="ko-KR" sz="1600" kern="0" dirty="0" smtClean="0">
              <a:solidFill>
                <a:srgbClr val="1F006C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endParaRPr kumimoji="1" lang="en-US" altLang="ko-KR" sz="1600" b="0" i="0" u="none" strike="noStrike" kern="0" cap="none" spc="0" normalizeH="0" baseline="0" noProof="0" dirty="0" smtClean="0">
              <a:ln>
                <a:noFill/>
              </a:ln>
              <a:solidFill>
                <a:srgbClr val="1F006C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endParaRPr lang="en-US" altLang="ko-KR" sz="1600" kern="0" dirty="0" smtClean="0">
              <a:solidFill>
                <a:srgbClr val="1F006C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endParaRPr kumimoji="1" lang="en-US" altLang="ko-KR" sz="1600" b="0" i="0" u="none" strike="noStrike" kern="0" cap="none" spc="0" normalizeH="0" baseline="0" noProof="0" dirty="0" smtClean="0">
              <a:ln>
                <a:noFill/>
              </a:ln>
              <a:solidFill>
                <a:srgbClr val="1F006C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endParaRPr lang="en-US" altLang="ko-KR" sz="1600" kern="0" dirty="0" smtClean="0">
              <a:solidFill>
                <a:srgbClr val="1F006C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4138" indent="-260350" eaLnBrk="0" hangingPunct="0"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r>
              <a:rPr kumimoji="1" lang="ko-KR" alt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1F006C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계힉</a:t>
            </a:r>
            <a:r>
              <a:rPr kumimoji="1" lang="ko-KR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1F006C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대비 목표 달성도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– </a:t>
            </a:r>
            <a:r>
              <a:rPr lang="ko-KR" altLang="en-US" dirty="0" smtClean="0"/>
              <a:t>분위기 제어 </a:t>
            </a:r>
            <a:r>
              <a:rPr lang="en-US" altLang="ko-KR" dirty="0" smtClean="0"/>
              <a:t>&amp; </a:t>
            </a:r>
            <a:r>
              <a:rPr lang="ko-KR" altLang="en-US" dirty="0" err="1" smtClean="0"/>
              <a:t>프로토타입</a:t>
            </a:r>
            <a:r>
              <a:rPr lang="ko-KR" altLang="en-US" dirty="0" smtClean="0"/>
              <a:t> 재생 단말 </a:t>
            </a:r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335008" y="1166949"/>
          <a:ext cx="8540750" cy="296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23</a:t>
            </a:fld>
            <a:endParaRPr lang="en-US" altLang="ko-KR" dirty="0"/>
          </a:p>
        </p:txBody>
      </p:sp>
      <p:pic>
        <p:nvPicPr>
          <p:cNvPr id="7" name="Picture 3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252193" y="1519414"/>
            <a:ext cx="596329" cy="656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252197" y="2177808"/>
            <a:ext cx="598300" cy="58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3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821227" y="1500092"/>
            <a:ext cx="626785" cy="527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6" descr="C:\DOCUME~1\user\LOCALS~1\Temp\UNI000012d82988.gif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416762" y="1437052"/>
            <a:ext cx="1969592" cy="1348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3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823109" y="1519417"/>
            <a:ext cx="591816" cy="651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823110" y="2169101"/>
            <a:ext cx="593773" cy="584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33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392145" y="1508803"/>
            <a:ext cx="915421" cy="770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3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4416579" y="2063931"/>
            <a:ext cx="1000155" cy="692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540250" y="4511495"/>
          <a:ext cx="8237991" cy="1767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29304"/>
                <a:gridCol w="1879041"/>
                <a:gridCol w="1881052"/>
                <a:gridCol w="1776548"/>
                <a:gridCol w="870857"/>
                <a:gridCol w="801189"/>
              </a:tblGrid>
              <a:tr h="28069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항목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목표</a:t>
                      </a:r>
                      <a:endParaRPr lang="en-US" altLang="ko-KR" sz="14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4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성능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달성도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4210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차년도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 smtClean="0"/>
                        <a:t>2</a:t>
                      </a:r>
                      <a:r>
                        <a:rPr lang="ko-KR" altLang="en-US" sz="1200" baseline="0" dirty="0" smtClean="0"/>
                        <a:t>차년도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차년도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차년도</a:t>
                      </a:r>
                      <a:r>
                        <a:rPr lang="en-US" altLang="ko-KR" sz="1200" dirty="0" smtClean="0"/>
                        <a:t/>
                      </a:r>
                      <a:br>
                        <a:rPr lang="en-US" altLang="ko-KR" sz="1200" dirty="0" smtClean="0"/>
                      </a:br>
                      <a:r>
                        <a:rPr lang="ko-KR" altLang="en-US" sz="1200" dirty="0" smtClean="0"/>
                        <a:t>목표대비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r>
                        <a:rPr lang="ko-KR" altLang="en-US" sz="1200" dirty="0" smtClean="0"/>
                        <a:t>차년도</a:t>
                      </a:r>
                      <a:r>
                        <a:rPr lang="en-US" altLang="ko-KR" sz="1200" dirty="0" smtClean="0"/>
                        <a:t/>
                      </a:r>
                      <a:br>
                        <a:rPr lang="en-US" altLang="ko-KR" sz="1200" dirty="0" smtClean="0"/>
                      </a:br>
                      <a:r>
                        <a:rPr lang="ko-KR" altLang="en-US" sz="1200" dirty="0" smtClean="0"/>
                        <a:t>목표대비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9263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프로토타입</a:t>
                      </a:r>
                      <a:r>
                        <a:rPr lang="ko-KR" altLang="en-US" sz="1200" dirty="0" smtClean="0"/>
                        <a:t> 재생 단말</a:t>
                      </a:r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 err="1" smtClean="0"/>
                        <a:t>음원</a:t>
                      </a:r>
                      <a:r>
                        <a:rPr lang="ko-KR" altLang="en-US" sz="1200" dirty="0" smtClean="0"/>
                        <a:t> 선택 기능</a:t>
                      </a:r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 err="1" smtClean="0"/>
                        <a:t>음원</a:t>
                      </a:r>
                      <a:r>
                        <a:rPr lang="ko-KR" altLang="en-US" sz="1200" dirty="0" smtClean="0"/>
                        <a:t> 볼륨 조정 기능</a:t>
                      </a:r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 err="1" smtClean="0"/>
                        <a:t>프리셋</a:t>
                      </a:r>
                      <a:r>
                        <a:rPr lang="ko-KR" altLang="en-US" sz="1200" dirty="0" smtClean="0"/>
                        <a:t> 선택 기능</a:t>
                      </a:r>
                      <a:endParaRPr lang="en-US" altLang="ko-KR" sz="1200" dirty="0" smtClean="0"/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u="sng" dirty="0" smtClean="0"/>
                        <a:t>분위기 제어 기능</a:t>
                      </a:r>
                      <a:endParaRPr lang="en-US" altLang="ko-KR" sz="1200" u="sng" dirty="0" smtClean="0"/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endParaRPr lang="ko-KR" altLang="en-US" sz="12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 err="1" smtClean="0"/>
                        <a:t>음원</a:t>
                      </a:r>
                      <a:r>
                        <a:rPr lang="ko-KR" altLang="en-US" sz="1200" dirty="0" smtClean="0"/>
                        <a:t> 선택 기능</a:t>
                      </a:r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 err="1" smtClean="0"/>
                        <a:t>음원</a:t>
                      </a:r>
                      <a:r>
                        <a:rPr lang="ko-KR" altLang="en-US" sz="1200" dirty="0" smtClean="0"/>
                        <a:t> 볼륨 조정 기능</a:t>
                      </a:r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 err="1" smtClean="0"/>
                        <a:t>프리셋</a:t>
                      </a:r>
                      <a:r>
                        <a:rPr lang="ko-KR" altLang="en-US" sz="1200" dirty="0" smtClean="0"/>
                        <a:t> 선택 기능</a:t>
                      </a:r>
                      <a:endParaRPr lang="en-US" altLang="ko-KR" sz="1200" dirty="0" smtClean="0"/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u="sng" dirty="0" smtClean="0"/>
                        <a:t>분위기 제어 기능</a:t>
                      </a:r>
                      <a:endParaRPr lang="en-US" altLang="ko-KR" sz="1200" u="sng" dirty="0" smtClean="0"/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en-US" altLang="ko-KR" sz="1200" u="sng" dirty="0" err="1" smtClean="0"/>
                        <a:t>UCC</a:t>
                      </a:r>
                      <a:r>
                        <a:rPr lang="en-US" altLang="ko-KR" sz="1200" u="sng" dirty="0" smtClean="0"/>
                        <a:t> </a:t>
                      </a:r>
                      <a:r>
                        <a:rPr lang="ko-KR" altLang="en-US" sz="1200" u="sng" dirty="0" smtClean="0"/>
                        <a:t>기능</a:t>
                      </a:r>
                      <a:endParaRPr lang="ko-KR" altLang="en-US" sz="1200" b="1" u="sng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 err="1" smtClean="0"/>
                        <a:t>음원</a:t>
                      </a:r>
                      <a:r>
                        <a:rPr lang="ko-KR" altLang="en-US" sz="1200" dirty="0" smtClean="0"/>
                        <a:t> 선택 기능</a:t>
                      </a:r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 err="1" smtClean="0"/>
                        <a:t>음원</a:t>
                      </a:r>
                      <a:r>
                        <a:rPr lang="ko-KR" altLang="en-US" sz="1200" dirty="0" smtClean="0"/>
                        <a:t> 볼륨 조정 기능</a:t>
                      </a:r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 err="1" smtClean="0"/>
                        <a:t>프리셋</a:t>
                      </a:r>
                      <a:r>
                        <a:rPr lang="ko-KR" altLang="en-US" sz="1200" dirty="0" smtClean="0"/>
                        <a:t> 선택 기능</a:t>
                      </a:r>
                      <a:endParaRPr lang="en-US" altLang="ko-KR" sz="1200" dirty="0" smtClean="0"/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ko-KR" altLang="en-US" sz="1200" u="sng" dirty="0" smtClean="0"/>
                        <a:t>분위기 제어 기능</a:t>
                      </a:r>
                      <a:endParaRPr lang="en-US" altLang="ko-KR" sz="1200" u="sng" dirty="0" smtClean="0"/>
                    </a:p>
                    <a:p>
                      <a:pPr algn="just" latinLnBrk="1">
                        <a:buFont typeface="Arial" pitchFamily="34" charset="0"/>
                        <a:buChar char="•"/>
                      </a:pPr>
                      <a:r>
                        <a:rPr lang="en-US" altLang="ko-KR" sz="1200" u="sng" dirty="0" smtClean="0"/>
                        <a:t>UCC </a:t>
                      </a:r>
                      <a:r>
                        <a:rPr lang="ko-KR" altLang="en-US" sz="1200" u="sng" dirty="0" smtClean="0"/>
                        <a:t>트랙녹음</a:t>
                      </a:r>
                      <a:r>
                        <a:rPr lang="en-US" altLang="ko-KR" sz="1200" u="sng" dirty="0" smtClean="0"/>
                        <a:t> </a:t>
                      </a:r>
                      <a:r>
                        <a:rPr lang="ko-KR" altLang="en-US" sz="1200" u="sng" dirty="0" smtClean="0"/>
                        <a:t>기능</a:t>
                      </a:r>
                      <a:endParaRPr lang="ko-KR" altLang="en-US" sz="1200" b="1" u="sng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 smtClean="0"/>
                        <a:t>100%</a:t>
                      </a:r>
                      <a:endParaRPr lang="en-US" altLang="ko-KR" sz="12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aseline="0" dirty="0" smtClean="0"/>
                        <a:t>85%</a:t>
                      </a:r>
                      <a:endParaRPr lang="en-US" altLang="ko-KR" sz="12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II. </a:t>
            </a:r>
            <a:r>
              <a:rPr lang="ko-KR" altLang="en-US" dirty="0" smtClean="0"/>
              <a:t>연구목표 달성도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– </a:t>
            </a:r>
            <a:r>
              <a:rPr lang="ko-KR" altLang="en-US" dirty="0" smtClean="0"/>
              <a:t>계획 대비 목표 달성도 </a:t>
            </a:r>
            <a:r>
              <a:rPr lang="en-US" altLang="ko-KR" dirty="0" smtClean="0"/>
              <a:t>(</a:t>
            </a:r>
            <a:r>
              <a:rPr lang="ko-KR" altLang="en-US" dirty="0" smtClean="0"/>
              <a:t>요약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24</a:t>
            </a:fld>
            <a:endParaRPr lang="en-US" altLang="ko-KR" dirty="0"/>
          </a:p>
        </p:txBody>
      </p:sp>
      <p:graphicFrame>
        <p:nvGraphicFramePr>
          <p:cNvPr id="5" name="내용 개체 틀 4"/>
          <p:cNvGraphicFramePr>
            <a:graphicFrameLocks/>
          </p:cNvGraphicFramePr>
          <p:nvPr/>
        </p:nvGraphicFramePr>
        <p:xfrm>
          <a:off x="284108" y="997780"/>
          <a:ext cx="8638911" cy="4712474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308472"/>
                <a:gridCol w="838200"/>
                <a:gridCol w="1607820"/>
                <a:gridCol w="1668780"/>
                <a:gridCol w="1506220"/>
                <a:gridCol w="889000"/>
                <a:gridCol w="820419"/>
              </a:tblGrid>
              <a:tr h="267058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평가항목</a:t>
                      </a:r>
                    </a:p>
                    <a:p>
                      <a:pPr algn="ctr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주요성능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평가 방법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개발 목표치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결과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달성도 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(%)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</a:tcPr>
                </a:tc>
              </a:tr>
              <a:tr h="2883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 smtClean="0"/>
                        <a:t>당해년도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최종</a:t>
                      </a:r>
                      <a:endParaRPr lang="ko-KR" alt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 smtClean="0"/>
                        <a:t>당해년도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 smtClean="0"/>
                        <a:t>당해년도</a:t>
                      </a:r>
                      <a:r>
                        <a:rPr lang="en-US" altLang="ko-KR" sz="1200" dirty="0" smtClean="0"/>
                        <a:t/>
                      </a:r>
                      <a:br>
                        <a:rPr lang="en-US" altLang="ko-KR" sz="1200" dirty="0" smtClean="0"/>
                      </a:br>
                      <a:r>
                        <a:rPr lang="ko-KR" altLang="en-US" sz="1200" dirty="0" smtClean="0"/>
                        <a:t>목표 대비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/>
                        <a:t>최종</a:t>
                      </a:r>
                      <a:r>
                        <a:rPr lang="en-US" altLang="ko-KR" sz="1200" dirty="0" smtClean="0"/>
                        <a:t/>
                      </a:r>
                      <a:br>
                        <a:rPr lang="en-US" altLang="ko-KR" sz="1200" dirty="0" smtClean="0"/>
                      </a:br>
                      <a:r>
                        <a:rPr lang="ko-KR" altLang="en-US" sz="1200" dirty="0" smtClean="0"/>
                        <a:t>목표 대비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576788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다객체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오디오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파라메트릭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부호화 모듈 음질 평가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/>
                        <a:t>MOS</a:t>
                      </a:r>
                      <a:r>
                        <a:rPr lang="en-US" altLang="ko-KR" sz="1200" b="0" baseline="300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r>
                        <a:rPr lang="en-US" altLang="ko-KR" sz="1200" b="0" dirty="0" smtClean="0"/>
                        <a:t/>
                      </a:r>
                      <a:br>
                        <a:rPr lang="en-US" altLang="ko-KR" sz="1200" b="0" dirty="0" smtClean="0"/>
                      </a:br>
                      <a:r>
                        <a:rPr lang="en-US" altLang="ko-KR" sz="1200" b="0" dirty="0" smtClean="0"/>
                        <a:t>(5</a:t>
                      </a:r>
                      <a:r>
                        <a:rPr lang="ko-KR" altLang="en-US" sz="1200" b="0" dirty="0" smtClean="0"/>
                        <a:t>점 만점</a:t>
                      </a:r>
                      <a:r>
                        <a:rPr lang="en-US" altLang="ko-KR" sz="1200" b="0" dirty="0" smtClean="0"/>
                        <a:t>)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b="0" dirty="0"/>
                        <a:t>5</a:t>
                      </a:r>
                      <a:r>
                        <a:rPr lang="ko-KR" altLang="en-US" sz="1200" b="0" dirty="0"/>
                        <a:t>개 객체기준 </a:t>
                      </a:r>
                      <a:r>
                        <a:rPr lang="ko-KR" altLang="en-US" sz="1200" b="0" dirty="0" err="1"/>
                        <a:t>음원제어</a:t>
                      </a:r>
                      <a:r>
                        <a:rPr lang="ko-KR" altLang="en-US" sz="1200" b="0" dirty="0"/>
                        <a:t> 시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smtClean="0"/>
                        <a:t>부가정보 </a:t>
                      </a:r>
                      <a:r>
                        <a:rPr lang="en-US" altLang="ko-KR" sz="1200" b="0" dirty="0" smtClean="0"/>
                        <a:t>40kpbs </a:t>
                      </a:r>
                      <a:r>
                        <a:rPr lang="ko-KR" altLang="en-US" sz="1200" b="0" dirty="0" smtClean="0"/>
                        <a:t>기준</a:t>
                      </a:r>
                      <a:r>
                        <a:rPr lang="en-US" altLang="ko-KR" sz="1200" b="0" dirty="0" smtClean="0"/>
                        <a:t>,  </a:t>
                      </a:r>
                      <a:r>
                        <a:rPr lang="en-US" altLang="ko-KR" sz="1200" b="0" dirty="0"/>
                        <a:t>MOS </a:t>
                      </a:r>
                      <a:r>
                        <a:rPr lang="en-US" altLang="ko-KR" sz="1200" b="0" dirty="0" smtClean="0"/>
                        <a:t>3.5 </a:t>
                      </a:r>
                      <a:r>
                        <a:rPr lang="ko-KR" altLang="en-US" sz="1200" b="0" dirty="0"/>
                        <a:t>이상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5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개 객체기준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음원제어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시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부가정보 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40kpbs </a:t>
                      </a:r>
                      <a:r>
                        <a:rPr lang="ko-KR" altLang="en-US" sz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기준</a:t>
                      </a:r>
                      <a:r>
                        <a:rPr lang="en-US" altLang="ko-KR" sz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MOS 4.0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이상</a:t>
                      </a:r>
                      <a:endParaRPr lang="ko-KR" alt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/>
                        <a:t>MOS</a:t>
                      </a:r>
                      <a:r>
                        <a:rPr lang="en-US" altLang="ko-KR" sz="1200" b="1" baseline="0" dirty="0" smtClean="0"/>
                        <a:t> 3.5 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87.5%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432591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 err="1"/>
                        <a:t>음원</a:t>
                      </a:r>
                      <a:r>
                        <a:rPr lang="ko-KR" altLang="en-US" sz="1200" b="0" dirty="0"/>
                        <a:t> 특징 기반 오디오 부호화 모듈 음질평가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MOS</a:t>
                      </a:r>
                    </a:p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(5</a:t>
                      </a:r>
                      <a:r>
                        <a:rPr lang="ko-KR" altLang="en-US" sz="12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점 만점</a:t>
                      </a:r>
                      <a:r>
                        <a:rPr lang="en-US" altLang="ko-KR" sz="1200" b="0" dirty="0" smtClean="0"/>
                        <a:t>)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/>
                        <a:t>-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48kbps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스테레오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MOS 4.0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이상</a:t>
                      </a:r>
                      <a:endParaRPr lang="ko-KR" alt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432591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음원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특징 추출 알고리즘 추출 정확도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 smtClean="0"/>
                        <a:t>검출적중률</a:t>
                      </a:r>
                      <a:r>
                        <a:rPr lang="en-US" altLang="ko-KR" sz="1200" b="0" dirty="0" smtClean="0"/>
                        <a:t>(%)</a:t>
                      </a:r>
                      <a:endParaRPr lang="en-US" altLang="ko-KR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/>
                        <a:t>검출적중률 </a:t>
                      </a:r>
                      <a:r>
                        <a:rPr lang="en-US" altLang="ko-KR" sz="1200" b="0" dirty="0" smtClean="0"/>
                        <a:t>80% </a:t>
                      </a:r>
                      <a:r>
                        <a:rPr lang="ko-KR" altLang="en-US" sz="1200" b="0" dirty="0"/>
                        <a:t>이상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검출적중률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85%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이상</a:t>
                      </a:r>
                      <a:endParaRPr lang="ko-KR" alt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/>
                        <a:t>87.34%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100%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~100%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432591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/>
                        <a:t>주요 객체 </a:t>
                      </a:r>
                      <a:r>
                        <a:rPr lang="ko-KR" altLang="en-US" sz="1200" b="0" dirty="0" err="1"/>
                        <a:t>음원</a:t>
                      </a:r>
                      <a:r>
                        <a:rPr lang="ko-KR" altLang="en-US" sz="1200" b="0" dirty="0"/>
                        <a:t> 추출 모듈 성능 객관 평가  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SIR</a:t>
                      </a:r>
                      <a:r>
                        <a:rPr lang="en-US" altLang="ko-KR" sz="1200" b="0" baseline="300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endParaRPr lang="en-US" sz="1200" b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(dB)</a:t>
                      </a:r>
                      <a:endParaRPr 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/>
                        <a:t>-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SIR 10dB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이상</a:t>
                      </a:r>
                      <a:endParaRPr lang="ko-KR" alt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432591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/>
                        <a:t>주요 객체 </a:t>
                      </a:r>
                      <a:r>
                        <a:rPr lang="ko-KR" altLang="en-US" sz="1200" b="0" dirty="0" err="1"/>
                        <a:t>음원</a:t>
                      </a:r>
                      <a:r>
                        <a:rPr lang="ko-KR" altLang="en-US" sz="1200" b="0" dirty="0"/>
                        <a:t> 추출 모듈 성능 음질 평가  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MOS</a:t>
                      </a:r>
                    </a:p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(5</a:t>
                      </a:r>
                      <a:r>
                        <a:rPr lang="ko-KR" altLang="en-US" sz="1200" b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점만점</a:t>
                      </a:r>
                      <a:r>
                        <a:rPr lang="en-US" altLang="ko-KR" sz="12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/>
                        <a:t>-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MOS 3.5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이상</a:t>
                      </a:r>
                      <a:endParaRPr lang="ko-KR" alt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576788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/>
                        <a:t>이용자 </a:t>
                      </a:r>
                      <a:r>
                        <a:rPr lang="ko-KR" altLang="en-US" sz="1200" b="0" dirty="0" err="1"/>
                        <a:t>창조형</a:t>
                      </a:r>
                      <a:r>
                        <a:rPr lang="ko-KR" altLang="en-US" sz="1200" b="0" dirty="0"/>
                        <a:t> 음악 </a:t>
                      </a:r>
                      <a:r>
                        <a:rPr lang="ko-KR" altLang="en-US" sz="1200" b="0" dirty="0" err="1"/>
                        <a:t>콘텐츠</a:t>
                      </a:r>
                      <a:r>
                        <a:rPr lang="ko-KR" altLang="en-US" sz="1200" b="0" dirty="0"/>
                        <a:t> 저작 도구 기능 검증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기능별 동작여부</a:t>
                      </a:r>
                      <a:endParaRPr lang="ko-KR" alt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/>
                        <a:t>-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스테레오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음원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추출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제거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음원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특징 추출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제어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콘텐츠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생성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부호화</a:t>
                      </a:r>
                      <a:endParaRPr lang="ko-KR" alt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576788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이용자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창조형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음악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콘텐츠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재생 단말 기능검증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/>
                        <a:t>기능별 </a:t>
                      </a:r>
                      <a:r>
                        <a:rPr lang="ko-KR" altLang="en-US" sz="1200" b="0" dirty="0" smtClean="0"/>
                        <a:t>동작여부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 err="1"/>
                        <a:t>음원</a:t>
                      </a:r>
                      <a:r>
                        <a:rPr lang="ko-KR" altLang="en-US" sz="1200" b="0" dirty="0"/>
                        <a:t> 선택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음원</a:t>
                      </a:r>
                      <a:r>
                        <a:rPr lang="ko-KR" altLang="en-US" sz="1200" b="0" dirty="0"/>
                        <a:t> 볼륨 조정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 err="1"/>
                        <a:t>프리셋</a:t>
                      </a:r>
                      <a:r>
                        <a:rPr lang="en-US" altLang="ko-KR" sz="1200" b="0" dirty="0"/>
                        <a:t>, </a:t>
                      </a:r>
                      <a:r>
                        <a:rPr lang="ko-KR" altLang="en-US" sz="1200" b="0" dirty="0"/>
                        <a:t>분위기 </a:t>
                      </a:r>
                      <a:r>
                        <a:rPr lang="ko-KR" altLang="en-US" sz="1200" b="0" dirty="0" smtClean="0"/>
                        <a:t>제어</a:t>
                      </a:r>
                      <a:endParaRPr lang="en-US" altLang="ko-KR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음원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선택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음원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볼륨 조정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프리셋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분위기 제어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, </a:t>
                      </a:r>
                      <a:r>
                        <a:rPr lang="en-US" altLang="ko-KR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UCC</a:t>
                      </a: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 smtClean="0"/>
                        <a:t>음원</a:t>
                      </a:r>
                      <a:r>
                        <a:rPr lang="ko-KR" altLang="en-US" sz="1200" dirty="0" smtClean="0"/>
                        <a:t> 선택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err="1" smtClean="0"/>
                        <a:t>음원</a:t>
                      </a:r>
                      <a:r>
                        <a:rPr lang="ko-KR" altLang="en-US" sz="1200" dirty="0" smtClean="0"/>
                        <a:t> 볼륨 조정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err="1" smtClean="0"/>
                        <a:t>프리셋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b="0" u="sng" dirty="0" smtClean="0"/>
                        <a:t>분위기 제어</a:t>
                      </a:r>
                      <a:r>
                        <a:rPr lang="en-US" altLang="ko-KR" sz="1200" b="0" u="sng" dirty="0" smtClean="0"/>
                        <a:t>, UCC</a:t>
                      </a:r>
                      <a:r>
                        <a:rPr lang="en-US" altLang="ko-KR" sz="1200" b="0" u="sng" baseline="0" dirty="0" smtClean="0"/>
                        <a:t> </a:t>
                      </a:r>
                      <a:r>
                        <a:rPr lang="ko-KR" altLang="en-US" sz="1200" b="0" u="sng" baseline="0" dirty="0" smtClean="0"/>
                        <a:t>트랙녹음</a:t>
                      </a:r>
                      <a:endParaRPr lang="en-US" altLang="ko-KR" sz="1200" b="0" u="sng" dirty="0" smtClean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100%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/>
                        <a:t>85%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2954217" y="5772050"/>
            <a:ext cx="6145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latinLnBrk="0"/>
            <a:r>
              <a:rPr lang="ko-KR" altLang="en-US" sz="1200" dirty="0" smtClean="0"/>
              <a:t>주</a:t>
            </a:r>
            <a:r>
              <a:rPr lang="en-US" altLang="ko-KR" sz="1200" dirty="0" smtClean="0"/>
              <a:t>1. Mean Opinion Score: </a:t>
            </a:r>
            <a:r>
              <a:rPr lang="ko-KR" altLang="en-US" sz="1200" dirty="0" smtClean="0"/>
              <a:t>원본 대비 음질을 </a:t>
            </a:r>
            <a:r>
              <a:rPr lang="en-US" altLang="ko-KR" sz="1200" dirty="0" smtClean="0"/>
              <a:t>0~5</a:t>
            </a:r>
            <a:r>
              <a:rPr lang="ko-KR" altLang="en-US" sz="1200" dirty="0" smtClean="0"/>
              <a:t>점 사이의 값으로 주관 평가하는 방법</a:t>
            </a:r>
            <a:endParaRPr lang="en-US" altLang="ko-KR" sz="1200" dirty="0" smtClean="0"/>
          </a:p>
          <a:p>
            <a:pPr marL="273050" indent="-273050" latinLnBrk="0"/>
            <a:r>
              <a:rPr lang="ko-KR" altLang="en-US" sz="1200" dirty="0" smtClean="0"/>
              <a:t>주</a:t>
            </a:r>
            <a:r>
              <a:rPr lang="en-US" altLang="ko-KR" sz="1200" dirty="0" smtClean="0"/>
              <a:t>2. Signal to Interference Ratio: </a:t>
            </a:r>
            <a:r>
              <a:rPr lang="ko-KR" altLang="en-US" sz="1200" dirty="0" smtClean="0"/>
              <a:t>간섭신호 대비 원 신호의 음량을 정량적으로 측정</a:t>
            </a:r>
            <a:endParaRPr lang="en-US" altLang="ko-KR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DD8DB90-133C-4D93-B9C9-AFCA3B99DC73}" type="slidenum">
              <a:rPr lang="en-US" altLang="ko-KR" smtClean="0"/>
              <a:pPr/>
              <a:t>25</a:t>
            </a:fld>
            <a:endParaRPr lang="en-US" altLang="ko-KR" smtClean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graphicFrame>
        <p:nvGraphicFramePr>
          <p:cNvPr id="6" name="다이어그램 5"/>
          <p:cNvGraphicFramePr/>
          <p:nvPr/>
        </p:nvGraphicFramePr>
        <p:xfrm>
          <a:off x="2324100" y="887695"/>
          <a:ext cx="4495800" cy="534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III. </a:t>
            </a:r>
            <a:r>
              <a:rPr lang="ko-KR" altLang="en-US" dirty="0" smtClean="0"/>
              <a:t>연구 수행방법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계획 대비 일정</a:t>
            </a:r>
            <a:r>
              <a:rPr lang="en-US" altLang="ko-KR" dirty="0" smtClean="0"/>
              <a:t>(WBS)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26</a:t>
            </a:fld>
            <a:endParaRPr lang="en-US" altLang="ko-KR" dirty="0"/>
          </a:p>
        </p:txBody>
      </p:sp>
      <p:sp>
        <p:nvSpPr>
          <p:cNvPr id="49" name="내용 개체 틀 2"/>
          <p:cNvSpPr>
            <a:spLocks noGrp="1"/>
          </p:cNvSpPr>
          <p:nvPr>
            <p:ph idx="1"/>
          </p:nvPr>
        </p:nvSpPr>
        <p:spPr>
          <a:xfrm>
            <a:off x="352425" y="1000125"/>
            <a:ext cx="8540750" cy="5072063"/>
          </a:xfrm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158475" y="1074633"/>
          <a:ext cx="6394723" cy="4853940"/>
        </p:xfrm>
        <a:graphic>
          <a:graphicData uri="http://schemas.openxmlformats.org/drawingml/2006/table">
            <a:tbl>
              <a:tblPr firstRow="1" firstCol="1" la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3135871"/>
                <a:gridCol w="271571"/>
                <a:gridCol w="271571"/>
                <a:gridCol w="271571"/>
                <a:gridCol w="271571"/>
                <a:gridCol w="271571"/>
                <a:gridCol w="271571"/>
                <a:gridCol w="271571"/>
                <a:gridCol w="271571"/>
                <a:gridCol w="271571"/>
                <a:gridCol w="271571"/>
                <a:gridCol w="271571"/>
                <a:gridCol w="271571"/>
              </a:tblGrid>
              <a:tr h="16142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과 제 내 용</a:t>
                      </a:r>
                      <a:endParaRPr lang="ko-KR" altLang="en-US" sz="12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/>
                        <a:t>추 진 일 정</a:t>
                      </a:r>
                      <a:endParaRPr lang="ko-KR" altLang="en-US" sz="12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83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3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4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5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6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7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8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9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10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11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12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1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/>
                        <a:t>2</a:t>
                      </a:r>
                      <a:endParaRPr lang="ko-KR" altLang="en-US" sz="9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>
                    <a:cell3D prstMaterial="dkEdge">
                      <a:bevel prst="coolSlant"/>
                      <a:lightRig rig="flood" dir="t"/>
                    </a:cell3D>
                  </a:tcPr>
                </a:tc>
              </a:tr>
              <a:tr h="602661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200" b="0" dirty="0" smtClean="0"/>
                        <a:t>기존의 </a:t>
                      </a:r>
                      <a:r>
                        <a:rPr lang="ko-KR" altLang="en-US" sz="1200" b="0" dirty="0" err="1" smtClean="0"/>
                        <a:t>음원</a:t>
                      </a:r>
                      <a:r>
                        <a:rPr lang="ko-KR" altLang="en-US" sz="1200" b="0" dirty="0" smtClean="0"/>
                        <a:t> 활용을 위한 </a:t>
                      </a:r>
                      <a:r>
                        <a:rPr lang="ko-KR" altLang="en-US" sz="1200" b="0" dirty="0" err="1" smtClean="0"/>
                        <a:t>음원분리</a:t>
                      </a:r>
                      <a:r>
                        <a:rPr lang="ko-KR" altLang="en-US" sz="1200" b="0" dirty="0" smtClean="0"/>
                        <a:t> 기술</a:t>
                      </a:r>
                      <a:endParaRPr lang="en-US" altLang="ko-KR" sz="12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100" b="0" dirty="0" smtClean="0"/>
                        <a:t>주파수</a:t>
                      </a:r>
                      <a:r>
                        <a:rPr lang="en-US" altLang="ko-KR" sz="1100" b="0" dirty="0" smtClean="0"/>
                        <a:t>/</a:t>
                      </a:r>
                      <a:r>
                        <a:rPr lang="ko-KR" altLang="en-US" sz="1100" b="0" dirty="0" smtClean="0"/>
                        <a:t>시간</a:t>
                      </a:r>
                      <a:r>
                        <a:rPr lang="en-US" altLang="ko-KR" sz="1100" b="0" dirty="0" smtClean="0"/>
                        <a:t>/</a:t>
                      </a:r>
                      <a:r>
                        <a:rPr lang="ko-KR" altLang="en-US" sz="1100" b="0" dirty="0" smtClean="0"/>
                        <a:t>음상 영역에서의 특징 연구</a:t>
                      </a:r>
                      <a:endParaRPr lang="en-US" altLang="ko-KR" sz="11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100" b="0" dirty="0" smtClean="0"/>
                        <a:t>특징 데이터베이스 생성</a:t>
                      </a:r>
                      <a:endParaRPr lang="en-US" altLang="ko-KR" sz="11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100" b="0" dirty="0" smtClean="0"/>
                        <a:t>특징 별 </a:t>
                      </a:r>
                      <a:r>
                        <a:rPr lang="ko-KR" altLang="en-US" sz="1100" b="0" dirty="0" err="1" smtClean="0"/>
                        <a:t>음원분리</a:t>
                      </a:r>
                      <a:r>
                        <a:rPr lang="ko-KR" altLang="en-US" sz="1100" b="0" dirty="0" smtClean="0"/>
                        <a:t> 활용도 검토</a:t>
                      </a:r>
                      <a:endParaRPr lang="en-US" altLang="ko-KR" sz="1100" b="0" dirty="0" smtClean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</a:tr>
              <a:tr h="731802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200" b="0" dirty="0" smtClean="0"/>
                        <a:t>고품질 </a:t>
                      </a:r>
                      <a:r>
                        <a:rPr lang="ko-KR" altLang="en-US" sz="1200" b="0" dirty="0" err="1" smtClean="0"/>
                        <a:t>다객체</a:t>
                      </a:r>
                      <a:r>
                        <a:rPr lang="ko-KR" altLang="en-US" sz="1200" b="0" dirty="0" smtClean="0"/>
                        <a:t> 오디오 </a:t>
                      </a:r>
                      <a:r>
                        <a:rPr lang="ko-KR" altLang="en-US" sz="1200" b="0" dirty="0" err="1" smtClean="0"/>
                        <a:t>부복호화</a:t>
                      </a:r>
                      <a:r>
                        <a:rPr lang="ko-KR" altLang="en-US" sz="1200" b="0" dirty="0" smtClean="0"/>
                        <a:t> 기술</a:t>
                      </a:r>
                      <a:endParaRPr lang="en-US" altLang="ko-KR" sz="12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100" b="0" dirty="0" smtClean="0"/>
                        <a:t>특징 기반 분류 기술 연구</a:t>
                      </a:r>
                      <a:endParaRPr lang="en-US" altLang="ko-KR" sz="11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100" b="0" dirty="0" smtClean="0"/>
                        <a:t>특징 기반 코딩 방식 연구</a:t>
                      </a:r>
                      <a:endParaRPr lang="en-US" altLang="ko-KR" sz="11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100" b="0" dirty="0" err="1" smtClean="0"/>
                        <a:t>공간큐</a:t>
                      </a:r>
                      <a:r>
                        <a:rPr lang="ko-KR" altLang="en-US" sz="1100" b="0" dirty="0" smtClean="0"/>
                        <a:t> </a:t>
                      </a:r>
                      <a:r>
                        <a:rPr lang="ko-KR" altLang="en-US" sz="1100" b="0" dirty="0" err="1" smtClean="0"/>
                        <a:t>파라미터</a:t>
                      </a:r>
                      <a:r>
                        <a:rPr lang="ko-KR" altLang="en-US" sz="1100" b="0" dirty="0" smtClean="0"/>
                        <a:t> 연구</a:t>
                      </a:r>
                      <a:endParaRPr lang="en-US" altLang="ko-KR" sz="11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altLang="ko-KR" sz="1100" b="0" dirty="0" smtClean="0"/>
                        <a:t>Lossless </a:t>
                      </a:r>
                      <a:r>
                        <a:rPr lang="ko-KR" altLang="en-US" sz="1100" b="0" dirty="0" smtClean="0"/>
                        <a:t>코딩 방식 연구</a:t>
                      </a:r>
                      <a:endParaRPr lang="en-US" altLang="ko-KR" sz="1100" b="0" dirty="0" smtClean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</a:tr>
              <a:tr h="731802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200" b="0" dirty="0" smtClean="0"/>
                        <a:t>음악 분위기 제어 기술</a:t>
                      </a:r>
                      <a:endParaRPr lang="en-US" altLang="ko-KR" sz="12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dirty="0" smtClean="0"/>
                        <a:t>-</a:t>
                      </a:r>
                      <a:r>
                        <a:rPr lang="ko-KR" altLang="en-US" sz="1100" b="0" dirty="0" smtClean="0"/>
                        <a:t>요구사항 수렴 및 서비스 모델 구축</a:t>
                      </a:r>
                      <a:endParaRPr lang="en-US" altLang="ko-KR" sz="11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100" b="0" dirty="0" smtClean="0"/>
                        <a:t>특징 분석 및 서비스 모델 기반 특징 선별</a:t>
                      </a:r>
                      <a:endParaRPr lang="en-US" altLang="ko-KR" sz="11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100" b="0" dirty="0" smtClean="0"/>
                        <a:t>특징 추출 기술 연구</a:t>
                      </a:r>
                      <a:endParaRPr lang="en-US" altLang="ko-KR" sz="11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baseline="0" dirty="0" smtClean="0"/>
                        <a:t>- </a:t>
                      </a:r>
                      <a:r>
                        <a:rPr lang="ko-KR" altLang="en-US" sz="1100" b="0" baseline="0" dirty="0" smtClean="0"/>
                        <a:t>특징과 분위기 사이의 연관관계 연구</a:t>
                      </a:r>
                      <a:endParaRPr lang="ko-KR" altLang="en-US" sz="11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</a:tr>
              <a:tr h="624184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200" b="0" dirty="0" smtClean="0"/>
                        <a:t>이용자 </a:t>
                      </a:r>
                      <a:r>
                        <a:rPr lang="ko-KR" altLang="en-US" sz="1200" b="0" dirty="0" err="1" smtClean="0"/>
                        <a:t>창조형</a:t>
                      </a:r>
                      <a:r>
                        <a:rPr lang="ko-KR" altLang="en-US" sz="1200" b="0" dirty="0" smtClean="0"/>
                        <a:t> 음악 </a:t>
                      </a:r>
                      <a:r>
                        <a:rPr lang="ko-KR" altLang="en-US" sz="1200" b="0" dirty="0" err="1" smtClean="0"/>
                        <a:t>콘텐츠</a:t>
                      </a:r>
                      <a:r>
                        <a:rPr lang="ko-KR" altLang="en-US" sz="1200" b="0" dirty="0" smtClean="0"/>
                        <a:t> 서비스 기술 검증 시스템</a:t>
                      </a:r>
                      <a:endParaRPr lang="en-US" altLang="ko-KR" sz="12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100" b="0" dirty="0" smtClean="0"/>
                        <a:t>사업자 및 이용자 재생단말 요구사항 도출</a:t>
                      </a:r>
                      <a:endParaRPr lang="en-US" altLang="ko-KR" sz="1100" b="0" dirty="0" smtClean="0"/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dirty="0" smtClean="0"/>
                        <a:t>-</a:t>
                      </a:r>
                      <a:r>
                        <a:rPr lang="ko-KR" altLang="en-US" sz="1100" b="0" dirty="0" smtClean="0"/>
                        <a:t>재생단말</a:t>
                      </a:r>
                      <a:r>
                        <a:rPr lang="en-US" altLang="ko-KR" sz="1100" b="0" dirty="0" smtClean="0"/>
                        <a:t> </a:t>
                      </a:r>
                      <a:r>
                        <a:rPr lang="ko-KR" altLang="en-US" sz="1100" b="0" dirty="0" smtClean="0"/>
                        <a:t>분위기 제어 인터페이스 설계 및 구현</a:t>
                      </a:r>
                      <a:endParaRPr lang="ko-KR" altLang="en-US" sz="11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</a:tr>
              <a:tr h="6295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/>
                        <a:t>주요 </a:t>
                      </a:r>
                      <a:r>
                        <a:rPr lang="en-US" altLang="ko-KR" sz="1050" b="0" dirty="0" smtClean="0"/>
                        <a:t>Milestone(</a:t>
                      </a:r>
                      <a:r>
                        <a:rPr lang="en-US" altLang="ko-KR" sz="1050" b="0" baseline="0" dirty="0" smtClean="0"/>
                        <a:t>   )</a:t>
                      </a:r>
                      <a:r>
                        <a:rPr lang="ko-KR" altLang="en-US" sz="1050" b="0" baseline="0" dirty="0" err="1" smtClean="0"/>
                        <a:t>완성점에서의</a:t>
                      </a:r>
                      <a:r>
                        <a:rPr lang="ko-KR" altLang="en-US" sz="1050" b="0" baseline="0" dirty="0" smtClean="0"/>
                        <a:t> 수행결과 산출물</a:t>
                      </a:r>
                      <a:endParaRPr lang="ko-KR" altLang="en-US" sz="105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 gridSpan="6">
                  <a:txBody>
                    <a:bodyPr/>
                    <a:lstStyle/>
                    <a:p>
                      <a:pPr marL="87313" indent="-87313" latinLnBrk="0">
                        <a:buFontTx/>
                        <a:buChar char="-"/>
                      </a:pPr>
                      <a:r>
                        <a:rPr lang="ko-KR" altLang="en-US" sz="1050" b="0" dirty="0" err="1" smtClean="0"/>
                        <a:t>파라미터</a:t>
                      </a:r>
                      <a:r>
                        <a:rPr lang="ko-KR" altLang="en-US" sz="1050" b="0" dirty="0" smtClean="0"/>
                        <a:t> 기반 </a:t>
                      </a:r>
                      <a:r>
                        <a:rPr lang="ko-KR" altLang="en-US" sz="1050" b="0" dirty="0" err="1" smtClean="0"/>
                        <a:t>다객체</a:t>
                      </a:r>
                      <a:r>
                        <a:rPr lang="ko-KR" altLang="en-US" sz="1050" b="0" dirty="0" smtClean="0"/>
                        <a:t> 오디오 부호화 알고리즘</a:t>
                      </a:r>
                      <a:endParaRPr lang="en-US" altLang="ko-KR" sz="1050" b="0" dirty="0" smtClean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87313" indent="-87313" latinLnBrk="0">
                        <a:buFontTx/>
                        <a:buChar char="-"/>
                      </a:pPr>
                      <a:r>
                        <a:rPr lang="ko-KR" altLang="en-US" sz="1050" b="0" dirty="0" err="1" smtClean="0"/>
                        <a:t>음원</a:t>
                      </a:r>
                      <a:r>
                        <a:rPr lang="ko-KR" altLang="en-US" sz="1050" b="0" dirty="0" smtClean="0"/>
                        <a:t> 특징 추출 알고리즘</a:t>
                      </a:r>
                      <a:r>
                        <a:rPr lang="en-US" altLang="ko-KR" sz="1050" b="0" dirty="0" smtClean="0"/>
                        <a:t>(80%)</a:t>
                      </a:r>
                    </a:p>
                    <a:p>
                      <a:pPr marL="87313" indent="-87313" latinLnBrk="0">
                        <a:buFontTx/>
                        <a:buChar char="-"/>
                      </a:pPr>
                      <a:r>
                        <a:rPr lang="ko-KR" altLang="en-US" sz="1050" b="0" dirty="0" smtClean="0"/>
                        <a:t>서비스 검증용 </a:t>
                      </a:r>
                      <a:r>
                        <a:rPr lang="ko-KR" altLang="en-US" sz="1050" b="0" dirty="0" err="1" smtClean="0"/>
                        <a:t>프로토타입</a:t>
                      </a:r>
                      <a:r>
                        <a:rPr lang="ko-KR" altLang="en-US" sz="1050" b="0" dirty="0" smtClean="0"/>
                        <a:t> 재생 단말</a:t>
                      </a:r>
                      <a:endParaRPr lang="en-US" altLang="ko-KR" sz="1050" b="0" dirty="0" smtClean="0"/>
                    </a:p>
                    <a:p>
                      <a:pPr marL="87313" indent="-87313" latinLnBrk="0">
                        <a:buFontTx/>
                        <a:buChar char="-"/>
                      </a:pPr>
                      <a:r>
                        <a:rPr lang="ko-KR" altLang="en-US" sz="1050" b="0" dirty="0" smtClean="0"/>
                        <a:t>국제 특허 </a:t>
                      </a:r>
                      <a:r>
                        <a:rPr lang="en-US" altLang="ko-KR" sz="1050" b="0" dirty="0" smtClean="0"/>
                        <a:t>2</a:t>
                      </a:r>
                      <a:r>
                        <a:rPr lang="ko-KR" altLang="en-US" sz="1050" b="0" dirty="0" smtClean="0"/>
                        <a:t>건</a:t>
                      </a:r>
                      <a:endParaRPr lang="ko-KR" altLang="en-US" sz="1050" b="0" dirty="0"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cell3D prstMaterial="dkEdge">
                      <a:bevel prst="coolSlant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직선 화살표 연결선 50"/>
          <p:cNvCxnSpPr/>
          <p:nvPr/>
        </p:nvCxnSpPr>
        <p:spPr>
          <a:xfrm>
            <a:off x="3298896" y="1896649"/>
            <a:ext cx="218078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>
            <a:off x="4934987" y="2090970"/>
            <a:ext cx="1059239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>
            <a:off x="4922919" y="2866688"/>
            <a:ext cx="163275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36068" y="1912534"/>
            <a:ext cx="142876" cy="142876"/>
          </a:xfrm>
          <a:prstGeom prst="rect">
            <a:avLst/>
          </a:prstGeom>
          <a:noFill/>
        </p:spPr>
      </p:pic>
      <p:pic>
        <p:nvPicPr>
          <p:cNvPr id="55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31143" y="4745742"/>
            <a:ext cx="142876" cy="142876"/>
          </a:xfrm>
          <a:prstGeom prst="rect">
            <a:avLst/>
          </a:prstGeom>
          <a:noFill/>
        </p:spPr>
      </p:pic>
      <p:pic>
        <p:nvPicPr>
          <p:cNvPr id="56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002" y="2841557"/>
            <a:ext cx="142876" cy="142876"/>
          </a:xfrm>
          <a:prstGeom prst="rect">
            <a:avLst/>
          </a:prstGeom>
          <a:noFill/>
        </p:spPr>
      </p:pic>
      <p:cxnSp>
        <p:nvCxnSpPr>
          <p:cNvPr id="57" name="직선 화살표 연결선 56"/>
          <p:cNvCxnSpPr/>
          <p:nvPr/>
        </p:nvCxnSpPr>
        <p:spPr>
          <a:xfrm>
            <a:off x="4938159" y="4140126"/>
            <a:ext cx="163275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>
            <a:off x="4938159" y="3969775"/>
            <a:ext cx="163275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/>
          <p:nvPr/>
        </p:nvCxnSpPr>
        <p:spPr>
          <a:xfrm>
            <a:off x="3306708" y="3788220"/>
            <a:ext cx="163275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>
            <a:off x="3306708" y="3606599"/>
            <a:ext cx="163275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>
            <a:off x="4930280" y="4935508"/>
            <a:ext cx="163275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3306837" y="4742459"/>
            <a:ext cx="163275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>
            <a:off x="3306708" y="2719426"/>
            <a:ext cx="163275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4922919" y="3189691"/>
            <a:ext cx="163275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>
            <a:off x="3306708" y="3020483"/>
            <a:ext cx="1632758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>
            <a:off x="5474424" y="2267898"/>
            <a:ext cx="1094016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7434" y="5408325"/>
            <a:ext cx="142876" cy="142876"/>
          </a:xfrm>
          <a:prstGeom prst="rect">
            <a:avLst/>
          </a:prstGeom>
          <a:noFill/>
        </p:spPr>
      </p:pic>
      <p:pic>
        <p:nvPicPr>
          <p:cNvPr id="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3622" y="913766"/>
            <a:ext cx="2167845" cy="16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24356" y="991149"/>
            <a:ext cx="1389064" cy="803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0" name="직선 화살표 연결선 69"/>
          <p:cNvCxnSpPr>
            <a:stCxn id="68" idx="1"/>
            <a:endCxn id="54" idx="3"/>
          </p:cNvCxnSpPr>
          <p:nvPr/>
        </p:nvCxnSpPr>
        <p:spPr bwMode="auto">
          <a:xfrm rot="10800000" flipV="1">
            <a:off x="6078944" y="1752868"/>
            <a:ext cx="524678" cy="231104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직선 화살표 연결선 70"/>
          <p:cNvCxnSpPr>
            <a:stCxn id="76" idx="1"/>
            <a:endCxn id="56" idx="3"/>
          </p:cNvCxnSpPr>
          <p:nvPr/>
        </p:nvCxnSpPr>
        <p:spPr bwMode="auto">
          <a:xfrm rot="10800000">
            <a:off x="4983878" y="2912996"/>
            <a:ext cx="1824592" cy="296137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72" name="그룹 129"/>
          <p:cNvGrpSpPr/>
          <p:nvPr/>
        </p:nvGrpSpPr>
        <p:grpSpPr>
          <a:xfrm>
            <a:off x="6808470" y="2163763"/>
            <a:ext cx="1700530" cy="2090737"/>
            <a:chOff x="6808470" y="2163763"/>
            <a:chExt cx="1700530" cy="2090737"/>
          </a:xfrm>
        </p:grpSpPr>
        <p:grpSp>
          <p:nvGrpSpPr>
            <p:cNvPr id="73" name="그룹 127"/>
            <p:cNvGrpSpPr/>
            <p:nvPr/>
          </p:nvGrpSpPr>
          <p:grpSpPr>
            <a:xfrm>
              <a:off x="6808470" y="2163763"/>
              <a:ext cx="1681480" cy="2090737"/>
              <a:chOff x="6808470" y="2163763"/>
              <a:chExt cx="1681480" cy="2090737"/>
            </a:xfrm>
          </p:grpSpPr>
          <p:pic>
            <p:nvPicPr>
              <p:cNvPr id="75" name="Picture 7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 l="64293" r="207"/>
              <a:stretch>
                <a:fillRect/>
              </a:stretch>
            </p:blipFill>
            <p:spPr bwMode="auto">
              <a:xfrm>
                <a:off x="7128510" y="2163763"/>
                <a:ext cx="1361440" cy="2090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6" name="Picture 7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 l="-283" r="91342"/>
              <a:stretch>
                <a:fillRect/>
              </a:stretch>
            </p:blipFill>
            <p:spPr bwMode="auto">
              <a:xfrm>
                <a:off x="6808470" y="2163763"/>
                <a:ext cx="342900" cy="20907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cxnSp>
          <p:nvCxnSpPr>
            <p:cNvPr id="74" name="직선 연결선 18"/>
            <p:cNvCxnSpPr>
              <a:cxnSpLocks noChangeShapeType="1"/>
            </p:cNvCxnSpPr>
            <p:nvPr/>
          </p:nvCxnSpPr>
          <p:spPr bwMode="auto">
            <a:xfrm>
              <a:off x="7100351" y="2744788"/>
              <a:ext cx="1408649" cy="0"/>
            </a:xfrm>
            <a:prstGeom prst="line">
              <a:avLst/>
            </a:prstGeom>
            <a:noFill/>
            <a:ln w="12700" algn="ctr">
              <a:solidFill>
                <a:srgbClr val="FF0000"/>
              </a:solidFill>
              <a:prstDash val="sysDash"/>
              <a:round/>
              <a:headEnd/>
              <a:tailEnd/>
            </a:ln>
          </p:spPr>
        </p:cxnSp>
      </p:grpSp>
      <p:grpSp>
        <p:nvGrpSpPr>
          <p:cNvPr id="77" name="그룹 21"/>
          <p:cNvGrpSpPr>
            <a:grpSpLocks/>
          </p:cNvGrpSpPr>
          <p:nvPr/>
        </p:nvGrpSpPr>
        <p:grpSpPr bwMode="auto">
          <a:xfrm>
            <a:off x="6723062" y="3294062"/>
            <a:ext cx="2420938" cy="1887537"/>
            <a:chOff x="2740896" y="3375481"/>
            <a:chExt cx="2423240" cy="1967489"/>
          </a:xfrm>
        </p:grpSpPr>
        <p:pic>
          <p:nvPicPr>
            <p:cNvPr id="78" name="Picture 3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740896" y="3377380"/>
              <a:ext cx="950433" cy="1042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" name="Picture 32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740897" y="4407220"/>
              <a:ext cx="953574" cy="93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0" name="Picture 33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694011" y="3375481"/>
              <a:ext cx="1470125" cy="1233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1" name="Picture 34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3692320" y="4350780"/>
              <a:ext cx="1078783" cy="74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82" name="Picture 36" descr="C:\DOCUME~1\user\LOCALS~1\Temp\UNI000012d82988.gif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669309" y="4624389"/>
            <a:ext cx="2474691" cy="169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3" name="직선 화살표 연결선 82"/>
          <p:cNvCxnSpPr>
            <a:stCxn id="88" idx="1"/>
            <a:endCxn id="55" idx="0"/>
          </p:cNvCxnSpPr>
          <p:nvPr/>
        </p:nvCxnSpPr>
        <p:spPr bwMode="auto">
          <a:xfrm rot="10800000" flipV="1">
            <a:off x="6002582" y="4095066"/>
            <a:ext cx="990083" cy="650676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4" name="직선 화살표 연결선 83"/>
          <p:cNvCxnSpPr>
            <a:endCxn id="55" idx="3"/>
          </p:cNvCxnSpPr>
          <p:nvPr/>
        </p:nvCxnSpPr>
        <p:spPr bwMode="auto">
          <a:xfrm rot="10800000">
            <a:off x="6074019" y="4817180"/>
            <a:ext cx="1469784" cy="880890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직사각형 84"/>
          <p:cNvSpPr/>
          <p:nvPr/>
        </p:nvSpPr>
        <p:spPr bwMode="auto">
          <a:xfrm>
            <a:off x="4978400" y="5693990"/>
            <a:ext cx="933450" cy="222250"/>
          </a:xfrm>
          <a:prstGeom prst="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FF0000">
                <a:alpha val="60000"/>
              </a:srgbClr>
            </a:glow>
          </a:effectLst>
        </p:spPr>
        <p:txBody>
          <a:bodyPr vert="horz" wrap="square" lIns="91440" tIns="45720" rIns="9144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14400" marR="0" indent="0" algn="l" defTabSz="914400" rtl="0" eaLnBrk="1" fontAlgn="base" latinLnBrk="1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18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charset="0"/>
              <a:ea typeface="HY견고딕" pitchFamily="18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889750" y="1746250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주요 </a:t>
            </a:r>
            <a:r>
              <a:rPr lang="ko-KR" altLang="en-US" sz="1200" dirty="0" err="1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음원</a:t>
            </a:r>
            <a:r>
              <a:rPr lang="ko-KR" altLang="en-US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구간 검출기</a:t>
            </a:r>
            <a:r>
              <a:rPr lang="en-US" altLang="ko-KR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ko-KR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(87.34%)</a:t>
            </a:r>
            <a:endParaRPr lang="ko-KR" altLang="en-US" sz="12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355085" y="2726561"/>
            <a:ext cx="1305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파라메트릭</a:t>
            </a:r>
            <a:r>
              <a:rPr lang="ko-KR" altLang="en-US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ko-KR" sz="1200" dirty="0" smtClean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ko-KR" altLang="en-US" sz="1200" dirty="0" err="1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다객체</a:t>
            </a:r>
            <a:r>
              <a:rPr lang="ko-KR" altLang="en-US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부호화기</a:t>
            </a:r>
            <a:r>
              <a:rPr lang="en-US" altLang="ko-KR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ko-KR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(MOS 3.5)</a:t>
            </a:r>
            <a:endParaRPr lang="ko-KR" altLang="en-US" sz="12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992664" y="3771900"/>
            <a:ext cx="1099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프로토타입</a:t>
            </a:r>
            <a:r>
              <a:rPr lang="ko-KR" altLang="en-US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ko-KR" sz="1200" dirty="0" smtClean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ko-KR" altLang="en-US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재생 단말</a:t>
            </a:r>
            <a:endParaRPr lang="en-US" altLang="ko-KR" sz="1200" dirty="0" smtClean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분위기 제어</a:t>
            </a:r>
            <a:r>
              <a:rPr lang="en-US" altLang="ko-KR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12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412260" y="5397500"/>
            <a:ext cx="997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프로토타입</a:t>
            </a:r>
            <a:r>
              <a:rPr lang="ko-KR" altLang="en-US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ko-KR" sz="1200" dirty="0" smtClean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ko-KR" altLang="en-US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재생 단말</a:t>
            </a:r>
            <a:endParaRPr lang="en-US" altLang="ko-KR" sz="1200" dirty="0" smtClean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트랙녹음</a:t>
            </a:r>
            <a:r>
              <a:rPr lang="en-US" altLang="ko-KR" sz="12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12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0" name="직선 화살표 연결선 89"/>
          <p:cNvCxnSpPr>
            <a:stCxn id="85" idx="3"/>
          </p:cNvCxnSpPr>
          <p:nvPr/>
        </p:nvCxnSpPr>
        <p:spPr bwMode="auto">
          <a:xfrm flipV="1">
            <a:off x="5911850" y="4903773"/>
            <a:ext cx="537502" cy="901342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91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32535" y="2850024"/>
            <a:ext cx="142876" cy="142876"/>
          </a:xfrm>
          <a:prstGeom prst="rect">
            <a:avLst/>
          </a:prstGeom>
          <a:noFill/>
        </p:spPr>
      </p:pic>
      <p:pic>
        <p:nvPicPr>
          <p:cNvPr id="47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31500" y="4736301"/>
            <a:ext cx="142876" cy="1428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/>
      <p:bldP spid="87" grpId="0"/>
      <p:bldP spid="88" grpId="0"/>
      <p:bldP spid="8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III. </a:t>
            </a:r>
            <a:r>
              <a:rPr lang="ko-KR" altLang="en-US" dirty="0" smtClean="0"/>
              <a:t>연구 수행방법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역할분담 및 인력참여</a:t>
            </a:r>
            <a:r>
              <a:rPr lang="en-US" altLang="ko-KR" dirty="0" smtClean="0"/>
              <a:t>(1/3)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27</a:t>
            </a:fld>
            <a:endParaRPr lang="en-US" altLang="ko-KR" dirty="0"/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</p:nvPr>
        </p:nvGraphicFramePr>
        <p:xfrm>
          <a:off x="266455" y="1101967"/>
          <a:ext cx="8540750" cy="5329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337185" y="1264920"/>
            <a:ext cx="8540750" cy="2315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66700" marR="0" lvl="0" indent="-2667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Blip>
                <a:blip r:embed="rId8"/>
              </a:buBlip>
              <a:tabLst/>
              <a:defRPr/>
            </a:pPr>
            <a:r>
              <a:rPr kumimoji="1" lang="ko-KR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1F006C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음원</a:t>
            </a:r>
            <a:r>
              <a:rPr kumimoji="1" lang="ko-KR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F006C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분리 기술 개발</a:t>
            </a:r>
            <a:endParaRPr kumimoji="1" lang="ko-KR" altLang="en-US" sz="2400" b="0" i="0" u="none" strike="noStrike" kern="0" cap="none" spc="0" normalizeH="0" baseline="0" noProof="0" dirty="0">
              <a:ln>
                <a:noFill/>
              </a:ln>
              <a:solidFill>
                <a:srgbClr val="1F006C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III. </a:t>
            </a:r>
            <a:r>
              <a:rPr lang="ko-KR" altLang="en-US" dirty="0" smtClean="0"/>
              <a:t>연구 수행방법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역할분담 및 인력참여</a:t>
            </a:r>
            <a:r>
              <a:rPr lang="en-US" altLang="ko-KR" dirty="0" smtClean="0"/>
              <a:t>(2/3)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err="1" smtClean="0"/>
              <a:t>다객체</a:t>
            </a:r>
            <a:r>
              <a:rPr lang="ko-KR" altLang="en-US" dirty="0" smtClean="0"/>
              <a:t> 오디오 부호화 기술 개발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28</a:t>
            </a:fld>
            <a:endParaRPr lang="en-US" altLang="ko-KR" dirty="0"/>
          </a:p>
        </p:txBody>
      </p:sp>
      <p:graphicFrame>
        <p:nvGraphicFramePr>
          <p:cNvPr id="5" name="내용 개체 틀 6"/>
          <p:cNvGraphicFramePr>
            <a:graphicFrameLocks/>
          </p:cNvGraphicFramePr>
          <p:nvPr/>
        </p:nvGraphicFramePr>
        <p:xfrm>
          <a:off x="266455" y="1101967"/>
          <a:ext cx="8540750" cy="5329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III. </a:t>
            </a:r>
            <a:r>
              <a:rPr lang="ko-KR" altLang="en-US" dirty="0" smtClean="0"/>
              <a:t>연구 수행방법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역할분담 및 인력참여</a:t>
            </a:r>
            <a:r>
              <a:rPr lang="en-US" altLang="ko-KR" dirty="0" smtClean="0"/>
              <a:t>(3/3)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프로토타입</a:t>
            </a:r>
            <a:r>
              <a:rPr lang="ko-KR" altLang="en-US" dirty="0" smtClean="0"/>
              <a:t> 재생 단말 개발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29</a:t>
            </a:fld>
            <a:endParaRPr lang="en-US" altLang="ko-KR" dirty="0"/>
          </a:p>
        </p:txBody>
      </p:sp>
      <p:graphicFrame>
        <p:nvGraphicFramePr>
          <p:cNvPr id="5" name="내용 개체 틀 6"/>
          <p:cNvGraphicFramePr>
            <a:graphicFrameLocks/>
          </p:cNvGraphicFramePr>
          <p:nvPr/>
        </p:nvGraphicFramePr>
        <p:xfrm>
          <a:off x="266455" y="1197332"/>
          <a:ext cx="8540750" cy="5329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III. </a:t>
            </a:r>
            <a:r>
              <a:rPr lang="ko-KR" altLang="en-US" dirty="0" smtClean="0"/>
              <a:t>연구 수행방법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기자재 활용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주요 기자재 활용 내역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30</a:t>
            </a:fld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752266" y="1507484"/>
          <a:ext cx="7634467" cy="46664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84075"/>
                <a:gridCol w="922866"/>
                <a:gridCol w="4627526"/>
              </a:tblGrid>
              <a:tr h="6076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주요 기자재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규격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활용 내역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anchorCtr="1"/>
                </a:tc>
              </a:tr>
              <a:tr h="866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개발용 워크스테이션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P-4</a:t>
                      </a: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Quad</a:t>
                      </a:r>
                      <a:r>
                        <a:rPr lang="en-US" altLang="ko-KR" sz="14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core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182563" indent="-182563" eaLnBrk="1" latinLnBrk="0">
                        <a:buFontTx/>
                        <a:buChar char="-"/>
                      </a:pPr>
                      <a:r>
                        <a:rPr lang="ko-KR" altLang="en-US" sz="14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음원</a:t>
                      </a:r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 분리</a:t>
                      </a:r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4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다객체</a:t>
                      </a:r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 오디오 부호화</a:t>
                      </a:r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구간 검출 등 음악 신호처리 알고리즘 구현 및 성능 검증</a:t>
                      </a:r>
                      <a:endParaRPr lang="en-US" altLang="ko-KR" sz="14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indent="-182563" eaLnBrk="1" latinLnBrk="0">
                        <a:buFontTx/>
                        <a:buChar char="-"/>
                      </a:pPr>
                      <a:r>
                        <a:rPr lang="ko-KR" altLang="en-US" sz="14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플레이어기능 개발</a:t>
                      </a:r>
                      <a:r>
                        <a:rPr lang="en-US" altLang="ko-KR" sz="14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(</a:t>
                      </a:r>
                      <a:r>
                        <a:rPr lang="ko-KR" altLang="en-US" sz="14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녹음기능 및 </a:t>
                      </a:r>
                      <a:r>
                        <a:rPr lang="en-US" altLang="ko-KR" sz="14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UI</a:t>
                      </a:r>
                      <a:r>
                        <a:rPr lang="ko-KR" altLang="en-US" sz="14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처리</a:t>
                      </a:r>
                      <a:r>
                        <a:rPr lang="en-US" altLang="ko-KR" sz="14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8666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연구용 노트북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P-4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182563" indent="-182563" algn="l" defTabSz="914400" rtl="0" eaLnBrk="1" latinLnBrk="0" hangingPunct="1">
                        <a:buFontTx/>
                        <a:buChar char="-"/>
                      </a:pPr>
                      <a:r>
                        <a:rPr lang="ko-KR" altLang="en-US" sz="1400" kern="1200" dirty="0" err="1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음원분리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dirty="0" err="1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다객체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오디오 부호화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</a:t>
                      </a:r>
                      <a:r>
                        <a:rPr lang="en-US" altLang="ko-KR" sz="14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구간검출</a:t>
                      </a:r>
                      <a:r>
                        <a:rPr lang="en-US" altLang="ko-KR" sz="14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baseline="0" dirty="0" err="1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프로토타입</a:t>
                      </a:r>
                      <a:r>
                        <a:rPr lang="ko-KR" altLang="en-US" sz="14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재생 단말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개발 </a:t>
                      </a:r>
                      <a:endParaRPr lang="en-US" altLang="ko-KR" sz="14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182563" indent="-182563" algn="l" defTabSz="914400" rtl="0" eaLnBrk="1" latinLnBrk="0" hangingPunct="1">
                        <a:buFontTx/>
                        <a:buChar char="-"/>
                      </a:pP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이용자 </a:t>
                      </a:r>
                      <a:r>
                        <a:rPr lang="ko-KR" altLang="en-US" sz="1400" kern="1200" dirty="0" err="1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창조형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음악 </a:t>
                      </a:r>
                      <a:r>
                        <a:rPr lang="ko-KR" altLang="en-US" sz="1400" kern="1200" dirty="0" err="1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콘텐츠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단말 및 알고리즘 결과물 시연 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각종 전시회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저작권자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프로듀서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포탈 및 음악서비스사업자 등을 대상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</a:p>
                    <a:p>
                      <a:pPr marL="182563" marR="0" indent="-1825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음향 측정 및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분석 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S/W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를 이용하여 음향 데이터를 수집하고 그 결과를 분석</a:t>
                      </a:r>
                    </a:p>
                  </a:txBody>
                  <a:tcPr anchor="ctr"/>
                </a:tc>
              </a:tr>
              <a:tr h="6081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SmartSound</a:t>
                      </a:r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 -</a:t>
                      </a:r>
                    </a:p>
                    <a:p>
                      <a:pPr latinLnBrk="1"/>
                      <a:r>
                        <a:rPr lang="en-US" altLang="ko-KR" sz="14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Sonic</a:t>
                      </a:r>
                      <a:r>
                        <a:rPr lang="en-US" altLang="ko-KR" sz="14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Fire</a:t>
                      </a:r>
                      <a:r>
                        <a:rPr lang="en-US" altLang="ko-KR" sz="14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Pro5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SW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182563" indent="-182563" algn="l" defTabSz="914400" rtl="0" eaLnBrk="1" latinLnBrk="0" hangingPunct="1">
                        <a:buFontTx/>
                        <a:buChar char="-"/>
                      </a:pP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멀티트랙 음악 분위기 분류 및 분위기의 특징 조사</a:t>
                      </a:r>
                      <a:endParaRPr lang="en-US" altLang="ko-KR" sz="14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182563" marR="0" indent="-1825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서비스에 활용 가능한 분위기 선정 및 검증</a:t>
                      </a:r>
                    </a:p>
                    <a:p>
                      <a:pPr marL="182563" indent="-182563" algn="l" defTabSz="914400" rtl="0" eaLnBrk="1" latinLnBrk="0" hangingPunct="1">
                        <a:buFontTx/>
                        <a:buChar char="-"/>
                      </a:pP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분위기 제어를 위한 악기 조합 및 볼륨 설정 검증</a:t>
                      </a:r>
                      <a:endParaRPr lang="en-US" altLang="ko-KR" sz="14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/>
                </a:tc>
              </a:tr>
              <a:tr h="3575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ARC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SW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182563" indent="-182563" algn="l" defTabSz="914400" rtl="0" eaLnBrk="1" latinLnBrk="0" hangingPunct="1">
                        <a:buFontTx/>
                        <a:buChar char="-"/>
                      </a:pP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실행 결과물의 각종 음향 데이터 수집 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S/W</a:t>
                      </a:r>
                    </a:p>
                  </a:txBody>
                  <a:tcPr anchor="ctr"/>
                </a:tc>
              </a:tr>
              <a:tr h="2882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Cubase</a:t>
                      </a:r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 Studio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SW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182563" indent="-182563" algn="l" defTabSz="914400" rtl="0" eaLnBrk="1" latinLnBrk="0" hangingPunct="1">
                        <a:buFontTx/>
                        <a:buChar char="-"/>
                      </a:pP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수집된 음향 데이터의 분석 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S/W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DD8DB90-133C-4D93-B9C9-AFCA3B99DC73}" type="slidenum">
              <a:rPr lang="en-US" altLang="ko-KR" smtClean="0"/>
              <a:pPr/>
              <a:t>31</a:t>
            </a:fld>
            <a:endParaRPr lang="en-US" altLang="ko-KR" smtClean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graphicFrame>
        <p:nvGraphicFramePr>
          <p:cNvPr id="6" name="다이어그램 5"/>
          <p:cNvGraphicFramePr/>
          <p:nvPr/>
        </p:nvGraphicFramePr>
        <p:xfrm>
          <a:off x="2324100" y="887695"/>
          <a:ext cx="4495800" cy="534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IV. </a:t>
            </a:r>
            <a:r>
              <a:rPr lang="ko-KR" altLang="en-US" dirty="0" smtClean="0"/>
              <a:t>연구수행 결과물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분리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32</a:t>
            </a:fld>
            <a:endParaRPr lang="en-US" altLang="ko-KR" dirty="0"/>
          </a:p>
        </p:txBody>
      </p:sp>
      <p:graphicFrame>
        <p:nvGraphicFramePr>
          <p:cNvPr id="10" name="다이어그램 9"/>
          <p:cNvGraphicFramePr/>
          <p:nvPr/>
        </p:nvGraphicFramePr>
        <p:xfrm>
          <a:off x="157465" y="1110864"/>
          <a:ext cx="8846491" cy="503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8" cstate="print"/>
          <a:stretch>
            <a:fillRect/>
          </a:stretch>
        </p:blipFill>
        <p:spPr bwMode="auto">
          <a:xfrm>
            <a:off x="6488905" y="1488935"/>
            <a:ext cx="2655095" cy="205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6" descr="C:\DOCUME~1\user\LOCALS~1\Temp\UNI0000123424a9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795" y="4826024"/>
            <a:ext cx="4114074" cy="150465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79555" name="Picture 3" descr="D:\ETRI\이용자 창조형 음악 콘텐츠 서비스 기술 개발\문서\1차년도 평가 발표자료\untitled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2432" y="978309"/>
            <a:ext cx="1842974" cy="184297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79554" name="Picture 2" descr="D:\ETRI\이용자 창조형 음악 콘텐츠 서비스 기술 개발\문서\1차년도 평가 발표자료\121188_f_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56301" y="1079123"/>
            <a:ext cx="2076361" cy="181681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79556" name="Picture 4" descr="D:\ETRI\이용자 창조형 음악 콘텐츠 서비스 기술 개발\문서\1차년도 평가 발표자료\원더걸~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1001" y="1350804"/>
            <a:ext cx="2432724" cy="189749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IV. </a:t>
            </a:r>
            <a:r>
              <a:rPr lang="ko-KR" altLang="en-US" dirty="0" smtClean="0"/>
              <a:t>연구수행 결과물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분리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</p:nvPr>
        </p:nvGraphicFramePr>
        <p:xfrm>
          <a:off x="996859" y="1559516"/>
          <a:ext cx="8540750" cy="4580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33</a:t>
            </a:fld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5" descr="http://www.enter-tech.com:8080/ent/img/product/proinfo_ed10000_01.jpg"/>
          <p:cNvPicPr>
            <a:picLocks noChangeAspect="1" noChangeArrowheads="1"/>
          </p:cNvPicPr>
          <p:nvPr/>
        </p:nvPicPr>
        <p:blipFill>
          <a:blip r:embed="rId3" cstate="print"/>
          <a:srcRect r="-700"/>
          <a:stretch>
            <a:fillRect/>
          </a:stretch>
        </p:blipFill>
        <p:spPr bwMode="auto">
          <a:xfrm rot="20664302">
            <a:off x="7496138" y="843458"/>
            <a:ext cx="1785950" cy="19347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IV. </a:t>
            </a:r>
            <a:r>
              <a:rPr lang="ko-KR" altLang="en-US" dirty="0" smtClean="0"/>
              <a:t>연구수행 결과물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다객체</a:t>
            </a:r>
            <a:r>
              <a:rPr lang="ko-KR" altLang="en-US" dirty="0" smtClean="0"/>
              <a:t> 부호화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34</a:t>
            </a:fld>
            <a:endParaRPr lang="en-US" altLang="ko-KR" dirty="0"/>
          </a:p>
        </p:txBody>
      </p:sp>
      <p:graphicFrame>
        <p:nvGraphicFramePr>
          <p:cNvPr id="16" name="내용 개체 틀 5"/>
          <p:cNvGraphicFramePr>
            <a:graphicFrameLocks noGrp="1"/>
          </p:cNvGraphicFramePr>
          <p:nvPr>
            <p:ph idx="1"/>
          </p:nvPr>
        </p:nvGraphicFramePr>
        <p:xfrm>
          <a:off x="357051" y="931818"/>
          <a:ext cx="8743398" cy="5704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5" name="다이어그램 14"/>
          <p:cNvGraphicFramePr/>
          <p:nvPr/>
        </p:nvGraphicFramePr>
        <p:xfrm>
          <a:off x="64735" y="1537487"/>
          <a:ext cx="3827534" cy="4547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IV. </a:t>
            </a:r>
            <a:r>
              <a:rPr lang="ko-KR" altLang="en-US" dirty="0" smtClean="0"/>
              <a:t>연구수행 결과물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다객체</a:t>
            </a:r>
            <a:r>
              <a:rPr lang="ko-KR" altLang="en-US" dirty="0" smtClean="0"/>
              <a:t> 부호화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0" y="817246"/>
          <a:ext cx="5373189" cy="3362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35</a:t>
            </a:fld>
            <a:endParaRPr lang="en-US" altLang="ko-KR" dirty="0"/>
          </a:p>
        </p:txBody>
      </p:sp>
      <p:cxnSp>
        <p:nvCxnSpPr>
          <p:cNvPr id="8" name="직선 화살표 연결선 7"/>
          <p:cNvCxnSpPr>
            <a:stCxn id="9" idx="1"/>
          </p:cNvCxnSpPr>
          <p:nvPr/>
        </p:nvCxnSpPr>
        <p:spPr bwMode="auto">
          <a:xfrm rot="10800000" flipV="1">
            <a:off x="3439887" y="1511761"/>
            <a:ext cx="675609" cy="499917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115495" y="1280929"/>
            <a:ext cx="13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 smtClean="0">
                <a:solidFill>
                  <a:schemeClr val="accent2">
                    <a:lumMod val="75000"/>
                  </a:schemeClr>
                </a:solidFill>
              </a:rPr>
              <a:t>PAOC</a:t>
            </a:r>
            <a:r>
              <a:rPr lang="en-US" altLang="ko-KR" sz="1200" dirty="0" smtClean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ko-KR" altLang="en-US" sz="1200" dirty="0" smtClean="0">
                <a:solidFill>
                  <a:schemeClr val="accent2">
                    <a:lumMod val="75000"/>
                  </a:schemeClr>
                </a:solidFill>
              </a:rPr>
              <a:t>점진적 음질 향상 가능</a:t>
            </a:r>
            <a:endParaRPr lang="ko-KR" alt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직선 화살표 연결선 13"/>
          <p:cNvCxnSpPr>
            <a:stCxn id="15" idx="1"/>
          </p:cNvCxnSpPr>
          <p:nvPr/>
        </p:nvCxnSpPr>
        <p:spPr bwMode="auto">
          <a:xfrm rot="10800000" flipV="1">
            <a:off x="3248297" y="1890579"/>
            <a:ext cx="923802" cy="512985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172099" y="1659747"/>
            <a:ext cx="13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>
                <a:solidFill>
                  <a:schemeClr val="accent1">
                    <a:lumMod val="50000"/>
                  </a:schemeClr>
                </a:solidFill>
              </a:rPr>
              <a:t>SAOC</a:t>
            </a:r>
            <a:r>
              <a:rPr lang="en-US" altLang="ko-KR" sz="1200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</a:p>
          <a:p>
            <a:r>
              <a:rPr lang="ko-KR" altLang="en-US" sz="1200" dirty="0" smtClean="0">
                <a:solidFill>
                  <a:schemeClr val="accent1">
                    <a:lumMod val="50000"/>
                  </a:schemeClr>
                </a:solidFill>
              </a:rPr>
              <a:t>성능 포화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19" name="내용 개체 틀 4"/>
          <p:cNvGraphicFramePr>
            <a:graphicFrameLocks/>
          </p:cNvGraphicFramePr>
          <p:nvPr/>
        </p:nvGraphicFramePr>
        <p:xfrm>
          <a:off x="0" y="3647546"/>
          <a:ext cx="5373189" cy="3362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24" name="직선 화살표 연결선 23"/>
          <p:cNvCxnSpPr>
            <a:stCxn id="25" idx="1"/>
          </p:cNvCxnSpPr>
          <p:nvPr/>
        </p:nvCxnSpPr>
        <p:spPr bwMode="auto">
          <a:xfrm rot="10800000" flipV="1">
            <a:off x="3162816" y="4519207"/>
            <a:ext cx="662525" cy="772427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3825340" y="4103709"/>
            <a:ext cx="1305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 smtClean="0">
                <a:solidFill>
                  <a:schemeClr val="accent2">
                    <a:lumMod val="75000"/>
                  </a:schemeClr>
                </a:solidFill>
              </a:rPr>
              <a:t>PAOC</a:t>
            </a:r>
            <a:r>
              <a:rPr lang="en-US" altLang="ko-KR" sz="1200" dirty="0" smtClean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ko-KR" altLang="en-US" sz="1200" dirty="0" err="1" smtClean="0">
                <a:solidFill>
                  <a:schemeClr val="accent2">
                    <a:lumMod val="75000"/>
                  </a:schemeClr>
                </a:solidFill>
              </a:rPr>
              <a:t>비트율</a:t>
            </a:r>
            <a:r>
              <a:rPr lang="ko-KR" altLang="en-US" sz="1200" dirty="0" smtClean="0">
                <a:solidFill>
                  <a:schemeClr val="accent2">
                    <a:lumMod val="75000"/>
                  </a:schemeClr>
                </a:solidFill>
              </a:rPr>
              <a:t> 증가에 따른 복잡도 증가가 상대적으로 완만</a:t>
            </a:r>
            <a:endParaRPr lang="ko-KR" alt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/>
        </p:nvGraphicFramePr>
        <p:xfrm>
          <a:off x="5147219" y="3344907"/>
          <a:ext cx="3883569" cy="2875556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887820"/>
                <a:gridCol w="1463040"/>
                <a:gridCol w="1532709"/>
              </a:tblGrid>
              <a:tr h="21347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MPEG SAOC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/>
                        <a:t>PAOC</a:t>
                      </a:r>
                      <a:endParaRPr lang="ko-KR" altLang="en-US" sz="1200" dirty="0"/>
                    </a:p>
                  </a:txBody>
                  <a:tcPr/>
                </a:tc>
              </a:tr>
              <a:tr h="355797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 smtClean="0"/>
                        <a:t>변환 과정 복잡도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64-DCTx32 (real) +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64-DCTx32 (</a:t>
                      </a:r>
                      <a:r>
                        <a:rPr lang="en-US" altLang="ko-KR" sz="1200" dirty="0" err="1" smtClean="0"/>
                        <a:t>imag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64-DCTx32  +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128-DCTx2 </a:t>
                      </a:r>
                      <a:endParaRPr lang="ko-KR" altLang="en-US" sz="1200" dirty="0"/>
                    </a:p>
                  </a:txBody>
                  <a:tcPr/>
                </a:tc>
              </a:tr>
              <a:tr h="640435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64 x log2(64) </a:t>
                      </a:r>
                    </a:p>
                    <a:p>
                      <a:pPr latinLnBrk="1"/>
                      <a:r>
                        <a:rPr lang="en-US" altLang="ko-KR" sz="1200" dirty="0" smtClean="0"/>
                        <a:t>x 32 x2 </a:t>
                      </a:r>
                    </a:p>
                    <a:p>
                      <a:pPr latinLnBrk="1"/>
                      <a:r>
                        <a:rPr lang="en-US" altLang="ko-KR" sz="1200" dirty="0" smtClean="0"/>
                        <a:t>= 24,576</a:t>
                      </a:r>
                    </a:p>
                    <a:p>
                      <a:pPr latinLnBrk="1"/>
                      <a:r>
                        <a:rPr lang="en-US" altLang="ko-KR" sz="1200" dirty="0" smtClean="0"/>
                        <a:t>(40%)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64xlog2(64)x32</a:t>
                      </a:r>
                    </a:p>
                    <a:p>
                      <a:pPr latinLnBrk="1"/>
                      <a:r>
                        <a:rPr lang="en-US" altLang="ko-KR" sz="1200" dirty="0" smtClean="0"/>
                        <a:t>+128xlog2(128)x2</a:t>
                      </a:r>
                    </a:p>
                    <a:p>
                      <a:pPr latinLnBrk="1"/>
                      <a:r>
                        <a:rPr lang="en-US" altLang="ko-KR" sz="1200" dirty="0" smtClean="0"/>
                        <a:t>= 14,080</a:t>
                      </a:r>
                    </a:p>
                    <a:p>
                      <a:pPr latinLnBrk="1"/>
                      <a:r>
                        <a:rPr lang="en-US" altLang="ko-KR" sz="1200" dirty="0" smtClean="0"/>
                        <a:t>(22.8%)</a:t>
                      </a:r>
                      <a:endParaRPr lang="ko-KR" altLang="en-US" sz="1200" dirty="0"/>
                    </a:p>
                  </a:txBody>
                  <a:tcPr/>
                </a:tc>
              </a:tr>
              <a:tr h="49811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 smtClean="0"/>
                        <a:t>시간 영역 도구의 복잡도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Temporal</a:t>
                      </a:r>
                      <a:r>
                        <a:rPr lang="en-US" altLang="ko-KR" sz="1200" baseline="0" dirty="0" smtClean="0"/>
                        <a:t> shaping</a:t>
                      </a:r>
                      <a:br>
                        <a:rPr lang="en-US" altLang="ko-KR" sz="1200" baseline="0" dirty="0" smtClean="0"/>
                      </a:br>
                      <a:r>
                        <a:rPr lang="en-US" altLang="ko-KR" sz="1200" baseline="0" dirty="0" err="1" smtClean="0"/>
                        <a:t>Decorrelattor</a:t>
                      </a:r>
                      <a:endParaRPr lang="en-US" altLang="ko-KR" sz="1200" baseline="0" dirty="0" smtClean="0"/>
                    </a:p>
                    <a:p>
                      <a:pPr latinLnBrk="1"/>
                      <a:r>
                        <a:rPr lang="en-US" altLang="ko-KR" sz="1200" dirty="0" smtClean="0"/>
                        <a:t>(60%)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EQ for High band</a:t>
                      </a:r>
                    </a:p>
                    <a:p>
                      <a:pPr latinLnBrk="1"/>
                      <a:endParaRPr lang="en-US" altLang="ko-KR" sz="12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(encoder only)</a:t>
                      </a:r>
                      <a:endParaRPr lang="ko-KR" altLang="en-US" sz="1200" dirty="0"/>
                    </a:p>
                  </a:txBody>
                  <a:tcPr/>
                </a:tc>
              </a:tr>
              <a:tr h="49811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전체 복잡도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b="1" dirty="0" smtClean="0"/>
                        <a:t>100% (</a:t>
                      </a:r>
                      <a:r>
                        <a:rPr lang="ko-KR" altLang="en-US" sz="1400" b="1" dirty="0" smtClean="0"/>
                        <a:t>기준</a:t>
                      </a:r>
                      <a:r>
                        <a:rPr lang="en-US" altLang="ko-KR" sz="1400" b="1" dirty="0" smtClean="0"/>
                        <a:t>)</a:t>
                      </a:r>
                      <a:endParaRPr lang="ko-KR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b="1" dirty="0" smtClean="0"/>
                        <a:t>≅ 40%</a:t>
                      </a:r>
                      <a:endParaRPr lang="ko-KR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28662" y="214313"/>
            <a:ext cx="7266104" cy="571481"/>
          </a:xfrm>
        </p:spPr>
        <p:txBody>
          <a:bodyPr/>
          <a:lstStyle/>
          <a:p>
            <a:r>
              <a:rPr lang="en-US" altLang="ko-KR" dirty="0" smtClean="0"/>
              <a:t>IV. </a:t>
            </a:r>
            <a:r>
              <a:rPr lang="ko-KR" altLang="en-US" dirty="0" smtClean="0"/>
              <a:t>연구수행 결과물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– </a:t>
            </a:r>
            <a:r>
              <a:rPr lang="ko-KR" altLang="en-US" dirty="0" err="1" smtClean="0"/>
              <a:t>프로토타입</a:t>
            </a:r>
            <a:r>
              <a:rPr lang="ko-KR" altLang="en-US" dirty="0" smtClean="0"/>
              <a:t> 재생 단말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36</a:t>
            </a:fld>
            <a:endParaRPr lang="en-US" altLang="ko-KR" dirty="0"/>
          </a:p>
        </p:txBody>
      </p:sp>
      <p:grpSp>
        <p:nvGrpSpPr>
          <p:cNvPr id="9" name="그룹 21"/>
          <p:cNvGrpSpPr>
            <a:grpSpLocks/>
          </p:cNvGrpSpPr>
          <p:nvPr/>
        </p:nvGrpSpPr>
        <p:grpSpPr bwMode="auto">
          <a:xfrm>
            <a:off x="6048911" y="871446"/>
            <a:ext cx="2917371" cy="2037217"/>
            <a:chOff x="2740896" y="3375481"/>
            <a:chExt cx="2423240" cy="1967489"/>
          </a:xfrm>
        </p:grpSpPr>
        <p:pic>
          <p:nvPicPr>
            <p:cNvPr id="10" name="Picture 3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740896" y="3377380"/>
              <a:ext cx="950433" cy="1042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3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740897" y="4407220"/>
              <a:ext cx="953574" cy="93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3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694011" y="3375481"/>
              <a:ext cx="1470125" cy="1233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3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92320" y="4350780"/>
              <a:ext cx="1414285" cy="975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4" name="Picture 36" descr="C:\DOCUME~1\user\LOCALS~1\Temp\UNI000012d82988.g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40308" y="2999514"/>
            <a:ext cx="2629883" cy="18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 descr="C:\DOCUME~1\user\LOCALS~1\Temp\Hnc\BinData\EMB0000123424ac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44737" y="4955172"/>
            <a:ext cx="1850742" cy="1271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" name="내용 개체 틀 25"/>
          <p:cNvGraphicFramePr>
            <a:graphicFrameLocks noGrp="1"/>
          </p:cNvGraphicFramePr>
          <p:nvPr>
            <p:ph idx="1"/>
          </p:nvPr>
        </p:nvGraphicFramePr>
        <p:xfrm>
          <a:off x="89011" y="1416106"/>
          <a:ext cx="5826267" cy="4526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oup 129"/>
          <p:cNvGraphicFramePr>
            <a:graphicFrameLocks noGrp="1"/>
          </p:cNvGraphicFramePr>
          <p:nvPr/>
        </p:nvGraphicFramePr>
        <p:xfrm>
          <a:off x="216264" y="916396"/>
          <a:ext cx="5714273" cy="1408793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1575380"/>
                <a:gridCol w="513890"/>
                <a:gridCol w="506945"/>
                <a:gridCol w="520833"/>
                <a:gridCol w="534723"/>
                <a:gridCol w="513890"/>
                <a:gridCol w="527778"/>
                <a:gridCol w="520833"/>
                <a:gridCol w="500001"/>
              </a:tblGrid>
              <a:tr h="3814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분위기 명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Drum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Bass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Piano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Guitar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Synth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String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Brass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Perc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</a:tr>
              <a:tr h="256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흥겹고</a:t>
                      </a: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ko-KR" altLang="en-US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가벼운 마음 </a:t>
                      </a: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(Light)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50%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</a:tr>
              <a:tr h="256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차분하고 편안한 하루 </a:t>
                      </a: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(Classic)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</a:tr>
              <a:tr h="256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드럼세션과 밴드의 조화 </a:t>
                      </a: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(Beat)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</a:tr>
              <a:tr h="256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피아노로 쓴 시 </a:t>
                      </a:r>
                      <a:r>
                        <a:rPr kumimoji="0" lang="en-US" altLang="ko-KR" sz="800" b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(Background)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10%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10%</a:t>
                      </a: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10%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IV. </a:t>
            </a:r>
            <a:r>
              <a:rPr lang="ko-KR" altLang="en-US" dirty="0" smtClean="0"/>
              <a:t>연구수행 결과물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– </a:t>
            </a:r>
            <a:r>
              <a:rPr lang="ko-KR" altLang="en-US" dirty="0" err="1" smtClean="0"/>
              <a:t>프로토타입</a:t>
            </a:r>
            <a:r>
              <a:rPr lang="ko-KR" altLang="en-US" dirty="0" smtClean="0"/>
              <a:t> 재생 단말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37</a:t>
            </a:fld>
            <a:endParaRPr lang="en-US" altLang="ko-KR" dirty="0"/>
          </a:p>
        </p:txBody>
      </p:sp>
      <p:graphicFrame>
        <p:nvGraphicFramePr>
          <p:cNvPr id="16" name="내용 개체 틀 5"/>
          <p:cNvGraphicFramePr>
            <a:graphicFrameLocks noGrp="1"/>
          </p:cNvGraphicFramePr>
          <p:nvPr>
            <p:ph idx="1"/>
          </p:nvPr>
        </p:nvGraphicFramePr>
        <p:xfrm>
          <a:off x="129473" y="959678"/>
          <a:ext cx="8743398" cy="5704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8" name="그룹 93"/>
          <p:cNvGrpSpPr>
            <a:grpSpLocks/>
          </p:cNvGrpSpPr>
          <p:nvPr/>
        </p:nvGrpSpPr>
        <p:grpSpPr bwMode="auto">
          <a:xfrm rot="21127856">
            <a:off x="5504216" y="4517356"/>
            <a:ext cx="3546104" cy="1612395"/>
            <a:chOff x="2426612" y="2662232"/>
            <a:chExt cx="4290776" cy="1785950"/>
          </a:xfrm>
        </p:grpSpPr>
        <p:sp>
          <p:nvSpPr>
            <p:cNvPr id="19" name="타원 18"/>
            <p:cNvSpPr/>
            <p:nvPr/>
          </p:nvSpPr>
          <p:spPr>
            <a:xfrm>
              <a:off x="4175306" y="3156677"/>
              <a:ext cx="790691" cy="794356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Music 2.0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분위기 서버</a:t>
              </a:r>
              <a:endParaRPr kumimoji="0" lang="en-US" altLang="ko-KR" sz="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3103962" y="2662232"/>
              <a:ext cx="574801" cy="575502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600" dirty="0">
                  <a:solidFill>
                    <a:schemeClr val="tx1"/>
                  </a:solidFill>
                </a:rPr>
                <a:t>사용자 </a:t>
              </a:r>
              <a:r>
                <a:rPr kumimoji="0" lang="en-US" altLang="ko-KR" sz="6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1" name="타원 20"/>
            <p:cNvSpPr/>
            <p:nvPr/>
          </p:nvSpPr>
          <p:spPr>
            <a:xfrm>
              <a:off x="5494922" y="2662232"/>
              <a:ext cx="574801" cy="575502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600" dirty="0">
                  <a:solidFill>
                    <a:schemeClr val="tx1"/>
                  </a:solidFill>
                </a:rPr>
                <a:t>사용자 </a:t>
              </a:r>
              <a:r>
                <a:rPr kumimoji="0" lang="en-US" altLang="ko-KR" sz="6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22" name="타원 21"/>
            <p:cNvSpPr/>
            <p:nvPr/>
          </p:nvSpPr>
          <p:spPr>
            <a:xfrm>
              <a:off x="3103962" y="3872680"/>
              <a:ext cx="574801" cy="575502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600" dirty="0">
                  <a:solidFill>
                    <a:schemeClr val="tx1"/>
                  </a:solidFill>
                </a:rPr>
                <a:t>사용자 </a:t>
              </a:r>
              <a:r>
                <a:rPr kumimoji="0" lang="en-US" altLang="ko-KR" sz="6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3" name="타원 22"/>
            <p:cNvSpPr/>
            <p:nvPr/>
          </p:nvSpPr>
          <p:spPr>
            <a:xfrm>
              <a:off x="5494922" y="3872680"/>
              <a:ext cx="574801" cy="575502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600" dirty="0">
                  <a:solidFill>
                    <a:schemeClr val="tx1"/>
                  </a:solidFill>
                </a:rPr>
                <a:t>사용자 </a:t>
              </a:r>
              <a:r>
                <a:rPr kumimoji="0" lang="en-US" altLang="ko-KR" sz="600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24" name="직선 화살표 연결선 23"/>
            <p:cNvCxnSpPr>
              <a:stCxn id="19" idx="7"/>
              <a:endCxn id="21" idx="2"/>
            </p:cNvCxnSpPr>
            <p:nvPr/>
          </p:nvCxnSpPr>
          <p:spPr>
            <a:xfrm rot="5400000" flipH="1" flipV="1">
              <a:off x="5010327" y="2788262"/>
              <a:ext cx="324227" cy="644967"/>
            </a:xfrm>
            <a:prstGeom prst="straightConnector1">
              <a:avLst/>
            </a:prstGeom>
            <a:ln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>
              <a:stCxn id="19" idx="5"/>
              <a:endCxn id="23" idx="2"/>
            </p:cNvCxnSpPr>
            <p:nvPr/>
          </p:nvCxnSpPr>
          <p:spPr>
            <a:xfrm rot="16200000" flipH="1">
              <a:off x="5008975" y="3675834"/>
              <a:ext cx="326928" cy="644967"/>
            </a:xfrm>
            <a:prstGeom prst="straightConnector1">
              <a:avLst/>
            </a:prstGeom>
            <a:ln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>
              <a:stCxn id="22" idx="6"/>
              <a:endCxn id="19" idx="3"/>
            </p:cNvCxnSpPr>
            <p:nvPr/>
          </p:nvCxnSpPr>
          <p:spPr>
            <a:xfrm flipV="1">
              <a:off x="3678763" y="3834853"/>
              <a:ext cx="612583" cy="326928"/>
            </a:xfrm>
            <a:prstGeom prst="straightConnector1">
              <a:avLst/>
            </a:prstGeom>
            <a:ln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>
              <a:stCxn id="20" idx="6"/>
              <a:endCxn id="19" idx="1"/>
            </p:cNvCxnSpPr>
            <p:nvPr/>
          </p:nvCxnSpPr>
          <p:spPr>
            <a:xfrm>
              <a:off x="3678763" y="2948633"/>
              <a:ext cx="612583" cy="324227"/>
            </a:xfrm>
            <a:prstGeom prst="straightConnector1">
              <a:avLst/>
            </a:prstGeom>
            <a:ln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타원 27"/>
            <p:cNvSpPr/>
            <p:nvPr/>
          </p:nvSpPr>
          <p:spPr>
            <a:xfrm>
              <a:off x="2426612" y="3264753"/>
              <a:ext cx="577501" cy="578205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600" dirty="0">
                  <a:solidFill>
                    <a:schemeClr val="tx1"/>
                  </a:solidFill>
                </a:rPr>
                <a:t>사용자 </a:t>
              </a:r>
              <a:r>
                <a:rPr kumimoji="0" lang="en-US" altLang="ko-KR" sz="6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9" name="타원 28"/>
            <p:cNvSpPr/>
            <p:nvPr/>
          </p:nvSpPr>
          <p:spPr>
            <a:xfrm>
              <a:off x="6139887" y="3267456"/>
              <a:ext cx="577501" cy="575502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600" dirty="0">
                  <a:solidFill>
                    <a:schemeClr val="tx1"/>
                  </a:solidFill>
                </a:rPr>
                <a:t>사용자 </a:t>
              </a:r>
              <a:r>
                <a:rPr kumimoji="0" lang="en-US" altLang="ko-KR" sz="600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30" name="직선 화살표 연결선 29"/>
            <p:cNvCxnSpPr>
              <a:stCxn id="29" idx="2"/>
              <a:endCxn id="19" idx="6"/>
            </p:cNvCxnSpPr>
            <p:nvPr/>
          </p:nvCxnSpPr>
          <p:spPr>
            <a:xfrm rot="10800000">
              <a:off x="4965997" y="3553856"/>
              <a:ext cx="1173891" cy="0"/>
            </a:xfrm>
            <a:prstGeom prst="straightConnector1">
              <a:avLst/>
            </a:prstGeom>
            <a:ln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>
              <a:stCxn id="19" idx="2"/>
              <a:endCxn id="28" idx="6"/>
            </p:cNvCxnSpPr>
            <p:nvPr/>
          </p:nvCxnSpPr>
          <p:spPr>
            <a:xfrm rot="10800000">
              <a:off x="3004113" y="3553856"/>
              <a:ext cx="1171193" cy="0"/>
            </a:xfrm>
            <a:prstGeom prst="straightConnector1">
              <a:avLst/>
            </a:prstGeom>
            <a:ln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IV. </a:t>
            </a:r>
            <a:r>
              <a:rPr lang="ko-KR" altLang="en-US" dirty="0" smtClean="0"/>
              <a:t>연구수행 결과물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정량적 성과물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" y="1009853"/>
            <a:ext cx="8540750" cy="5072063"/>
          </a:xfrm>
        </p:spPr>
        <p:txBody>
          <a:bodyPr>
            <a:noAutofit/>
          </a:bodyPr>
          <a:lstStyle/>
          <a:p>
            <a:endParaRPr lang="en-US" altLang="ko-KR" sz="1600" dirty="0" smtClean="0"/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ko-KR" altLang="en-US" sz="1600" dirty="0" smtClean="0"/>
              <a:t>출원 특허의 우수성</a:t>
            </a:r>
            <a:endParaRPr lang="en-US" altLang="ko-KR" sz="1600" dirty="0" smtClean="0"/>
          </a:p>
          <a:p>
            <a:pPr lvl="1"/>
            <a:r>
              <a:rPr lang="ko-KR" altLang="en-US" sz="1400" dirty="0" smtClean="0"/>
              <a:t> 음악 </a:t>
            </a:r>
            <a:r>
              <a:rPr lang="ko-KR" altLang="en-US" sz="1400" dirty="0" err="1" smtClean="0"/>
              <a:t>음원</a:t>
            </a:r>
            <a:r>
              <a:rPr lang="ko-KR" altLang="en-US" sz="1400" dirty="0" smtClean="0"/>
              <a:t> 분리 장치 및 방법 </a:t>
            </a:r>
          </a:p>
          <a:p>
            <a:pPr lvl="2"/>
            <a:r>
              <a:rPr lang="ko-KR" altLang="en-US" sz="1200" dirty="0" smtClean="0"/>
              <a:t>특징 데이터베이스를 </a:t>
            </a:r>
            <a:r>
              <a:rPr lang="ko-KR" altLang="en-US" sz="1200" dirty="0" err="1" smtClean="0"/>
              <a:t>음원</a:t>
            </a:r>
            <a:r>
              <a:rPr lang="ko-KR" altLang="en-US" sz="1200" dirty="0" smtClean="0"/>
              <a:t> 분리에 활용하는 장치 및 방법 제시</a:t>
            </a:r>
            <a:endParaRPr lang="en-US" altLang="ko-KR" sz="1200" dirty="0" smtClean="0"/>
          </a:p>
          <a:p>
            <a:pPr lvl="2"/>
            <a:r>
              <a:rPr lang="ko-KR" altLang="en-US" sz="1200" dirty="0" smtClean="0"/>
              <a:t>기존의 </a:t>
            </a:r>
            <a:r>
              <a:rPr lang="ko-KR" altLang="en-US" sz="1200" dirty="0" err="1" smtClean="0"/>
              <a:t>음원</a:t>
            </a:r>
            <a:r>
              <a:rPr lang="ko-KR" altLang="en-US" sz="1200" dirty="0" smtClean="0"/>
              <a:t> 분리 알고리즘에 비해 분리 성능이 우수</a:t>
            </a:r>
            <a:endParaRPr lang="en-US" altLang="ko-KR" sz="1200" dirty="0" smtClean="0"/>
          </a:p>
          <a:p>
            <a:pPr lvl="2"/>
            <a:r>
              <a:rPr lang="ko-KR" altLang="en-US" sz="1200" dirty="0" smtClean="0"/>
              <a:t>향후 다양한 방식으로 확장 가능</a:t>
            </a:r>
          </a:p>
          <a:p>
            <a:pPr lvl="1"/>
            <a:r>
              <a:rPr lang="ko-KR" altLang="en-US" sz="1400" dirty="0" smtClean="0"/>
              <a:t>사전정보를 이용하지 않는 음악 </a:t>
            </a:r>
            <a:r>
              <a:rPr lang="ko-KR" altLang="en-US" sz="1400" dirty="0" err="1" smtClean="0"/>
              <a:t>음원</a:t>
            </a:r>
            <a:r>
              <a:rPr lang="ko-KR" altLang="en-US" sz="1400" dirty="0" smtClean="0"/>
              <a:t> 분리 장치 및 방법 </a:t>
            </a:r>
          </a:p>
          <a:p>
            <a:pPr lvl="2"/>
            <a:r>
              <a:rPr lang="ko-KR" altLang="en-US" sz="1200" dirty="0" smtClean="0"/>
              <a:t>특징 데이터베이스가 없는 환경에서의 </a:t>
            </a:r>
            <a:r>
              <a:rPr lang="ko-KR" altLang="en-US" sz="1200" dirty="0" err="1" smtClean="0"/>
              <a:t>음원</a:t>
            </a:r>
            <a:r>
              <a:rPr lang="ko-KR" altLang="en-US" sz="1200" dirty="0" smtClean="0"/>
              <a:t> 분리 방법 장치 및 방법 제시</a:t>
            </a:r>
            <a:endParaRPr lang="en-US" altLang="ko-KR" sz="1200" dirty="0" smtClean="0"/>
          </a:p>
          <a:p>
            <a:pPr lvl="2"/>
            <a:r>
              <a:rPr lang="ko-KR" altLang="en-US" sz="1200" dirty="0" err="1" smtClean="0"/>
              <a:t>음원</a:t>
            </a:r>
            <a:r>
              <a:rPr lang="ko-KR" altLang="en-US" sz="1200" dirty="0" smtClean="0"/>
              <a:t> 분리 알고리즘의 응용 범위를 넓힘</a:t>
            </a:r>
          </a:p>
          <a:p>
            <a:pPr lvl="1"/>
            <a:r>
              <a:rPr lang="ko-KR" altLang="en-US" sz="1400" dirty="0" smtClean="0"/>
              <a:t>낮은 품질의 </a:t>
            </a:r>
            <a:r>
              <a:rPr lang="ko-KR" altLang="en-US" sz="1400" dirty="0" err="1" smtClean="0"/>
              <a:t>음원을</a:t>
            </a:r>
            <a:r>
              <a:rPr lang="ko-KR" altLang="en-US" sz="1400" dirty="0" smtClean="0"/>
              <a:t> 이용한 객체기반 오디오 서비스를 위한 </a:t>
            </a:r>
            <a:r>
              <a:rPr lang="ko-KR" altLang="en-US" sz="1400" dirty="0" err="1" smtClean="0"/>
              <a:t>비트스트림</a:t>
            </a:r>
            <a:r>
              <a:rPr lang="ko-KR" altLang="en-US" sz="1400" dirty="0" smtClean="0"/>
              <a:t> 구조 </a:t>
            </a:r>
          </a:p>
          <a:p>
            <a:pPr lvl="2"/>
            <a:r>
              <a:rPr lang="ko-KR" altLang="en-US" sz="1200" dirty="0" err="1" smtClean="0"/>
              <a:t>음원</a:t>
            </a:r>
            <a:r>
              <a:rPr lang="ko-KR" altLang="en-US" sz="1200" dirty="0" smtClean="0"/>
              <a:t> 분리 및 부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복호화</a:t>
            </a:r>
            <a:r>
              <a:rPr lang="ko-KR" altLang="en-US" sz="1200" dirty="0" smtClean="0"/>
              <a:t> 과정을 거친 이후의 멀티 트랙 오디오 서비스의 품질을 확보하기 위한 방법 제시</a:t>
            </a:r>
            <a:endParaRPr lang="en-US" altLang="ko-KR" sz="1200" dirty="0" smtClean="0"/>
          </a:p>
          <a:p>
            <a:r>
              <a:rPr lang="ko-KR" altLang="en-US" sz="1600" dirty="0" smtClean="0"/>
              <a:t>핵심특허를 기반으로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차년도에 기술이전 및 사업화 추진</a:t>
            </a:r>
            <a:endParaRPr lang="en-US" altLang="ko-KR" sz="1600" dirty="0" smtClean="0"/>
          </a:p>
          <a:p>
            <a:pPr lvl="1"/>
            <a:r>
              <a:rPr lang="en-US" altLang="ko-KR" sz="1400" dirty="0" smtClean="0"/>
              <a:t>stereo-to-</a:t>
            </a:r>
            <a:r>
              <a:rPr lang="en-US" altLang="ko-KR" sz="1400" dirty="0" err="1" smtClean="0"/>
              <a:t>multitrack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변환기를 위한 </a:t>
            </a:r>
            <a:r>
              <a:rPr lang="ko-KR" altLang="en-US" sz="1400" dirty="0" err="1" smtClean="0"/>
              <a:t>음원분리</a:t>
            </a:r>
            <a:r>
              <a:rPr lang="ko-KR" altLang="en-US" sz="1400" dirty="0" smtClean="0"/>
              <a:t> 기술</a:t>
            </a:r>
            <a:endParaRPr lang="en-US" altLang="ko-KR" sz="1400" dirty="0" smtClean="0"/>
          </a:p>
          <a:p>
            <a:pPr lvl="1"/>
            <a:r>
              <a:rPr lang="ko-KR" altLang="en-US" sz="1400" dirty="0" smtClean="0"/>
              <a:t>휴대용 노래방 기기용 부호화 기술</a:t>
            </a: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38</a:t>
            </a:fld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600200" y="1011987"/>
          <a:ext cx="5502704" cy="1584960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978590"/>
                <a:gridCol w="1320017"/>
                <a:gridCol w="1320017"/>
                <a:gridCol w="942040"/>
                <a:gridCol w="942040"/>
              </a:tblGrid>
              <a:tr h="26429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구분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특허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출원건수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논문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건수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6429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국내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국제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국내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국제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242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목표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-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-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-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  <a:tr h="2422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실적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i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r>
                        <a:rPr lang="en-US" altLang="ko-KR" sz="1400" baseline="30000" dirty="0" smtClean="0"/>
                        <a:t>1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 dirty="0" smtClean="0"/>
                        <a:t>2</a:t>
                      </a:r>
                      <a:r>
                        <a:rPr lang="en-US" altLang="ko-KR" sz="1400" baseline="30000" dirty="0" smtClean="0"/>
                        <a:t>2</a:t>
                      </a:r>
                      <a:endParaRPr lang="ko-KR" altLang="en-US" sz="1400" i="0" kern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 dirty="0" smtClean="0"/>
                        <a:t>0</a:t>
                      </a:r>
                      <a:endParaRPr lang="ko-KR" altLang="en-US" sz="1400" i="0" kern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/>
                </a:tc>
              </a:tr>
              <a:tr h="24226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계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5317627" y="2583521"/>
            <a:ext cx="17780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 latinLnBrk="0"/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주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국제 특허 </a:t>
            </a: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건은 출원 </a:t>
            </a:r>
            <a:r>
              <a:rPr lang="ko-KR" altLang="en-US" sz="900" b="0" dirty="0" smtClean="0">
                <a:latin typeface="맑은 고딕" pitchFamily="50" charset="-127"/>
                <a:ea typeface="맑은 고딕" pitchFamily="50" charset="-127"/>
              </a:rPr>
              <a:t>중</a:t>
            </a:r>
            <a:endParaRPr lang="ko-KR" altLang="en-US" sz="8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5313265" y="2735921"/>
            <a:ext cx="233444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2563" indent="-182563" latinLnBrk="0"/>
            <a:r>
              <a:rPr lang="ko-KR" altLang="en-US" sz="900" b="0" dirty="0" smtClean="0">
                <a:latin typeface="맑은 고딕" pitchFamily="50" charset="-127"/>
                <a:ea typeface="맑은 고딕" pitchFamily="50" charset="-127"/>
              </a:rPr>
              <a:t>주</a:t>
            </a:r>
            <a:r>
              <a:rPr lang="en-US" altLang="ko-KR" sz="900" b="0" dirty="0" smtClean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900" b="0" dirty="0" smtClean="0">
                <a:latin typeface="맑은 고딕" pitchFamily="50" charset="-127"/>
                <a:ea typeface="맑은 고딕" pitchFamily="50" charset="-127"/>
              </a:rPr>
              <a:t>국내 </a:t>
            </a:r>
            <a:r>
              <a:rPr lang="ko-KR" altLang="en-US" sz="900" b="0" dirty="0" err="1" smtClean="0">
                <a:latin typeface="맑은 고딕" pitchFamily="50" charset="-127"/>
                <a:ea typeface="맑은 고딕" pitchFamily="50" charset="-127"/>
              </a:rPr>
              <a:t>논문지</a:t>
            </a:r>
            <a:r>
              <a:rPr lang="ko-KR" altLang="en-US" sz="900" b="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900" b="0" dirty="0" smtClean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900" b="0" dirty="0" smtClean="0">
                <a:latin typeface="맑은 고딕" pitchFamily="50" charset="-127"/>
                <a:ea typeface="맑은 고딕" pitchFamily="50" charset="-127"/>
              </a:rPr>
              <a:t>건</a:t>
            </a:r>
            <a:r>
              <a:rPr lang="en-US" altLang="ko-KR" sz="900" b="0" dirty="0" smtClean="0">
                <a:latin typeface="맑은 고딕" pitchFamily="50" charset="-127"/>
                <a:ea typeface="맑은 고딕" pitchFamily="50" charset="-127"/>
              </a:rPr>
              <a:t>,   </a:t>
            </a:r>
            <a:r>
              <a:rPr lang="ko-KR" altLang="en-US" sz="900" b="0" dirty="0" smtClean="0">
                <a:latin typeface="맑은 고딕" pitchFamily="50" charset="-127"/>
                <a:ea typeface="맑은 고딕" pitchFamily="50" charset="-127"/>
              </a:rPr>
              <a:t>국내 학술지 </a:t>
            </a:r>
            <a:r>
              <a:rPr lang="en-US" altLang="ko-KR" sz="900" b="0" dirty="0" smtClean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900" b="0" dirty="0" smtClean="0">
                <a:latin typeface="맑은 고딕" pitchFamily="50" charset="-127"/>
                <a:ea typeface="맑은 고딕" pitchFamily="50" charset="-127"/>
              </a:rPr>
              <a:t>건</a:t>
            </a:r>
            <a:endParaRPr lang="ko-KR" altLang="en-US" sz="800" b="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DD8DB90-133C-4D93-B9C9-AFCA3B99DC73}" type="slidenum">
              <a:rPr lang="en-US" altLang="ko-KR" smtClean="0"/>
              <a:pPr/>
              <a:t>39</a:t>
            </a:fld>
            <a:endParaRPr lang="en-US" altLang="ko-KR" smtClean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graphicFrame>
        <p:nvGraphicFramePr>
          <p:cNvPr id="6" name="다이어그램 5"/>
          <p:cNvGraphicFramePr/>
          <p:nvPr/>
        </p:nvGraphicFramePr>
        <p:xfrm>
          <a:off x="2226153" y="887695"/>
          <a:ext cx="4691695" cy="534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64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ko-KR" sz="2800" dirty="0" smtClean="0"/>
              <a:t>V. </a:t>
            </a:r>
            <a:r>
              <a:rPr lang="ko-KR" altLang="en-US" sz="2800" dirty="0" smtClean="0"/>
              <a:t>차년도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연구계획 </a:t>
            </a:r>
            <a:r>
              <a:rPr lang="en-US" altLang="ko-KR" sz="2800" dirty="0" smtClean="0"/>
              <a:t>- </a:t>
            </a:r>
            <a:r>
              <a:rPr lang="ko-KR" altLang="en-US" sz="2800" dirty="0" smtClean="0"/>
              <a:t>과제 개요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2706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A347B4A-12A9-426E-9CF1-9BB79F2AED55}" type="slidenum">
              <a:rPr lang="en-US" altLang="ko-KR" smtClean="0"/>
              <a:pPr/>
              <a:t>40</a:t>
            </a:fld>
            <a:endParaRPr lang="en-US" altLang="ko-KR" smtClean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/>
        </p:nvGraphicFramePr>
        <p:xfrm>
          <a:off x="476250" y="1162050"/>
          <a:ext cx="8190965" cy="4692162"/>
        </p:xfrm>
        <a:graphic>
          <a:graphicData uri="http://schemas.openxmlformats.org/drawingml/2006/table">
            <a:tbl>
              <a:tblPr firstCol="1" bandRow="1">
                <a:tableStyleId>{21E4AEA4-8DFA-4A89-87EB-49C32662AFE0}</a:tableStyleId>
              </a:tblPr>
              <a:tblGrid>
                <a:gridCol w="883527"/>
                <a:gridCol w="1926290"/>
                <a:gridCol w="2649232"/>
                <a:gridCol w="2731916"/>
              </a:tblGrid>
              <a:tr h="454269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과제명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이용자 </a:t>
                      </a:r>
                      <a:r>
                        <a:rPr kumimoji="1" lang="ko-KR" altLang="en-US" sz="14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창조형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음악 </a:t>
                      </a:r>
                      <a:r>
                        <a:rPr kumimoji="1" lang="ko-KR" altLang="en-US" sz="14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서비스 기술 개발 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57200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주관연구기관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한국전자통신연구원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65993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연구책임자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강경옥 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실감음향연구팀장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275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참여연구기관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4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1400" kern="120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오디즌</a:t>
                      </a: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(</a:t>
                      </a:r>
                      <a:r>
                        <a:rPr lang="ko-KR" altLang="en-US" sz="14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1400" kern="120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엔터기술</a:t>
                      </a: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배재대학교 </a:t>
                      </a:r>
                      <a:r>
                        <a:rPr lang="ko-KR" altLang="en-US" sz="1400" kern="120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산학협력단</a:t>
                      </a:r>
                      <a:r>
                        <a:rPr lang="en-US" altLang="ko-KR" sz="1400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1162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총연구기간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차년도</a:t>
                      </a:r>
                      <a:r>
                        <a:rPr kumimoji="1" lang="en-US" altLang="ko-KR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(’10)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solidFill>
                      <a:schemeClr val="accent2"/>
                    </a:solidFill>
                  </a:tcPr>
                </a:tc>
              </a:tr>
              <a:tr h="465993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연구기간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2009.3. ~ 2011.2.(2</a:t>
                      </a:r>
                      <a:r>
                        <a:rPr kumimoji="1" lang="ko-KR" altLang="en-US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en-US" altLang="ko-KR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46800" marB="46800" anchor="ctr" horzOverflow="overflow"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2010.3. ~ 2011.2.</a:t>
                      </a:r>
                      <a:endParaRPr kumimoji="1" lang="en-US" altLang="ko-KR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 horzOverflow="overflow"/>
                </a:tc>
              </a:tr>
              <a:tr h="448407">
                <a:tc row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연구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정부출연금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algn="r">
                        <a:lnSpc>
                          <a:spcPct val="130000"/>
                        </a:lnSpc>
                      </a:pP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1,390 </a:t>
                      </a:r>
                      <a:r>
                        <a:rPr kumimoji="1" lang="ko-KR" altLang="en-US" sz="16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kumimoji="1" lang="ko-KR" altLang="en-US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7783" marR="17783" marT="17783" marB="17783" anchor="ctr"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algn="r">
                        <a:lnSpc>
                          <a:spcPct val="130000"/>
                        </a:lnSpc>
                      </a:pP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700 </a:t>
                      </a:r>
                      <a:r>
                        <a:rPr kumimoji="1" lang="ko-KR" altLang="en-US" sz="16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kumimoji="1" lang="ko-KR" altLang="en-US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7783" marR="17783" marT="17783" marB="17783" anchor="ctr"/>
                </a:tc>
              </a:tr>
              <a:tr h="434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연구기관부담금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algn="r">
                        <a:lnSpc>
                          <a:spcPct val="130000"/>
                        </a:lnSpc>
                      </a:pP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480 </a:t>
                      </a:r>
                      <a:r>
                        <a:rPr kumimoji="1" lang="ko-KR" altLang="en-US" sz="16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kumimoji="1" lang="ko-KR" altLang="en-US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7783" marR="17783" marT="17783" marB="17783" anchor="ctr"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algn="r">
                        <a:lnSpc>
                          <a:spcPct val="130000"/>
                        </a:lnSpc>
                      </a:pP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240 </a:t>
                      </a:r>
                      <a:r>
                        <a:rPr kumimoji="1" lang="ko-KR" altLang="en-US" sz="16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kumimoji="1" lang="ko-KR" altLang="en-US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7783" marR="17783" marT="17783" marB="17783" anchor="ctr"/>
                </a:tc>
              </a:tr>
              <a:tr h="4451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  <a:endParaRPr kumimoji="1" lang="ko-KR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algn="r">
                        <a:lnSpc>
                          <a:spcPct val="130000"/>
                        </a:lnSpc>
                      </a:pP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1,870 </a:t>
                      </a:r>
                      <a:r>
                        <a:rPr kumimoji="1" lang="ko-KR" altLang="en-US" sz="16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kumimoji="1" lang="ko-KR" altLang="en-US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7783" marR="17783" marT="17783" marB="17783" anchor="ctr"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algn="r">
                        <a:lnSpc>
                          <a:spcPct val="130000"/>
                        </a:lnSpc>
                      </a:pP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940 </a:t>
                      </a:r>
                      <a:r>
                        <a:rPr kumimoji="1" lang="ko-KR" altLang="en-US" sz="16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백만원</a:t>
                      </a:r>
                      <a:endParaRPr kumimoji="1" lang="ko-KR" altLang="en-US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7783" marR="17783" marT="17783" marB="17783" anchor="ctr"/>
                </a:tc>
              </a:tr>
              <a:tr h="492369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참여인력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 </a:t>
                      </a:r>
                      <a:r>
                        <a:rPr kumimoji="1" lang="ko-KR" altLang="en-US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( 16.7 M/Y) </a:t>
                      </a:r>
                      <a:endParaRPr kumimoji="1" lang="en-US" altLang="ko-KR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HY울릉도M"/>
                          <a:ea typeface="HY울릉도M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66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 </a:t>
                      </a:r>
                      <a:r>
                        <a:rPr kumimoji="1" lang="ko-KR" altLang="en-US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1" lang="en-US" altLang="ko-KR" sz="16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( 8.32 M/Y) </a:t>
                      </a:r>
                      <a:endParaRPr kumimoji="1" lang="en-US" altLang="ko-KR" sz="1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V. </a:t>
            </a:r>
            <a:r>
              <a:rPr lang="ko-KR" altLang="en-US" dirty="0" smtClean="0"/>
              <a:t>차년도 연구계획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연구목표 및 내용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41</a:t>
            </a:fld>
            <a:endParaRPr lang="en-US" altLang="ko-KR" dirty="0"/>
          </a:p>
        </p:txBody>
      </p:sp>
      <p:graphicFrame>
        <p:nvGraphicFramePr>
          <p:cNvPr id="5" name="내용 개체 틀 4"/>
          <p:cNvGraphicFramePr>
            <a:graphicFrameLocks/>
          </p:cNvGraphicFramePr>
          <p:nvPr/>
        </p:nvGraphicFramePr>
        <p:xfrm>
          <a:off x="142844" y="1000125"/>
          <a:ext cx="8750331" cy="5072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4744" y="4681705"/>
            <a:ext cx="177833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latinLnBrk="0"/>
            <a:r>
              <a:rPr lang="ko-KR" altLang="en-US" sz="900" dirty="0" smtClean="0"/>
              <a:t>주</a:t>
            </a:r>
            <a:r>
              <a:rPr lang="en-US" altLang="ko-KR" sz="900" dirty="0" smtClean="0"/>
              <a:t>1. Signal to Interference </a:t>
            </a:r>
          </a:p>
          <a:p>
            <a:pPr marL="182563" indent="-182563" latinLnBrk="0"/>
            <a:r>
              <a:rPr lang="en-US" altLang="ko-KR" sz="900" dirty="0" smtClean="0"/>
              <a:t>        Ratio</a:t>
            </a:r>
          </a:p>
          <a:p>
            <a:pPr marL="182563" indent="-182563" latinLnBrk="0"/>
            <a:r>
              <a:rPr lang="ko-KR" altLang="en-US" sz="900" dirty="0" smtClean="0"/>
              <a:t>주</a:t>
            </a:r>
            <a:r>
              <a:rPr lang="en-US" altLang="ko-KR" sz="900" dirty="0" smtClean="0"/>
              <a:t>2. Mean Opinion Score</a:t>
            </a:r>
          </a:p>
          <a:p>
            <a:pPr marL="182563" indent="-182563" latinLnBrk="0"/>
            <a:r>
              <a:rPr lang="ko-KR" altLang="en-US" sz="900" dirty="0" smtClean="0"/>
              <a:t>주</a:t>
            </a:r>
            <a:r>
              <a:rPr lang="en-US" altLang="ko-KR" sz="900" dirty="0" smtClean="0"/>
              <a:t>3. </a:t>
            </a:r>
            <a:r>
              <a:rPr lang="ko-KR" altLang="en-US" sz="900" dirty="0" smtClean="0"/>
              <a:t>객체간 공간 정보</a:t>
            </a:r>
            <a:endParaRPr lang="en-US" altLang="ko-KR" sz="900" dirty="0" smtClean="0"/>
          </a:p>
          <a:p>
            <a:pPr marL="182563" indent="-182563" latinLnBrk="0"/>
            <a:r>
              <a:rPr lang="en-US" altLang="ko-KR" sz="900" dirty="0" smtClean="0"/>
              <a:t>       </a:t>
            </a:r>
            <a:r>
              <a:rPr lang="ko-KR" altLang="en-US" sz="900" dirty="0" smtClean="0"/>
              <a:t> </a:t>
            </a:r>
            <a:r>
              <a:rPr lang="ko-KR" altLang="en-US" sz="900" dirty="0" err="1" smtClean="0"/>
              <a:t>파라미터</a:t>
            </a:r>
            <a:r>
              <a:rPr lang="ko-KR" altLang="en-US" sz="900" dirty="0" smtClean="0"/>
              <a:t> </a:t>
            </a:r>
            <a:r>
              <a:rPr lang="ko-KR" altLang="en-US" sz="900" dirty="0" err="1" smtClean="0"/>
              <a:t>데이터량</a:t>
            </a:r>
            <a:endParaRPr lang="en-US" altLang="ko-KR" sz="900" dirty="0" smtClean="0"/>
          </a:p>
          <a:p>
            <a:pPr latinLnBrk="0"/>
            <a:endParaRPr lang="ko-KR" alt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l" eaLnBrk="1" hangingPunct="1"/>
            <a:r>
              <a:rPr lang="en-US" altLang="ko-KR" sz="2800" dirty="0" smtClean="0">
                <a:latin typeface="맑은 고딕" pitchFamily="50" charset="-127"/>
                <a:ea typeface="맑은 고딕" pitchFamily="50" charset="-127"/>
              </a:rPr>
              <a:t>V. </a:t>
            </a:r>
            <a:r>
              <a:rPr lang="ko-KR" altLang="en-US" sz="2800" dirty="0" smtClean="0">
                <a:latin typeface="맑은 고딕" pitchFamily="50" charset="-127"/>
                <a:ea typeface="맑은 고딕" pitchFamily="50" charset="-127"/>
              </a:rPr>
              <a:t>차년도 연구계획</a:t>
            </a:r>
            <a:r>
              <a:rPr lang="en-US" altLang="ko-KR" sz="2800" dirty="0" smtClean="0">
                <a:latin typeface="맑은 고딕" pitchFamily="50" charset="-127"/>
                <a:ea typeface="맑은 고딕" pitchFamily="50" charset="-127"/>
              </a:rPr>
              <a:t> – </a:t>
            </a:r>
            <a:r>
              <a:rPr lang="ko-KR" altLang="en-US" sz="2800" dirty="0" smtClean="0">
                <a:latin typeface="맑은 고딕" pitchFamily="50" charset="-127"/>
                <a:ea typeface="맑은 고딕" pitchFamily="50" charset="-127"/>
              </a:rPr>
              <a:t>수행 일정</a:t>
            </a:r>
          </a:p>
        </p:txBody>
      </p:sp>
      <p:sp>
        <p:nvSpPr>
          <p:cNvPr id="21" name="내용 개체 틀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5779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D870A63-6B38-4638-AF22-B06685A70A9C}" type="slidenum">
              <a:rPr lang="en-US" altLang="ko-KR" smtClean="0"/>
              <a:pPr/>
              <a:t>42</a:t>
            </a:fld>
            <a:endParaRPr lang="en-US" altLang="ko-KR" smtClean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284477" y="984861"/>
          <a:ext cx="8513575" cy="4998720"/>
        </p:xfrm>
        <a:graphic>
          <a:graphicData uri="http://schemas.openxmlformats.org/drawingml/2006/table">
            <a:tbl>
              <a:tblPr firstRow="1" firstCol="1" lastRow="1">
                <a:tableStyleId>{21E4AEA4-8DFA-4A89-87EB-49C32662AFE0}</a:tableStyleId>
              </a:tblPr>
              <a:tblGrid>
                <a:gridCol w="4174927"/>
                <a:gridCol w="361554"/>
                <a:gridCol w="361554"/>
                <a:gridCol w="361554"/>
                <a:gridCol w="361554"/>
                <a:gridCol w="361554"/>
                <a:gridCol w="361554"/>
                <a:gridCol w="361554"/>
                <a:gridCol w="361554"/>
                <a:gridCol w="361554"/>
                <a:gridCol w="361554"/>
                <a:gridCol w="361554"/>
                <a:gridCol w="361554"/>
              </a:tblGrid>
              <a:tr h="16142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과 제 내 용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/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추 진 일 정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83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/>
                </a:tc>
              </a:tr>
              <a:tr h="602661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기존의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활용을 위한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음원분리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기술</a:t>
                      </a:r>
                      <a:endParaRPr lang="en-US" altLang="ko-KR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주요 객체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분리 모듈 개발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특징 기반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분류 및 추출 기능 구현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</a:tr>
              <a:tr h="731802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고품질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다객체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오디오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부복호화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기술</a:t>
                      </a:r>
                      <a:endParaRPr lang="en-US" altLang="ko-KR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객체별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주요 특징 기반 코딩 방식 개발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객체별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오디오 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복호화기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개발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effectLst/>
                        </a:rPr>
                        <a:t>벡터 양자화 기반의 객체 </a:t>
                      </a:r>
                      <a:r>
                        <a:rPr lang="ko-KR" altLang="en-US" sz="1200" b="0" kern="1200" dirty="0" err="1" smtClean="0">
                          <a:solidFill>
                            <a:schemeClr val="tx1"/>
                          </a:solidFill>
                          <a:effectLst/>
                        </a:rPr>
                        <a:t>잔차신호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effectLst/>
                        </a:rPr>
                        <a:t> 코딩 기술 개발</a:t>
                      </a:r>
                      <a:endParaRPr lang="en-US" altLang="ko-KR" sz="12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</a:tr>
              <a:tr h="731802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음악 분위기 제어 기술</a:t>
                      </a:r>
                      <a:endParaRPr lang="en-US" altLang="ko-KR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서비스 특화된 분위기 제어 범위 연구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분위기 변환을 위한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음원의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생성 및 제어 기술 개발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effectLst/>
                        </a:rPr>
                        <a:t>특징의 효율적 변환 및 분위기 제어 모듈 개발</a:t>
                      </a:r>
                      <a:endParaRPr lang="en-US" altLang="ko-KR" sz="12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</a:tr>
              <a:tr h="624184">
                <a:tc>
                  <a:txBody>
                    <a:bodyPr/>
                    <a:lstStyle/>
                    <a:p>
                      <a:pPr defTabSz="360000" latinLnBrk="0">
                        <a:lnSpc>
                          <a:spcPct val="100000"/>
                        </a:lnSpc>
                      </a:pP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이용자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창조형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음악 </a:t>
                      </a: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콘텐츠</a:t>
                      </a: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  <a:effectLst/>
                        </a:rPr>
                        <a:t> 서비스 기술 검증 시스템</a:t>
                      </a:r>
                      <a:endParaRPr lang="en-US" altLang="ko-KR" sz="14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이용자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창조형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음악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콘텐츠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저작 도구 구현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이용자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창조형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음악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콘텐츠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재생 단말 구현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0" defTabSz="360000" latinLnBrk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effectLst/>
                        </a:rPr>
                        <a:t>통합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effectLst/>
                        </a:rPr>
                        <a:t>구현 및 검증</a:t>
                      </a:r>
                      <a:endParaRPr lang="en-US" altLang="ko-KR" sz="12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</a:tr>
              <a:tr h="6295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주요 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Milestone(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effectLst/>
                        </a:rPr>
                        <a:t>   )</a:t>
                      </a:r>
                      <a:r>
                        <a:rPr lang="ko-KR" altLang="en-US" sz="1050" b="0" baseline="0" dirty="0" err="1" smtClean="0">
                          <a:solidFill>
                            <a:schemeClr val="tx1"/>
                          </a:solidFill>
                          <a:effectLst/>
                        </a:rPr>
                        <a:t>완성점에서의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effectLst/>
                        </a:rPr>
                        <a:t> 수행결과 산출물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marL="90488" indent="-90488" latinLnBrk="1">
                        <a:buFontTx/>
                        <a:buChar char="-"/>
                      </a:pPr>
                      <a:r>
                        <a:rPr lang="ko-KR" altLang="en-US" sz="1050" b="0" kern="1200" dirty="0" smtClean="0">
                          <a:solidFill>
                            <a:schemeClr val="tx1"/>
                          </a:solidFill>
                          <a:effectLst/>
                        </a:rPr>
                        <a:t>이용자 </a:t>
                      </a:r>
                      <a:r>
                        <a:rPr lang="ko-KR" altLang="en-US" sz="1050" b="0" kern="1200" dirty="0" err="1" smtClean="0">
                          <a:solidFill>
                            <a:schemeClr val="tx1"/>
                          </a:solidFill>
                          <a:effectLst/>
                        </a:rPr>
                        <a:t>창조형</a:t>
                      </a:r>
                      <a:r>
                        <a:rPr lang="ko-KR" altLang="en-US" sz="1050" b="0" kern="1200" dirty="0" smtClean="0">
                          <a:solidFill>
                            <a:schemeClr val="tx1"/>
                          </a:solidFill>
                          <a:effectLst/>
                        </a:rPr>
                        <a:t> 음악 </a:t>
                      </a:r>
                      <a:r>
                        <a:rPr lang="ko-KR" altLang="en-US" sz="1050" b="0" kern="1200" dirty="0" err="1" smtClean="0">
                          <a:solidFill>
                            <a:schemeClr val="tx1"/>
                          </a:solidFill>
                          <a:effectLst/>
                        </a:rPr>
                        <a:t>콘텐츠</a:t>
                      </a:r>
                      <a:r>
                        <a:rPr lang="ko-KR" altLang="en-US" sz="1050" b="0" kern="1200" dirty="0" smtClean="0">
                          <a:solidFill>
                            <a:schemeClr val="tx1"/>
                          </a:solidFill>
                          <a:effectLst/>
                        </a:rPr>
                        <a:t> 재생 단말 기능 검증</a:t>
                      </a:r>
                      <a:endParaRPr lang="en-US" altLang="ko-KR" sz="105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90488" indent="-90488" latinLnBrk="0">
                        <a:buFontTx/>
                        <a:buChar char="-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주요 트랙 추출 알고리즘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(80%)</a:t>
                      </a:r>
                    </a:p>
                    <a:p>
                      <a:pPr marL="90488" indent="-90488" latinLnBrk="0">
                        <a:buFontTx/>
                        <a:buChar char="-"/>
                      </a:pP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effectLst/>
                        </a:rPr>
                        <a:t>다객체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 오디오 부호화 기술 성능 검증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90488" indent="-90488" latinLnBrk="0">
                        <a:buFontTx/>
                        <a:buChar char="-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이용자 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effectLst/>
                        </a:rPr>
                        <a:t>창조형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 음악 서비스 시스템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저작도구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단말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  <a:p>
                      <a:pPr marL="90488" indent="-90488" latinLnBrk="0">
                        <a:buFontTx/>
                        <a:buChar char="-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국제 특허 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건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국제 논문 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effectLst/>
                        </a:rPr>
                        <a:t>건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직선 화살표 연결선 37"/>
          <p:cNvCxnSpPr/>
          <p:nvPr/>
        </p:nvCxnSpPr>
        <p:spPr>
          <a:xfrm>
            <a:off x="4464592" y="1748168"/>
            <a:ext cx="2890684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6625231" y="1942489"/>
            <a:ext cx="1452716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5918187" y="2644599"/>
            <a:ext cx="2145017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784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81950" y="1814513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5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48438" y="4405313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6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74013" y="2479675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4" name="직선 화살표 연결선 43"/>
          <p:cNvCxnSpPr/>
          <p:nvPr/>
        </p:nvCxnSpPr>
        <p:spPr>
          <a:xfrm>
            <a:off x="5925560" y="4276421"/>
            <a:ext cx="2159761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>
            <a:off x="5925560" y="3706390"/>
            <a:ext cx="2159761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>
            <a:off x="5921839" y="3510086"/>
            <a:ext cx="2163481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>
            <a:off x="4476498" y="3313716"/>
            <a:ext cx="2163481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6632734" y="4794287"/>
            <a:ext cx="2167884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4491622" y="4556994"/>
            <a:ext cx="2140984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>
            <a:off x="4483868" y="2453095"/>
            <a:ext cx="2156111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>
            <a:off x="4483868" y="2874102"/>
            <a:ext cx="3594079" cy="1588"/>
          </a:xfrm>
          <a:prstGeom prst="straightConnector1">
            <a:avLst/>
          </a:prstGeom>
          <a:ln w="63500"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tailEnd type="triangl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795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3563" y="5387975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96" name="Picture 3" descr="C:\Documents and Settings\김민\Local Settings\Temporary Internet Files\Content.IE5\R99MNGFS\MCj0433917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1000" y="4124325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V. </a:t>
            </a:r>
            <a:r>
              <a:rPr lang="ko-KR" altLang="en-US" dirty="0" smtClean="0"/>
              <a:t>차년도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연구계획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수행 체계 및 방법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43</a:t>
            </a:fld>
            <a:endParaRPr lang="en-US" altLang="ko-KR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다이어그램 5"/>
          <p:cNvGraphicFramePr/>
          <p:nvPr/>
        </p:nvGraphicFramePr>
        <p:xfrm>
          <a:off x="357158" y="1214422"/>
          <a:ext cx="8358246" cy="4929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5931462" y="3135156"/>
            <a:ext cx="2783942" cy="1643074"/>
          </a:xfrm>
          <a:prstGeom prst="roundRect">
            <a:avLst>
              <a:gd name="adj" fmla="val 9704"/>
            </a:avLst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 contourW="12700">
            <a:bevelT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ko-KR" altLang="en-US" sz="1400" b="1" dirty="0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문화체육관광부</a:t>
            </a:r>
            <a:r>
              <a:rPr lang="en-US" altLang="ko-KR" sz="1400" b="1" dirty="0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/>
            </a:r>
            <a:br>
              <a:rPr lang="en-US" altLang="ko-KR" sz="1400" b="1" dirty="0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</a:br>
            <a:r>
              <a:rPr lang="en-US" altLang="ko-KR" sz="1400" b="1" dirty="0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/</a:t>
            </a:r>
            <a:r>
              <a:rPr lang="ko-KR" altLang="en-US" sz="1400" b="1" dirty="0" err="1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문화콘텐츠진흥원</a:t>
            </a:r>
            <a:endParaRPr lang="en-US" altLang="ko-KR" sz="1400" b="1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marL="88900" lvl="0" indent="-88900">
              <a:buFont typeface="Arial" pitchFamily="34" charset="0"/>
              <a:buChar char="•"/>
            </a:pPr>
            <a:r>
              <a:rPr lang="ko-KR" altLang="en-US" sz="1200" dirty="0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사업관리</a:t>
            </a:r>
            <a:endParaRPr lang="en-US" altLang="ko-KR" sz="120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marL="88900" lvl="0" indent="-88900">
              <a:buFont typeface="Arial" pitchFamily="34" charset="0"/>
              <a:buChar char="•"/>
            </a:pPr>
            <a:r>
              <a:rPr lang="ko-KR" altLang="en-US" sz="1200" dirty="0" err="1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마일스톤</a:t>
            </a:r>
            <a:r>
              <a:rPr lang="ko-KR" altLang="en-US" sz="1200" dirty="0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점검 및 과제 중간결과 평가 및 분석</a:t>
            </a:r>
            <a:endParaRPr lang="en-US" altLang="ko-KR" sz="120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marL="88900" lvl="0" indent="-88900">
              <a:buFont typeface="Arial" pitchFamily="34" charset="0"/>
              <a:buChar char="•"/>
            </a:pPr>
            <a:r>
              <a:rPr lang="ko-KR" altLang="en-US" sz="1200" dirty="0" err="1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당해년도</a:t>
            </a:r>
            <a:r>
              <a:rPr lang="ko-KR" altLang="en-US" sz="1200" dirty="0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결과 분석 및 평가</a:t>
            </a:r>
            <a:endParaRPr lang="en-US" altLang="ko-KR" sz="1200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marL="88900" lvl="0" indent="-88900">
              <a:buFont typeface="Arial" pitchFamily="34" charset="0"/>
              <a:buChar char="•"/>
            </a:pPr>
            <a:r>
              <a:rPr lang="ko-KR" altLang="en-US" sz="1200" dirty="0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연구 방안 수립</a:t>
            </a:r>
            <a:endParaRPr lang="ko-KR" altLang="en-US" sz="1100" dirty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357158" y="3159432"/>
            <a:ext cx="2547883" cy="1643074"/>
          </a:xfrm>
          <a:prstGeom prst="roundRect">
            <a:avLst>
              <a:gd name="adj" fmla="val 9704"/>
            </a:avLst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 contourW="12700">
            <a:bevelT/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</a:pPr>
            <a:r>
              <a:rPr lang="ko-KR" altLang="en-US" sz="1400" b="1" dirty="0" smtClean="0">
                <a:ln w="18415" cmpd="sng"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국내외 표준화 단체</a:t>
            </a:r>
            <a:endParaRPr lang="en-US" altLang="ko-KR" sz="1400" b="1" dirty="0" smtClean="0">
              <a:ln w="18415" cmpd="sng">
                <a:prstDash val="solid"/>
              </a:ln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marL="88900" lvl="0" indent="-88900" latinLnBrk="0">
              <a:buFont typeface="Arial" pitchFamily="34" charset="0"/>
              <a:buChar char="•"/>
            </a:pPr>
            <a:r>
              <a:rPr lang="ko-KR" altLang="en-US" sz="1200" dirty="0" smtClean="0">
                <a:ln w="18415" cmpd="sng"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표준 정보 수집</a:t>
            </a:r>
            <a:endParaRPr lang="en-US" altLang="ko-KR" sz="1200" dirty="0" smtClean="0">
              <a:ln w="18415" cmpd="sng"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marL="88900" lvl="0" indent="-88900" latinLnBrk="0">
              <a:buFont typeface="Arial" pitchFamily="34" charset="0"/>
              <a:buChar char="•"/>
            </a:pPr>
            <a:r>
              <a:rPr lang="ko-KR" altLang="en-US" sz="1200" dirty="0" smtClean="0">
                <a:ln w="18415" cmpd="sng"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표준화 참여 산업체와의 정보 교환</a:t>
            </a:r>
            <a:endParaRPr lang="en-US" altLang="ko-KR" sz="1200" dirty="0" smtClean="0">
              <a:ln w="18415" cmpd="sng"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ko-KR" sz="2800" dirty="0" smtClean="0"/>
              <a:t>V. </a:t>
            </a:r>
            <a:r>
              <a:rPr lang="ko-KR" altLang="en-US" sz="2800" dirty="0" smtClean="0"/>
              <a:t>차년도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연구계획 </a:t>
            </a:r>
            <a:r>
              <a:rPr lang="en-US" altLang="ko-KR" sz="2800" dirty="0" smtClean="0"/>
              <a:t>– </a:t>
            </a:r>
            <a:r>
              <a:rPr lang="ko-KR" altLang="en-US" sz="2800" dirty="0" smtClean="0"/>
              <a:t>추진 전략</a:t>
            </a:r>
          </a:p>
        </p:txBody>
      </p:sp>
      <p:sp>
        <p:nvSpPr>
          <p:cNvPr id="76823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3064AF4-4B18-451F-8630-4537721E72CA}" type="slidenum">
              <a:rPr lang="en-US" altLang="ko-KR" smtClean="0"/>
              <a:pPr/>
              <a:t>44</a:t>
            </a:fld>
            <a:endParaRPr lang="en-US" altLang="ko-KR" smtClean="0"/>
          </a:p>
        </p:txBody>
      </p:sp>
      <p:grpSp>
        <p:nvGrpSpPr>
          <p:cNvPr id="20" name="그룹 19"/>
          <p:cNvGrpSpPr/>
          <p:nvPr/>
        </p:nvGrpSpPr>
        <p:grpSpPr>
          <a:xfrm>
            <a:off x="145271" y="922580"/>
            <a:ext cx="4166637" cy="2506352"/>
            <a:chOff x="-6335000" y="-1711491"/>
            <a:chExt cx="4166637" cy="2506352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-6335000" y="-1711491"/>
              <a:ext cx="4166637" cy="2506352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모서리가 둥근 직사각형 4"/>
            <p:cNvSpPr/>
            <p:nvPr/>
          </p:nvSpPr>
          <p:spPr>
            <a:xfrm>
              <a:off x="-6270394" y="-1655270"/>
              <a:ext cx="3682392" cy="23551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600" b="1" kern="1200" dirty="0" smtClean="0">
                  <a:latin typeface="맑은 고딕" pitchFamily="50" charset="-127"/>
                  <a:ea typeface="맑은 고딕" pitchFamily="50" charset="-127"/>
                </a:rPr>
                <a:t>산업계 공조 </a:t>
              </a:r>
              <a:r>
                <a:rPr lang="en-US" altLang="ko-KR" sz="1600" b="1" kern="1200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600" b="1" kern="1200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600" b="1" kern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 </a:t>
              </a:r>
              <a:r>
                <a:rPr lang="ko-KR" altLang="en-US" sz="1600" b="1" kern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서비스 특화된 </a:t>
              </a:r>
              <a:r>
                <a:rPr lang="ko-KR" altLang="en-US" sz="1600" b="1" kern="1200" dirty="0" err="1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음원</a:t>
              </a:r>
              <a:r>
                <a:rPr lang="ko-KR" altLang="en-US" sz="1600" b="1" kern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 분리 품질 추구</a:t>
              </a:r>
              <a:r>
                <a:rPr lang="ko-KR" altLang="en-US" sz="1600" b="1" kern="12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ko-KR" altLang="en-US" sz="16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  <a:tabLst/>
              </a:pPr>
              <a:r>
                <a:rPr lang="ko-KR" altLang="en-US" sz="1200" kern="1200" dirty="0" err="1" smtClean="0">
                  <a:latin typeface="맑은 고딕" pitchFamily="50" charset="-127"/>
                  <a:ea typeface="맑은 고딕" pitchFamily="50" charset="-127"/>
                </a:rPr>
                <a:t>서비스별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 품질 요구사항 확립</a:t>
              </a:r>
              <a:endParaRPr lang="ko-KR" altLang="en-US" sz="12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기술 평가 기준 확립</a:t>
              </a:r>
              <a:endParaRPr lang="en-US" altLang="ko-KR" sz="1200" kern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학계 공조</a:t>
              </a:r>
              <a:endParaRPr lang="en-US" altLang="ko-KR" sz="1600" b="1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데이터베이스 활용 최적화 방안 도출</a:t>
              </a:r>
              <a:endParaRPr lang="en-US" altLang="ko-KR" sz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이종의 분리 알고리즘 통합 및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최적화</a:t>
              </a:r>
              <a:endParaRPr lang="en-US" altLang="ko-KR" sz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지적 재산권 확보</a:t>
              </a:r>
              <a:endParaRPr lang="en-US" altLang="ko-KR" sz="1600" b="1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향후 관련 시장 선점을 위한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지적 재산권 확보에 주력</a:t>
              </a:r>
            </a:p>
            <a:p>
              <a:pPr marL="114300" lvl="2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endParaRPr lang="ko-KR" altLang="en-US" sz="1200" dirty="0" smtClean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4817803" y="941168"/>
            <a:ext cx="4166637" cy="2506352"/>
            <a:chOff x="4655857" y="148656"/>
            <a:chExt cx="4166637" cy="2506352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4655857" y="148656"/>
              <a:ext cx="4166637" cy="2506352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모서리가 둥근 직사각형 4"/>
            <p:cNvSpPr/>
            <p:nvPr/>
          </p:nvSpPr>
          <p:spPr>
            <a:xfrm>
              <a:off x="5502479" y="211804"/>
              <a:ext cx="3264957" cy="23376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600" b="1" kern="1200" dirty="0" smtClean="0">
                  <a:latin typeface="맑은 고딕" pitchFamily="50" charset="-127"/>
                  <a:ea typeface="맑은 고딕" pitchFamily="50" charset="-127"/>
                </a:rPr>
                <a:t>산업계 공조</a:t>
              </a:r>
              <a: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 </a:t>
              </a: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서비스 특화된 </a:t>
              </a:r>
              <a:r>
                <a:rPr lang="ko-KR" altLang="en-US" sz="1600" b="1" dirty="0" err="1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코덱</a:t>
              </a: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 품질 추구</a:t>
              </a:r>
              <a:endParaRPr lang="ko-KR" altLang="en-US" sz="16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음질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복잡도 양면의 품질 요구사항 확립</a:t>
              </a:r>
              <a:endParaRPr lang="en-US" altLang="ko-KR" sz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대상 </a:t>
              </a:r>
              <a:r>
                <a:rPr lang="ko-KR" altLang="en-US" sz="1200" kern="1200" dirty="0" err="1" smtClean="0">
                  <a:latin typeface="맑은 고딕" pitchFamily="50" charset="-127"/>
                  <a:ea typeface="맑은 고딕" pitchFamily="50" charset="-127"/>
                </a:rPr>
                <a:t>복호화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 단말의 요구사항에 긴밀히 대응</a:t>
              </a:r>
              <a:endParaRPr lang="ko-KR" altLang="en-US" sz="12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720725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600" b="1" kern="1200" dirty="0" smtClean="0">
                  <a:latin typeface="맑은 고딕" pitchFamily="50" charset="-127"/>
                  <a:ea typeface="맑은 고딕" pitchFamily="50" charset="-127"/>
                </a:rPr>
                <a:t>기존 노하우 활용</a:t>
              </a:r>
              <a:endParaRPr lang="ko-KR" altLang="en-US" sz="16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811213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확보 가능한 지적재산권 활용을 극대화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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 국내 기업의 해외 로열티 지불 최소화</a:t>
              </a:r>
              <a:endParaRPr lang="ko-KR" altLang="en-US" sz="1200" kern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4819552" y="3788847"/>
            <a:ext cx="4166637" cy="2476589"/>
            <a:chOff x="6962451" y="4459259"/>
            <a:chExt cx="4166637" cy="2476589"/>
          </a:xfrm>
        </p:grpSpPr>
        <p:sp>
          <p:nvSpPr>
            <p:cNvPr id="27" name="모서리가 둥근 직사각형 26"/>
            <p:cNvSpPr/>
            <p:nvPr/>
          </p:nvSpPr>
          <p:spPr>
            <a:xfrm>
              <a:off x="6962451" y="4459259"/>
              <a:ext cx="4166637" cy="247658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8" name="모서리가 둥근 직사각형 4"/>
            <p:cNvSpPr/>
            <p:nvPr/>
          </p:nvSpPr>
          <p:spPr>
            <a:xfrm>
              <a:off x="8640802" y="5307145"/>
              <a:ext cx="2451888" cy="16022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57150" lvl="1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산업계 공조 </a:t>
              </a:r>
              <a: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 </a:t>
              </a: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분위기 </a:t>
              </a:r>
              <a: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/>
              </a:r>
              <a:b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</a:b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변환 범위 요구사항 수렴</a:t>
              </a:r>
              <a:endParaRPr lang="ko-KR" altLang="en-US" sz="1600" b="1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분위기 변환의 범위에 따른 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서비스 시나리오 설정</a:t>
              </a:r>
              <a:endParaRPr lang="en-US" altLang="ko-KR" sz="1200" kern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음악적</a:t>
              </a:r>
              <a: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신호적 특징과 </a:t>
              </a:r>
              <a: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분위기 변환 사이의 </a:t>
              </a:r>
              <a: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연관관계 연구</a:t>
              </a:r>
            </a:p>
          </p:txBody>
        </p:sp>
      </p:grpSp>
      <p:sp>
        <p:nvSpPr>
          <p:cNvPr id="29" name="모서리가 둥근 직사각형 28"/>
          <p:cNvSpPr/>
          <p:nvPr/>
        </p:nvSpPr>
        <p:spPr>
          <a:xfrm>
            <a:off x="182086" y="3780171"/>
            <a:ext cx="4166637" cy="2476589"/>
          </a:xfrm>
          <a:prstGeom prst="roundRect">
            <a:avLst>
              <a:gd name="adj" fmla="val 10000"/>
            </a:avLst>
          </a:prstGeom>
        </p:spPr>
        <p:style>
          <a:lnRef idx="1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0" name="모서리가 둥근 직사각형 4"/>
          <p:cNvSpPr/>
          <p:nvPr/>
        </p:nvSpPr>
        <p:spPr>
          <a:xfrm>
            <a:off x="236488" y="4677193"/>
            <a:ext cx="2506712" cy="156985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8100" tIns="38100" rIns="38100" bIns="38100" numCol="1" spcCol="1270" anchor="t" anchorCtr="0">
            <a:noAutofit/>
          </a:bodyPr>
          <a:lstStyle/>
          <a:p>
            <a:pPr marL="57150" lvl="1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산업계 공조 </a:t>
            </a:r>
            <a:r>
              <a:rPr lang="en-US" altLang="ko-KR" sz="1600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 </a:t>
            </a: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시장 적응도 제고</a:t>
            </a:r>
            <a:endParaRPr lang="ko-KR" altLang="en-US" sz="1600" b="1" kern="1200" dirty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kern="1200" dirty="0" smtClean="0">
                <a:latin typeface="맑은 고딕" pitchFamily="50" charset="-127"/>
                <a:ea typeface="맑은 고딕" pitchFamily="50" charset="-127"/>
              </a:rPr>
              <a:t>공동연구기관의 요구사항을 </a:t>
            </a:r>
            <a:r>
              <a:rPr lang="en-US" altLang="ko-KR" sz="1200" kern="1200" dirty="0" smtClean="0"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kern="1200" dirty="0" smtClean="0"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kern="1200" dirty="0" smtClean="0">
                <a:latin typeface="맑은 고딕" pitchFamily="50" charset="-127"/>
                <a:ea typeface="맑은 고딕" pitchFamily="50" charset="-127"/>
              </a:rPr>
              <a:t>반영한 시스템 설계 및 구현</a:t>
            </a:r>
            <a:endParaRPr lang="en-US" altLang="ko-KR" sz="1200" kern="1200" dirty="0" smtClean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공동연구기관의 제작 및 검증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직접 참여 유도</a:t>
            </a:r>
            <a:endParaRPr lang="en-US" altLang="ko-KR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kern="1200" dirty="0" smtClean="0">
                <a:latin typeface="맑은 고딕" pitchFamily="50" charset="-127"/>
                <a:ea typeface="맑은 고딕" pitchFamily="50" charset="-127"/>
              </a:rPr>
              <a:t>기관간 협력 강화</a:t>
            </a:r>
            <a:endParaRPr lang="ko-KR" altLang="en-US" sz="1600" b="1" kern="12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9" name="다이어그램 18"/>
          <p:cNvGraphicFramePr/>
          <p:nvPr/>
        </p:nvGraphicFramePr>
        <p:xfrm>
          <a:off x="795716" y="1440383"/>
          <a:ext cx="7555263" cy="4458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V. </a:t>
            </a:r>
            <a:r>
              <a:rPr lang="ko-KR" altLang="en-US" dirty="0" smtClean="0"/>
              <a:t>차년도 연구계획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주요 </a:t>
            </a:r>
            <a:r>
              <a:rPr lang="ko-KR" altLang="en-US" dirty="0" err="1" smtClean="0"/>
              <a:t>마일스톤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45</a:t>
            </a:fld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4655032" y="3677749"/>
          <a:ext cx="4224584" cy="24120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802800"/>
                <a:gridCol w="1587172"/>
                <a:gridCol w="1834612"/>
              </a:tblGrid>
              <a:tr h="25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/>
                        <a:t>마일스톤</a:t>
                      </a:r>
                      <a:r>
                        <a:rPr lang="ko-KR" altLang="en-US" sz="1000" dirty="0"/>
                        <a:t> 명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주요객체 추출 알고리즘 성능 검증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목표일정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2010.12.31</a:t>
                      </a:r>
                      <a:endParaRPr 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점검항목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점검기준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점검방법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/>
                    </a:solidFill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/>
                        <a:t>주요객체 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ko-KR" altLang="en-US" sz="900" dirty="0" smtClean="0"/>
                        <a:t>추출 </a:t>
                      </a:r>
                      <a:r>
                        <a:rPr lang="ko-KR" altLang="en-US" sz="900" dirty="0"/>
                        <a:t>성능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88900" marR="0" indent="-889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주관적 평가</a:t>
                      </a:r>
                      <a:endParaRPr lang="en-US" altLang="ko-KR" sz="9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indent="-889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   (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MUSHRA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측정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MOS 3.5)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indent="-889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객관적 평가</a:t>
                      </a:r>
                      <a:endParaRPr lang="en-US" altLang="ko-KR" sz="9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8900" marR="0" indent="-8890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   (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SIR 10 dB)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추출된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주요객체 신호의 음질 평가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/>
                        <a:t>평가 </a:t>
                      </a:r>
                      <a:endParaRPr lang="en-US" altLang="ko-KR" sz="900" dirty="0" smtClean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실험 </a:t>
                      </a:r>
                      <a:r>
                        <a:rPr lang="ko-KR" altLang="en-US" sz="900" dirty="0"/>
                        <a:t>결과서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실험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방법의 적절성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평가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실험 결과서 검토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13090" y="3681876"/>
          <a:ext cx="4320000" cy="24120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803683"/>
                <a:gridCol w="1362285"/>
                <a:gridCol w="2154032"/>
              </a:tblGrid>
              <a:tr h="25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/>
                        <a:t>마일스톤</a:t>
                      </a:r>
                      <a:r>
                        <a:rPr lang="ko-KR" altLang="en-US" sz="1000" dirty="0"/>
                        <a:t> 명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객체 부호화 기술 성능 검증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목표일정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2010.12.31</a:t>
                      </a:r>
                      <a:endParaRPr 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점검항목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점검기준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점검방법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/>
                        <a:t>파라메트릭</a:t>
                      </a:r>
                      <a:r>
                        <a:rPr lang="ko-KR" altLang="en-US" sz="900" dirty="0"/>
                        <a:t> </a:t>
                      </a:r>
                      <a:endParaRPr lang="en-US" altLang="ko-KR" sz="900" dirty="0" smtClean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부호화기 </a:t>
                      </a:r>
                      <a:endParaRPr lang="ko-KR" altLang="en-US" sz="1000" dirty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/>
                        <a:t>성능평가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알고리즘에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대한 성능 만족도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부가정보 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40kbps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기준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MOS 4.0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이상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개의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음원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내에서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음원제어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시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원음을 이용한 제어와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공간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파라메터를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이용한 제어 방법의 음질 평가 비교 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/>
                        <a:t>객체별</a:t>
                      </a:r>
                      <a:r>
                        <a:rPr lang="ko-KR" altLang="en-US" sz="900" dirty="0"/>
                        <a:t> 오디오 부호화기 </a:t>
                      </a:r>
                      <a:endParaRPr lang="ko-KR" altLang="en-US" sz="1000" dirty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/>
                        <a:t>성능평가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알고리즘에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대한 성능 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만족도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(48kbps, stereo, MOS 4.0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이상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개의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음원에서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객체별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인코딩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시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원음을 이용한 제어와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객체별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부호화기를 이용한 제어 방법의 음질 평가 비교 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/>
                        <a:t>평가 </a:t>
                      </a:r>
                      <a:endParaRPr lang="en-US" altLang="ko-KR" sz="900" dirty="0" smtClean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실험 </a:t>
                      </a:r>
                      <a:r>
                        <a:rPr lang="ko-KR" altLang="en-US" sz="900" dirty="0"/>
                        <a:t>결과서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실험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방법의 적절성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평가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실험 결과서 검토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220852" y="1173528"/>
          <a:ext cx="4317283" cy="232272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803683"/>
                <a:gridCol w="1360800"/>
                <a:gridCol w="2152800"/>
              </a:tblGrid>
              <a:tr h="32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/>
                        <a:t>마일스톤</a:t>
                      </a:r>
                      <a:r>
                        <a:rPr lang="ko-KR" altLang="en-US" sz="1000" dirty="0"/>
                        <a:t> 명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이용자 </a:t>
                      </a:r>
                      <a:r>
                        <a:rPr lang="ko-KR" altLang="en-US" sz="1000" dirty="0" err="1">
                          <a:latin typeface="맑은 고딕" pitchFamily="50" charset="-127"/>
                          <a:ea typeface="맑은 고딕" pitchFamily="50" charset="-127"/>
                        </a:rPr>
                        <a:t>창조형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 음악 서비스를 위한 재생 기술 기능 점검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목표일정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2010.9.30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점검항목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점검기준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점검방법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/>
                    </a:solidFill>
                  </a:tcPr>
                </a:tc>
              </a:tr>
              <a:tr h="8467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기능별</a:t>
                      </a:r>
                      <a:endParaRPr lang="en-US" altLang="ko-KR" sz="900" dirty="0" smtClean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 </a:t>
                      </a:r>
                      <a:r>
                        <a:rPr lang="ko-KR" altLang="en-US" sz="900" dirty="0"/>
                        <a:t>동작여부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동작여부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부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음원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선택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음원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볼륨 조정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프리셋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분위기 제어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UCC (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저장기능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/>
                        <a:t>평가 </a:t>
                      </a:r>
                      <a:endParaRPr lang="en-US" altLang="ko-KR" sz="900" dirty="0" smtClean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실험 </a:t>
                      </a:r>
                      <a:r>
                        <a:rPr lang="ko-KR" altLang="en-US" sz="900" dirty="0"/>
                        <a:t>결과서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실험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방법의 적절성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평가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실험 결과서 검토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644829" y="1181535"/>
          <a:ext cx="4225896" cy="23220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803684"/>
                <a:gridCol w="1587600"/>
                <a:gridCol w="1834612"/>
              </a:tblGrid>
              <a:tr h="32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/>
                        <a:t>마일스톤</a:t>
                      </a:r>
                      <a:r>
                        <a:rPr lang="ko-KR" altLang="en-US" sz="1000" dirty="0"/>
                        <a:t> 명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17907" marR="17907" marT="17907" marB="1790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이용자 </a:t>
                      </a:r>
                      <a:r>
                        <a:rPr lang="ko-KR" altLang="en-US" sz="1000" dirty="0" err="1">
                          <a:latin typeface="맑은 고딕" pitchFamily="50" charset="-127"/>
                          <a:ea typeface="맑은 고딕" pitchFamily="50" charset="-127"/>
                        </a:rPr>
                        <a:t>창조형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 음악 서비스를 위한 저작 기술 기능 검증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17907" marB="17907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목표일정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17907" marR="17907" marT="17907" marB="1790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2010.12.31</a:t>
                      </a:r>
                      <a:endParaRPr lang="en-US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17907" marB="17907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점검항목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17907" marR="17907" marT="17907" marB="1790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점검기준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17907" marR="17907" marT="17907" marB="1790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점검방법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17907" marR="17907" marT="17907" marB="17907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/>
                    </a:solidFill>
                  </a:tcPr>
                </a:tc>
              </a:tr>
              <a:tr h="846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/>
                        <a:t>기능별 </a:t>
                      </a:r>
                      <a:endParaRPr lang="en-US" altLang="ko-KR" sz="900" dirty="0" smtClean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동작여부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17907" marR="17907" marT="17907" marB="1790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동작여부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부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스테레오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음원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추출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제거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음원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특징 추출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제어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 err="1">
                          <a:latin typeface="맑은 고딕" pitchFamily="50" charset="-127"/>
                          <a:ea typeface="맑은 고딕" pitchFamily="50" charset="-127"/>
                        </a:rPr>
                        <a:t>콘텐츠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 생성</a:t>
                      </a:r>
                      <a:r>
                        <a:rPr lang="en-US" altLang="ko-KR" sz="9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부호화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17907" marB="17907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/>
                        <a:t>평가 </a:t>
                      </a:r>
                      <a:endParaRPr lang="en-US" altLang="ko-KR" sz="900" dirty="0" smtClean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실험 </a:t>
                      </a:r>
                      <a:r>
                        <a:rPr lang="ko-KR" altLang="en-US" sz="900" dirty="0"/>
                        <a:t>결과서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17907" marR="17907" marT="17907" marB="1790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실험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방법의 적절성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17907" marB="17907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평가 </a:t>
                      </a:r>
                      <a:r>
                        <a:rPr lang="ko-KR" altLang="en-US" sz="900" dirty="0">
                          <a:latin typeface="맑은 고딕" pitchFamily="50" charset="-127"/>
                          <a:ea typeface="맑은 고딕" pitchFamily="50" charset="-127"/>
                        </a:rPr>
                        <a:t>실험 결과서 검토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17907" marB="17907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V. </a:t>
            </a:r>
            <a:r>
              <a:rPr lang="ko-KR" altLang="en-US" dirty="0" smtClean="0"/>
              <a:t>차년도 연구계획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평가항목 및 평가방법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46</a:t>
            </a:fld>
            <a:endParaRPr lang="en-US" altLang="ko-KR" dirty="0"/>
          </a:p>
        </p:txBody>
      </p:sp>
      <p:graphicFrame>
        <p:nvGraphicFramePr>
          <p:cNvPr id="5" name="내용 개체 틀 4"/>
          <p:cNvGraphicFramePr>
            <a:graphicFrameLocks/>
          </p:cNvGraphicFramePr>
          <p:nvPr/>
        </p:nvGraphicFramePr>
        <p:xfrm>
          <a:off x="284107" y="997779"/>
          <a:ext cx="8617131" cy="466664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118747"/>
                <a:gridCol w="1357257"/>
                <a:gridCol w="2656873"/>
                <a:gridCol w="2484254"/>
              </a:tblGrid>
              <a:tr h="310311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평가항목</a:t>
                      </a:r>
                    </a:p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주요성능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평가 방법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개발 목표치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비고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3351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최종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차년도 결과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670205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다객체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오디오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파라메트릭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부호화 모듈 음질 평가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MOS</a:t>
                      </a:r>
                      <a:r>
                        <a:rPr lang="en-US" altLang="ko-KR" sz="1200" b="0" baseline="30000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(5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점 만점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개 객체기준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음원제어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부가정보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40kpbs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기준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, 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MOS 4.0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이상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MOS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effectLst/>
                        </a:rPr>
                        <a:t> 3.5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502654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특징 기반 오디오 부호화 모듈 음질평가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MOS (5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점 만점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48kbps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스테레오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MOS 4.0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이상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502654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특징 추출 알고리즘 추출 정확도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검출적중률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(%)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검출적중률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85%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이상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적중률 낮은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콘텐츠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대상 성능 개선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87.34%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502654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주요 객체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추출 모듈 성능 객관 평가 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SIR</a:t>
                      </a:r>
                      <a:r>
                        <a:rPr lang="en-US" altLang="ko-KR" sz="1200" b="0" baseline="30000" dirty="0" smtClean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(dB)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SIR 10dB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이상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502654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주요 객체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추출 모듈 성능 음질 평가 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MOS (5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점만점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MOS 3.5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이상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670205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이용자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창조형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음악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콘텐츠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저작 도구 기능 검증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기능별 동작여부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스테레오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추출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제거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특징 추출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제어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콘텐츠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생성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부호화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  <a:tr h="670205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이용자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창조형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음악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콘텐츠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재생 단말 기능검증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기능별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동작여부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선택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 볼륨 조정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effectLst/>
                        </a:rPr>
                        <a:t>프리셋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effectLst/>
                        </a:rPr>
                        <a:t>분위기 제어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altLang="ko-KR" sz="1200" b="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UCC </a:t>
                      </a:r>
                      <a:r>
                        <a:rPr lang="ko-KR" altLang="en-US" sz="1200" b="0" u="sng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기능</a:t>
                      </a:r>
                      <a:endParaRPr lang="en-US" altLang="ko-KR" sz="1200" b="0" u="sng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선택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음원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effectLst/>
                        </a:rPr>
                        <a:t> 볼륨 조정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effectLst/>
                        </a:rPr>
                        <a:t>프리셋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b="0" u="sng" dirty="0" smtClean="0">
                          <a:solidFill>
                            <a:schemeClr val="tx1"/>
                          </a:solidFill>
                          <a:effectLst/>
                        </a:rPr>
                        <a:t>분위기 제어</a:t>
                      </a:r>
                      <a:r>
                        <a:rPr lang="en-US" altLang="ko-KR" sz="1200" b="0" u="sng" dirty="0" smtClean="0">
                          <a:solidFill>
                            <a:schemeClr val="tx1"/>
                          </a:solidFill>
                          <a:effectLst/>
                        </a:rPr>
                        <a:t>, UCC</a:t>
                      </a:r>
                      <a:r>
                        <a:rPr lang="en-US" altLang="ko-KR" sz="1200" b="0" u="sng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b="0" u="sng" baseline="0" dirty="0" smtClean="0">
                          <a:solidFill>
                            <a:schemeClr val="tx1"/>
                          </a:solidFill>
                          <a:effectLst/>
                        </a:rPr>
                        <a:t>트랙녹음 기능</a:t>
                      </a:r>
                      <a:endParaRPr lang="en-US" altLang="ko-KR" sz="1200" b="0" u="sng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/>
                </a:tc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2954217" y="5772050"/>
            <a:ext cx="6145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latinLnBrk="0"/>
            <a:r>
              <a:rPr lang="ko-KR" altLang="en-US" sz="1200" dirty="0" smtClean="0"/>
              <a:t>주</a:t>
            </a:r>
            <a:r>
              <a:rPr lang="en-US" altLang="ko-KR" sz="1200" dirty="0" smtClean="0"/>
              <a:t>1. Mean Opinion Score: </a:t>
            </a:r>
            <a:r>
              <a:rPr lang="ko-KR" altLang="en-US" sz="1200" dirty="0" smtClean="0"/>
              <a:t>원본 대비 음질을 </a:t>
            </a:r>
            <a:r>
              <a:rPr lang="en-US" altLang="ko-KR" sz="1200" dirty="0" smtClean="0"/>
              <a:t>0~5</a:t>
            </a:r>
            <a:r>
              <a:rPr lang="ko-KR" altLang="en-US" sz="1200" dirty="0" smtClean="0"/>
              <a:t>점 사이의 값으로 주관 평가하는 방법</a:t>
            </a:r>
            <a:endParaRPr lang="en-US" altLang="ko-KR" sz="1200" dirty="0" smtClean="0"/>
          </a:p>
          <a:p>
            <a:pPr marL="273050" indent="-273050" latinLnBrk="0"/>
            <a:r>
              <a:rPr lang="ko-KR" altLang="en-US" sz="1200" dirty="0" smtClean="0"/>
              <a:t>주</a:t>
            </a:r>
            <a:r>
              <a:rPr lang="en-US" altLang="ko-KR" sz="1200" dirty="0" smtClean="0"/>
              <a:t>2. Signal to Interference Ratio: </a:t>
            </a:r>
            <a:r>
              <a:rPr lang="ko-KR" altLang="en-US" sz="1200" dirty="0" smtClean="0"/>
              <a:t>간섭신호 대비 원 신호의 음량을 정량적으로 측정</a:t>
            </a:r>
            <a:endParaRPr lang="en-US" altLang="ko-KR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V. </a:t>
            </a:r>
            <a:r>
              <a:rPr lang="ko-KR" altLang="en-US" dirty="0" smtClean="0"/>
              <a:t>차년도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연구계획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예상 결과물의 우수성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47</a:t>
            </a:fld>
            <a:endParaRPr lang="en-US" altLang="ko-KR" dirty="0"/>
          </a:p>
        </p:txBody>
      </p:sp>
      <p:grpSp>
        <p:nvGrpSpPr>
          <p:cNvPr id="5" name="그룹 4"/>
          <p:cNvGrpSpPr/>
          <p:nvPr/>
        </p:nvGrpSpPr>
        <p:grpSpPr>
          <a:xfrm>
            <a:off x="145271" y="922580"/>
            <a:ext cx="4166637" cy="2506352"/>
            <a:chOff x="-6335000" y="-1711491"/>
            <a:chExt cx="4166637" cy="2506352"/>
          </a:xfrm>
        </p:grpSpPr>
        <p:sp>
          <p:nvSpPr>
            <p:cNvPr id="6" name="모서리가 둥근 직사각형 5"/>
            <p:cNvSpPr/>
            <p:nvPr/>
          </p:nvSpPr>
          <p:spPr>
            <a:xfrm>
              <a:off x="-6335000" y="-1711491"/>
              <a:ext cx="4166637" cy="2506352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모서리가 둥근 직사각형 4"/>
            <p:cNvSpPr/>
            <p:nvPr/>
          </p:nvSpPr>
          <p:spPr>
            <a:xfrm>
              <a:off x="-6270394" y="-1655270"/>
              <a:ext cx="3682392" cy="23551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600" b="1" kern="1200" dirty="0" smtClean="0">
                  <a:latin typeface="맑은 고딕" pitchFamily="50" charset="-127"/>
                  <a:ea typeface="맑은 고딕" pitchFamily="50" charset="-127"/>
                </a:rPr>
                <a:t>분리 품질 우수성 </a:t>
              </a:r>
              <a:endParaRPr lang="ko-KR" altLang="en-US" sz="16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  <a:tabLst/>
              </a:pP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세계 최고 수준 대비 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SIR 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기준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2 dB 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이상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향상</a:t>
              </a:r>
              <a:endParaRPr lang="en-US" altLang="ko-KR" sz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  <a:tabLst/>
              </a:pP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분리 결과물의 단순 음질 향상 뿐 아니라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나머지 신호의 품질까지 관리 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 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멀티트랙 음반 서비스 요구사항에서 비롯</a:t>
              </a:r>
              <a:endParaRPr lang="en-US" altLang="ko-KR" sz="1200" kern="1200" dirty="0" smtClean="0">
                <a:latin typeface="맑은 고딕" pitchFamily="50" charset="-127"/>
                <a:ea typeface="맑은 고딕" pitchFamily="50" charset="-127"/>
                <a:sym typeface="Wingdings" pitchFamily="2" charset="2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  <a:tabLst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가장 보편화된 신호 형태인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/>
              </a:r>
              <a:br>
                <a:rPr lang="en-US" altLang="ko-KR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</a:b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스테레오 타입을 구조적으로 적극 활용</a:t>
              </a:r>
              <a:endParaRPr lang="en-US" altLang="ko-KR" sz="1200" kern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서비스 맞춤 분리 결과 제시</a:t>
              </a:r>
              <a:endParaRPr lang="en-US" altLang="ko-KR" sz="1600" b="1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원음 노래방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멀티트랙 음반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서비스의 지역별 시장 요구사항에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특화된 결과물 제공 가능</a:t>
              </a:r>
              <a:endParaRPr lang="en-US" altLang="ko-KR" sz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endParaRPr lang="ko-KR" altLang="en-US" sz="1200" dirty="0" smtClean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4817803" y="941168"/>
            <a:ext cx="4166637" cy="2506352"/>
            <a:chOff x="4655857" y="148656"/>
            <a:chExt cx="4166637" cy="2506352"/>
          </a:xfrm>
        </p:grpSpPr>
        <p:sp>
          <p:nvSpPr>
            <p:cNvPr id="9" name="모서리가 둥근 직사각형 8"/>
            <p:cNvSpPr/>
            <p:nvPr/>
          </p:nvSpPr>
          <p:spPr>
            <a:xfrm>
              <a:off x="4655857" y="148656"/>
              <a:ext cx="4166637" cy="2506352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모서리가 둥근 직사각형 4"/>
            <p:cNvSpPr/>
            <p:nvPr/>
          </p:nvSpPr>
          <p:spPr>
            <a:xfrm>
              <a:off x="6157934" y="211804"/>
              <a:ext cx="2609502" cy="23376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600" b="1" kern="1200" dirty="0" err="1" smtClean="0">
                  <a:latin typeface="맑은 고딕" pitchFamily="50" charset="-127"/>
                  <a:ea typeface="맑은 고딕" pitchFamily="50" charset="-127"/>
                </a:rPr>
                <a:t>코덱</a:t>
              </a:r>
              <a:r>
                <a:rPr lang="ko-KR" altLang="en-US" sz="1600" b="1" kern="1200" dirty="0" smtClean="0">
                  <a:latin typeface="맑은 고딕" pitchFamily="50" charset="-127"/>
                  <a:ea typeface="맑은 고딕" pitchFamily="50" charset="-127"/>
                </a:rPr>
                <a:t> 품질 우수성</a:t>
              </a:r>
              <a:endParaRPr lang="ko-KR" altLang="en-US" sz="16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양립하기 어려운 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음질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복잡도 양면의 품질 요구사항을 모두 만족시킴</a:t>
              </a:r>
              <a:endParaRPr lang="en-US" altLang="ko-KR" sz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표준 기술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(MPEG </a:t>
              </a:r>
              <a:r>
                <a:rPr lang="en-US" altLang="ko-KR" sz="1200" kern="1200" dirty="0" err="1" smtClean="0">
                  <a:latin typeface="맑은 고딕" pitchFamily="50" charset="-127"/>
                  <a:ea typeface="맑은 고딕" pitchFamily="50" charset="-127"/>
                </a:rPr>
                <a:t>SAOC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대비 우수한 음질 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(MOS 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기준 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130%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 내외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표준 기술 대비 낮은 복잡도로 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단말 경량화 가능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/>
              </a:r>
              <a:br>
                <a:rPr lang="en-US" altLang="ko-KR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</a:b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(Operation 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회수 기준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40% 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내외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)</a:t>
              </a:r>
              <a:endParaRPr lang="ko-KR" altLang="en-US" sz="12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44450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로열티 지불 최소화</a:t>
              </a:r>
              <a:endParaRPr lang="ko-KR" altLang="en-US" sz="16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623888" lvl="2" indent="-57150" algn="l" defTabSz="444500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오디오 </a:t>
              </a:r>
              <a:r>
                <a:rPr lang="ko-KR" altLang="en-US" sz="1200" dirty="0" err="1" smtClean="0">
                  <a:latin typeface="맑은 고딕" pitchFamily="50" charset="-127"/>
                  <a:ea typeface="맑은 고딕" pitchFamily="50" charset="-127"/>
                </a:rPr>
                <a:t>코덱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 기술은 특히 해외 기술 의존도가 높음</a:t>
              </a:r>
              <a:endParaRPr lang="ko-KR" altLang="en-US" sz="1200" kern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4819552" y="3788847"/>
            <a:ext cx="4166637" cy="2476589"/>
            <a:chOff x="6962451" y="4459259"/>
            <a:chExt cx="4166637" cy="2476589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6962451" y="4459259"/>
              <a:ext cx="4166637" cy="247658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모서리가 둥근 직사각형 4"/>
            <p:cNvSpPr/>
            <p:nvPr/>
          </p:nvSpPr>
          <p:spPr>
            <a:xfrm>
              <a:off x="8640802" y="4821626"/>
              <a:ext cx="2451888" cy="20877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57150" lvl="1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en-US" altLang="ko-KR" sz="1600" b="1" dirty="0" err="1" smtClean="0">
                  <a:latin typeface="맑은 고딕" pitchFamily="50" charset="-127"/>
                  <a:ea typeface="맑은 고딕" pitchFamily="50" charset="-127"/>
                </a:rPr>
                <a:t>UCC</a:t>
              </a:r>
              <a:r>
                <a:rPr lang="en-US" altLang="ko-KR" sz="16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시장 활성화의 단초</a:t>
              </a: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음악 관련 </a:t>
              </a:r>
              <a:r>
                <a:rPr lang="en-US" altLang="ko-KR" sz="1200" kern="1200" dirty="0" err="1" smtClean="0">
                  <a:latin typeface="맑은 고딕" pitchFamily="50" charset="-127"/>
                  <a:ea typeface="맑은 고딕" pitchFamily="50" charset="-127"/>
                </a:rPr>
                <a:t>UCC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제작 및 유통에 결정적으로 요구되는 멀티트랙 </a:t>
              </a:r>
              <a:r>
                <a:rPr lang="ko-KR" altLang="en-US" sz="1200" dirty="0" err="1" smtClean="0">
                  <a:latin typeface="맑은 고딕" pitchFamily="50" charset="-127"/>
                  <a:ea typeface="맑은 고딕" pitchFamily="50" charset="-127"/>
                </a:rPr>
                <a:t>음원의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 제어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생성 기능 제공</a:t>
              </a:r>
              <a:endParaRPr lang="en-US" altLang="ko-KR" sz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단순 녹음 지원이 아닌 </a:t>
              </a:r>
              <a:r>
                <a:rPr lang="en-US" altLang="ko-KR" sz="1200" kern="1200" dirty="0" err="1" smtClean="0">
                  <a:latin typeface="맑은 고딕" pitchFamily="50" charset="-127"/>
                  <a:ea typeface="맑은 고딕" pitchFamily="50" charset="-127"/>
                </a:rPr>
                <a:t>UCC</a:t>
              </a:r>
              <a:r>
                <a:rPr lang="en-US" altLang="ko-KR" sz="1200" kern="12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200" kern="1200" dirty="0" smtClean="0">
                  <a:latin typeface="맑은 고딕" pitchFamily="50" charset="-127"/>
                  <a:ea typeface="맑은 고딕" pitchFamily="50" charset="-127"/>
                </a:rPr>
                <a:t>결과물의 카테고리화 가능</a:t>
              </a:r>
              <a:endParaRPr lang="en-US" altLang="ko-KR" sz="1200" kern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defTabSz="4445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음악 </a:t>
              </a:r>
              <a:r>
                <a:rPr lang="ko-KR" altLang="en-US" sz="1600" b="1" dirty="0" err="1" smtClean="0">
                  <a:latin typeface="맑은 고딕" pitchFamily="50" charset="-127"/>
                  <a:ea typeface="맑은 고딕" pitchFamily="50" charset="-127"/>
                </a:rPr>
                <a:t>콘텐츠</a:t>
              </a:r>
              <a:r>
                <a:rPr lang="ko-KR" altLang="en-US" sz="1600" b="1" dirty="0" smtClean="0">
                  <a:latin typeface="맑은 고딕" pitchFamily="50" charset="-127"/>
                  <a:ea typeface="맑은 고딕" pitchFamily="50" charset="-127"/>
                </a:rPr>
                <a:t> 산업 혁명</a:t>
              </a:r>
            </a:p>
            <a:p>
              <a:pPr marL="114300" lvl="2" indent="-57150" defTabSz="444500" latinLnBrk="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ko-KR" altLang="en-US" sz="1200" dirty="0" err="1" smtClean="0">
                  <a:latin typeface="맑은 고딕" pitchFamily="50" charset="-127"/>
                  <a:ea typeface="맑은 고딕" pitchFamily="50" charset="-127"/>
                </a:rPr>
                <a:t>트랙별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 특징 제어 기능을 통해 음악 </a:t>
              </a:r>
              <a:r>
                <a:rPr lang="ko-KR" altLang="en-US" sz="1200" dirty="0" err="1" smtClean="0">
                  <a:latin typeface="맑은 고딕" pitchFamily="50" charset="-127"/>
                  <a:ea typeface="맑은 고딕" pitchFamily="50" charset="-127"/>
                </a:rPr>
                <a:t>콘텐츠의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200" dirty="0" err="1" smtClean="0">
                  <a:latin typeface="맑은 고딕" pitchFamily="50" charset="-127"/>
                  <a:ea typeface="맑은 고딕" pitchFamily="50" charset="-127"/>
                </a:rPr>
                <a:t>재사용성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및 </a:t>
              </a:r>
              <a:r>
                <a:rPr lang="ko-KR" altLang="en-US" sz="1200" dirty="0" err="1" smtClean="0">
                  <a:latin typeface="맑은 고딕" pitchFamily="50" charset="-127"/>
                  <a:ea typeface="맑은 고딕" pitchFamily="50" charset="-127"/>
                </a:rPr>
                <a:t>접근성을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 높임</a:t>
              </a:r>
              <a:endParaRPr lang="en-US" altLang="ko-KR" sz="12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US" altLang="ko-KR" sz="1200" kern="1200" dirty="0" smtClean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4" name="모서리가 둥근 직사각형 13"/>
          <p:cNvSpPr/>
          <p:nvPr/>
        </p:nvSpPr>
        <p:spPr>
          <a:xfrm>
            <a:off x="182086" y="3780171"/>
            <a:ext cx="4166637" cy="2476589"/>
          </a:xfrm>
          <a:prstGeom prst="roundRect">
            <a:avLst>
              <a:gd name="adj" fmla="val 10000"/>
            </a:avLst>
          </a:prstGeom>
        </p:spPr>
        <p:style>
          <a:lnRef idx="1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모서리가 둥근 직사각형 4"/>
          <p:cNvSpPr/>
          <p:nvPr/>
        </p:nvSpPr>
        <p:spPr>
          <a:xfrm>
            <a:off x="236487" y="4054110"/>
            <a:ext cx="3566769" cy="219293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8100" tIns="38100" rIns="38100" bIns="38100" numCol="1" spcCol="1270" anchor="t" anchorCtr="0">
            <a:noAutofit/>
          </a:bodyPr>
          <a:lstStyle/>
          <a:p>
            <a:pPr marL="57150" lvl="1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관련 기술의 복합체</a:t>
            </a:r>
            <a:endParaRPr lang="ko-KR" altLang="en-US" sz="1600" b="1" kern="1200" dirty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kern="1200" dirty="0" smtClean="0">
                <a:latin typeface="맑은 고딕" pitchFamily="50" charset="-127"/>
                <a:ea typeface="맑은 고딕" pitchFamily="50" charset="-127"/>
              </a:rPr>
              <a:t>단순한 기술 이전이 아닌 </a:t>
            </a:r>
            <a:r>
              <a:rPr lang="en-US" altLang="ko-KR" sz="1200" kern="1200" dirty="0" smtClean="0"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kern="1200" dirty="0" smtClean="0"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kern="1200" dirty="0" smtClean="0">
                <a:latin typeface="맑은 고딕" pitchFamily="50" charset="-127"/>
                <a:ea typeface="맑은 고딕" pitchFamily="50" charset="-127"/>
              </a:rPr>
              <a:t>시장 응용 사례를 함께 제공</a:t>
            </a:r>
            <a:endParaRPr lang="en-US" altLang="ko-KR" sz="1200" kern="1200" dirty="0" smtClean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관련 선도 기업 참여를 통해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시장 적응도가 높은 결과물 도출</a:t>
            </a:r>
            <a:endParaRPr lang="en-US" altLang="ko-KR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kern="1200" dirty="0" smtClean="0">
                <a:latin typeface="맑은 고딕" pitchFamily="50" charset="-127"/>
                <a:ea typeface="맑은 고딕" pitchFamily="50" charset="-127"/>
              </a:rPr>
              <a:t>다양한 시장 요구사항에 </a:t>
            </a:r>
            <a:r>
              <a:rPr lang="en-US" altLang="ko-KR" sz="1200" kern="1200" dirty="0" smtClean="0"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kern="1200" dirty="0" smtClean="0"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kern="1200" dirty="0" err="1" smtClean="0">
                <a:latin typeface="맑은 고딕" pitchFamily="50" charset="-127"/>
                <a:ea typeface="맑은 고딕" pitchFamily="50" charset="-127"/>
              </a:rPr>
              <a:t>걸맞는</a:t>
            </a:r>
            <a:r>
              <a:rPr lang="ko-KR" altLang="en-US" sz="1200" kern="1200" dirty="0" smtClean="0">
                <a:latin typeface="맑은 고딕" pitchFamily="50" charset="-127"/>
                <a:ea typeface="맑은 고딕" pitchFamily="50" charset="-127"/>
              </a:rPr>
              <a:t> 형태의 시제품 제작 </a:t>
            </a:r>
            <a:r>
              <a:rPr lang="en-US" altLang="ko-KR" sz="1200" kern="1200" dirty="0" smtClean="0">
                <a:latin typeface="맑은 고딕" pitchFamily="50" charset="-127"/>
                <a:ea typeface="맑은 고딕" pitchFamily="50" charset="-127"/>
              </a:rPr>
              <a:t>(ex. </a:t>
            </a:r>
            <a:r>
              <a:rPr lang="ko-KR" altLang="en-US" sz="1200" kern="1200" dirty="0" smtClean="0">
                <a:latin typeface="맑은 고딕" pitchFamily="50" charset="-127"/>
                <a:ea typeface="맑은 고딕" pitchFamily="50" charset="-127"/>
              </a:rPr>
              <a:t>교육용</a:t>
            </a:r>
            <a:r>
              <a:rPr lang="en-US" altLang="ko-KR" sz="1200" kern="12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57150" lvl="1" indent="-57150" defTabSz="444500">
              <a:lnSpc>
                <a:spcPct val="90000"/>
              </a:lnSpc>
              <a:spcAft>
                <a:spcPct val="15000"/>
              </a:spcAft>
              <a:buChar char="••"/>
            </a:pP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차세대 음악 </a:t>
            </a:r>
            <a:r>
              <a:rPr lang="ko-KR" altLang="en-US" sz="1600" b="1" dirty="0" err="1" smtClean="0">
                <a:latin typeface="맑은 고딕" pitchFamily="50" charset="-127"/>
                <a:ea typeface="맑은 고딕" pitchFamily="50" charset="-127"/>
              </a:rPr>
              <a:t>콘텐츠</a:t>
            </a:r>
            <a:r>
              <a:rPr lang="ko-KR" altLang="en-US" sz="1600" b="1" dirty="0" smtClean="0">
                <a:latin typeface="맑은 고딕" pitchFamily="50" charset="-127"/>
                <a:ea typeface="맑은 고딕" pitchFamily="50" charset="-127"/>
              </a:rPr>
              <a:t> 시장 선도</a:t>
            </a:r>
          </a:p>
          <a:p>
            <a:pPr marL="114300" lvl="2" indent="-57150" defTabSz="444500">
              <a:lnSpc>
                <a:spcPct val="90000"/>
              </a:lnSpc>
              <a:spcAft>
                <a:spcPct val="15000"/>
              </a:spcAft>
              <a:buChar char="••"/>
            </a:pP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미개척 분야의 시장 선점</a:t>
            </a:r>
            <a:endParaRPr lang="en-US" altLang="ko-KR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endParaRPr lang="en-US" altLang="ko-KR" sz="1200" kern="1200" dirty="0" smtClean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6" name="다이어그램 15"/>
          <p:cNvGraphicFramePr/>
          <p:nvPr/>
        </p:nvGraphicFramePr>
        <p:xfrm>
          <a:off x="795716" y="1440383"/>
          <a:ext cx="7555263" cy="4458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ko-KR" dirty="0" smtClean="0"/>
              <a:t>V. </a:t>
            </a:r>
            <a:r>
              <a:rPr lang="ko-KR" altLang="en-US" dirty="0" smtClean="0"/>
              <a:t>차년도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연구계획 </a:t>
            </a:r>
            <a:r>
              <a:rPr lang="en-US" altLang="ko-KR" dirty="0" smtClean="0"/>
              <a:t>– </a:t>
            </a:r>
            <a:r>
              <a:rPr lang="ko-KR" altLang="en-US" sz="2800" dirty="0" smtClean="0"/>
              <a:t>예상 결과물 활용 전략</a:t>
            </a:r>
          </a:p>
        </p:txBody>
      </p:sp>
      <p:sp>
        <p:nvSpPr>
          <p:cNvPr id="77847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63C03E7-AD99-4C74-86A5-8F6577327845}" type="slidenum">
              <a:rPr lang="en-US" altLang="ko-KR" smtClean="0"/>
              <a:pPr/>
              <a:t>48</a:t>
            </a:fld>
            <a:endParaRPr lang="en-US" altLang="ko-KR" dirty="0" smtClean="0"/>
          </a:p>
        </p:txBody>
      </p:sp>
      <p:grpSp>
        <p:nvGrpSpPr>
          <p:cNvPr id="11" name="그룹 10"/>
          <p:cNvGrpSpPr/>
          <p:nvPr/>
        </p:nvGrpSpPr>
        <p:grpSpPr>
          <a:xfrm>
            <a:off x="145271" y="922580"/>
            <a:ext cx="4166637" cy="2506352"/>
            <a:chOff x="-6335000" y="-1711491"/>
            <a:chExt cx="4166637" cy="2506352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-6335000" y="-1711491"/>
              <a:ext cx="4166637" cy="2506352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모서리가 둥근 직사각형 4"/>
            <p:cNvSpPr/>
            <p:nvPr/>
          </p:nvSpPr>
          <p:spPr>
            <a:xfrm>
              <a:off x="-6270394" y="-1655270"/>
              <a:ext cx="3682392" cy="23551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활용 방법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  <a:tabLst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글로벌 시장의 다양한 저작권 이슈 해소에 기여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해외 노래방 서비스 진입에 용이 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인력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시간 측면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  <a:tabLst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지능형 음악 검색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추천 서비스 성능 개선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적용 애로사항 및 극복 방안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결과물 품질 제고를 위한 지속적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추가적 관련 연구 필요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시간 복잡도 최소화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예상 수요층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멀티트랙 음반 사업자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각종 노래방 사업자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b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차세대 음악 포털 사업자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일반인 고객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도입 예상 시기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1~4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년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4817803" y="941168"/>
            <a:ext cx="4166637" cy="2506352"/>
            <a:chOff x="4655857" y="148656"/>
            <a:chExt cx="4166637" cy="2506352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4655857" y="148656"/>
              <a:ext cx="4166637" cy="2506352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모서리가 둥근 직사각형 4"/>
            <p:cNvSpPr/>
            <p:nvPr/>
          </p:nvSpPr>
          <p:spPr>
            <a:xfrm>
              <a:off x="4944128" y="211804"/>
              <a:ext cx="3823309" cy="23376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활용 방법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err="1" smtClean="0">
                  <a:latin typeface="맑은 고딕" pitchFamily="50" charset="-127"/>
                  <a:ea typeface="맑은 고딕" pitchFamily="50" charset="-127"/>
                </a:rPr>
                <a:t>스트리밍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 형태의 멀티트랙 음반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원음 노래방 서비스 가능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err="1" smtClean="0">
                  <a:latin typeface="맑은 고딕" pitchFamily="50" charset="-127"/>
                  <a:ea typeface="맑은 고딕" pitchFamily="50" charset="-127"/>
                </a:rPr>
                <a:t>저사양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kern="1200" dirty="0" err="1" smtClean="0">
                  <a:latin typeface="맑은 고딕" pitchFamily="50" charset="-127"/>
                  <a:ea typeface="맑은 고딕" pitchFamily="50" charset="-127"/>
                </a:rPr>
                <a:t>저용량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 단말로 관련 서비스 확대 가능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해외 서비스 </a:t>
              </a:r>
              <a:r>
                <a:rPr lang="ko-KR" altLang="en-US" sz="1100" kern="1200" dirty="0" err="1" smtClean="0">
                  <a:latin typeface="맑은 고딕" pitchFamily="50" charset="-127"/>
                  <a:ea typeface="맑은 고딕" pitchFamily="50" charset="-127"/>
                </a:rPr>
                <a:t>론칭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 시 시장 진입 용이 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898525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적용 애로사항 및 극복 방안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989013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상용화를 위한 시스템 최적화 필요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898525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예상 수요층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989013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멀티트랙 음반 사업자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각종 노래방 사업자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254125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도입 예상 시기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344613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2~3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년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4819552" y="3788847"/>
            <a:ext cx="4166637" cy="2476589"/>
            <a:chOff x="6962451" y="4459259"/>
            <a:chExt cx="4166637" cy="2476589"/>
          </a:xfrm>
        </p:grpSpPr>
        <p:sp>
          <p:nvSpPr>
            <p:cNvPr id="18" name="모서리가 둥근 직사각형 17"/>
            <p:cNvSpPr/>
            <p:nvPr/>
          </p:nvSpPr>
          <p:spPr>
            <a:xfrm>
              <a:off x="6962451" y="4459259"/>
              <a:ext cx="4166637" cy="2476589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모서리가 둥근 직사각형 4"/>
            <p:cNvSpPr/>
            <p:nvPr/>
          </p:nvSpPr>
          <p:spPr>
            <a:xfrm>
              <a:off x="8373766" y="4570773"/>
              <a:ext cx="2642380" cy="22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38100" rIns="38100" bIns="38100" numCol="1" spcCol="1270" anchor="t" anchorCtr="0">
              <a:noAutofit/>
            </a:bodyPr>
            <a:lstStyle/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활용 방법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트랙 제어 가이드라인 제공을 통한 </a:t>
              </a:r>
              <a:r>
                <a:rPr lang="en-US" altLang="ko-KR" sz="1100" kern="1200" dirty="0" err="1" smtClean="0">
                  <a:latin typeface="맑은 고딕" pitchFamily="50" charset="-127"/>
                  <a:ea typeface="맑은 고딕" pitchFamily="50" charset="-127"/>
                </a:rPr>
                <a:t>UCC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제작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유통 촉진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적용 애로사항 및 극복 방안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기존 멀티트랙 음반 서비스와의 호환성 유지 여부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예상 수요층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멀티트랙 음반 사업자</a:t>
              </a: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일반인 고객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57150" lvl="1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ko-KR" altLang="en-US" sz="1400" b="1" kern="1200" dirty="0" smtClean="0">
                  <a:latin typeface="맑은 고딕" pitchFamily="50" charset="-127"/>
                  <a:ea typeface="맑은 고딕" pitchFamily="50" charset="-127"/>
                </a:rPr>
                <a:t>도입 예상 시기</a:t>
              </a:r>
              <a:endParaRPr lang="ko-KR" altLang="en-US" sz="1400" b="1" kern="1200" dirty="0">
                <a:latin typeface="맑은 고딕" pitchFamily="50" charset="-127"/>
                <a:ea typeface="맑은 고딕" pitchFamily="50" charset="-127"/>
              </a:endParaRPr>
            </a:p>
            <a:p>
              <a:pPr marL="114300" lvl="2" indent="-5715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altLang="ko-KR" sz="1100" kern="1200" dirty="0" smtClean="0">
                  <a:latin typeface="맑은 고딕" pitchFamily="50" charset="-127"/>
                  <a:ea typeface="맑은 고딕" pitchFamily="50" charset="-127"/>
                </a:rPr>
                <a:t>2~4</a:t>
              </a:r>
              <a:r>
                <a:rPr lang="ko-KR" altLang="en-US" sz="1100" kern="1200" dirty="0" smtClean="0">
                  <a:latin typeface="맑은 고딕" pitchFamily="50" charset="-127"/>
                  <a:ea typeface="맑은 고딕" pitchFamily="50" charset="-127"/>
                </a:rPr>
                <a:t>년</a:t>
              </a:r>
              <a:endParaRPr lang="ko-KR" altLang="en-US" sz="1100" kern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1" name="모서리가 둥근 직사각형 20"/>
          <p:cNvSpPr/>
          <p:nvPr/>
        </p:nvSpPr>
        <p:spPr>
          <a:xfrm>
            <a:off x="182086" y="3780171"/>
            <a:ext cx="4166637" cy="2476589"/>
          </a:xfrm>
          <a:prstGeom prst="roundRect">
            <a:avLst>
              <a:gd name="adj" fmla="val 10000"/>
            </a:avLst>
          </a:prstGeom>
        </p:spPr>
        <p:style>
          <a:lnRef idx="1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2" name="모서리가 둥근 직사각형 4"/>
          <p:cNvSpPr/>
          <p:nvPr/>
        </p:nvSpPr>
        <p:spPr>
          <a:xfrm>
            <a:off x="236488" y="3811349"/>
            <a:ext cx="2506712" cy="19906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8100" tIns="38100" rIns="38100" bIns="38100" numCol="1" spcCol="1270" anchor="t" anchorCtr="0">
            <a:noAutofit/>
          </a:bodyPr>
          <a:lstStyle/>
          <a:p>
            <a:pPr marL="57150" lvl="1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400" b="1" kern="1200" dirty="0" smtClean="0">
                <a:latin typeface="맑은 고딕" pitchFamily="50" charset="-127"/>
                <a:ea typeface="맑은 고딕" pitchFamily="50" charset="-127"/>
              </a:rPr>
              <a:t>활용 방법</a:t>
            </a:r>
            <a:endParaRPr lang="ko-KR" altLang="en-US" sz="1400" b="1" kern="1200" dirty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100" kern="1200" dirty="0" smtClean="0">
                <a:latin typeface="맑은 고딕" pitchFamily="50" charset="-127"/>
                <a:ea typeface="맑은 고딕" pitchFamily="50" charset="-127"/>
              </a:rPr>
              <a:t>본 과제 주요 기술의 형상화로 기술 이전 시 </a:t>
            </a:r>
            <a:r>
              <a:rPr lang="ko-KR" altLang="en-US" sz="1100" kern="1200" dirty="0" err="1" smtClean="0">
                <a:latin typeface="맑은 고딕" pitchFamily="50" charset="-127"/>
                <a:ea typeface="맑은 고딕" pitchFamily="50" charset="-127"/>
              </a:rPr>
              <a:t>응용례</a:t>
            </a:r>
            <a:r>
              <a:rPr lang="ko-KR" altLang="en-US" sz="1100" kern="1200" dirty="0" smtClean="0">
                <a:latin typeface="맑은 고딕" pitchFamily="50" charset="-127"/>
                <a:ea typeface="맑은 고딕" pitchFamily="50" charset="-127"/>
              </a:rPr>
              <a:t> 제공</a:t>
            </a:r>
            <a:endParaRPr lang="ko-KR" altLang="en-US" sz="1100" kern="1200" dirty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100" kern="1200" dirty="0" err="1" smtClean="0">
                <a:latin typeface="맑은 고딕" pitchFamily="50" charset="-127"/>
                <a:ea typeface="맑은 고딕" pitchFamily="50" charset="-127"/>
              </a:rPr>
              <a:t>소셜</a:t>
            </a:r>
            <a:r>
              <a:rPr lang="ko-KR" altLang="en-US" sz="1100" kern="1200" dirty="0" smtClean="0">
                <a:latin typeface="맑은 고딕" pitchFamily="50" charset="-127"/>
                <a:ea typeface="맑은 고딕" pitchFamily="50" charset="-127"/>
              </a:rPr>
              <a:t> 미디어 환경에서의 이용자 </a:t>
            </a:r>
            <a:r>
              <a:rPr lang="ko-KR" altLang="en-US" sz="1100" kern="1200" dirty="0" err="1" smtClean="0">
                <a:latin typeface="맑은 고딕" pitchFamily="50" charset="-127"/>
                <a:ea typeface="맑은 고딕" pitchFamily="50" charset="-127"/>
              </a:rPr>
              <a:t>참여형</a:t>
            </a:r>
            <a:r>
              <a:rPr lang="ko-KR" altLang="en-US" sz="1100" kern="1200" dirty="0" smtClean="0">
                <a:latin typeface="맑은 고딕" pitchFamily="50" charset="-127"/>
                <a:ea typeface="맑은 고딕" pitchFamily="50" charset="-127"/>
              </a:rPr>
              <a:t> 음악 서비스 제공</a:t>
            </a:r>
            <a:endParaRPr lang="ko-KR" altLang="en-US" sz="1100" kern="1200" dirty="0">
              <a:latin typeface="맑은 고딕" pitchFamily="50" charset="-127"/>
              <a:ea typeface="맑은 고딕" pitchFamily="50" charset="-127"/>
            </a:endParaRPr>
          </a:p>
          <a:p>
            <a:pPr marL="57150" lvl="1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400" b="1" kern="1200" dirty="0" smtClean="0">
                <a:latin typeface="맑은 고딕" pitchFamily="50" charset="-127"/>
                <a:ea typeface="맑은 고딕" pitchFamily="50" charset="-127"/>
              </a:rPr>
              <a:t>적용 애로사항 및 극복 방안</a:t>
            </a:r>
            <a:endParaRPr lang="ko-KR" altLang="en-US" sz="1400" b="1" kern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모서리가 둥근 직사각형 4"/>
          <p:cNvSpPr/>
          <p:nvPr/>
        </p:nvSpPr>
        <p:spPr>
          <a:xfrm>
            <a:off x="243231" y="4903777"/>
            <a:ext cx="4069824" cy="141052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8100" tIns="38100" rIns="38100" bIns="38100" numCol="1" spcCol="1270" anchor="t" anchorCtr="0">
            <a:noAutofit/>
          </a:bodyPr>
          <a:lstStyle/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100" kern="1200" dirty="0" smtClean="0">
                <a:latin typeface="맑은 고딕" pitchFamily="50" charset="-127"/>
                <a:ea typeface="맑은 고딕" pitchFamily="50" charset="-127"/>
              </a:rPr>
              <a:t>상용화를 위한 서비스의 구체화</a:t>
            </a:r>
            <a:r>
              <a:rPr lang="en-US" altLang="ko-KR" sz="1100" kern="12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100" kern="1200" dirty="0" smtClean="0">
                <a:latin typeface="맑은 고딕" pitchFamily="50" charset="-127"/>
                <a:ea typeface="맑은 고딕" pitchFamily="50" charset="-127"/>
              </a:rPr>
              <a:t>최적화 필요</a:t>
            </a:r>
            <a:endParaRPr lang="ko-KR" altLang="en-US" sz="1100" kern="1200" dirty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100" kern="1200" dirty="0" smtClean="0">
                <a:latin typeface="맑은 고딕" pitchFamily="50" charset="-127"/>
                <a:ea typeface="맑은 고딕" pitchFamily="50" charset="-127"/>
              </a:rPr>
              <a:t>추가기술 개발 사업</a:t>
            </a:r>
            <a:endParaRPr lang="ko-KR" altLang="en-US" sz="1100" kern="1200" dirty="0">
              <a:latin typeface="맑은 고딕" pitchFamily="50" charset="-127"/>
              <a:ea typeface="맑은 고딕" pitchFamily="50" charset="-127"/>
            </a:endParaRPr>
          </a:p>
          <a:p>
            <a:pPr marL="57150" lvl="1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400" b="1" kern="1200" dirty="0" smtClean="0">
                <a:latin typeface="맑은 고딕" pitchFamily="50" charset="-127"/>
                <a:ea typeface="맑은 고딕" pitchFamily="50" charset="-127"/>
              </a:rPr>
              <a:t>예상 수요층</a:t>
            </a:r>
            <a:endParaRPr lang="ko-KR" altLang="en-US" sz="1400" b="1" kern="1200" dirty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100" kern="1200" dirty="0" smtClean="0">
                <a:latin typeface="맑은 고딕" pitchFamily="50" charset="-127"/>
                <a:ea typeface="맑은 고딕" pitchFamily="50" charset="-127"/>
              </a:rPr>
              <a:t>멀티트랙 음반 사업자</a:t>
            </a:r>
            <a:r>
              <a:rPr lang="en-US" altLang="ko-KR" sz="1100" kern="12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kern="1200" dirty="0" smtClean="0">
                <a:latin typeface="맑은 고딕" pitchFamily="50" charset="-127"/>
                <a:ea typeface="맑은 고딕" pitchFamily="50" charset="-127"/>
              </a:rPr>
              <a:t>각종 노래방 사업자에 통합 시스템을 포함한 다양한 형태의 요소 기술 이전 가능</a:t>
            </a:r>
            <a:endParaRPr lang="ko-KR" altLang="en-US" sz="1100" kern="1200" dirty="0">
              <a:latin typeface="맑은 고딕" pitchFamily="50" charset="-127"/>
              <a:ea typeface="맑은 고딕" pitchFamily="50" charset="-127"/>
            </a:endParaRPr>
          </a:p>
          <a:p>
            <a:pPr marL="57150" lvl="1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400" b="1" kern="1200" dirty="0" smtClean="0">
                <a:latin typeface="맑은 고딕" pitchFamily="50" charset="-127"/>
                <a:ea typeface="맑은 고딕" pitchFamily="50" charset="-127"/>
              </a:rPr>
              <a:t>도입 예상 시기</a:t>
            </a:r>
            <a:endParaRPr lang="ko-KR" altLang="en-US" sz="1400" b="1" kern="1200" dirty="0">
              <a:latin typeface="맑은 고딕" pitchFamily="50" charset="-127"/>
              <a:ea typeface="맑은 고딕" pitchFamily="50" charset="-127"/>
            </a:endParaRPr>
          </a:p>
          <a:p>
            <a:pPr marL="114300" lvl="2" indent="-57150" algn="l" defTabSz="4445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altLang="ko-KR" sz="1100" kern="1200" dirty="0" smtClean="0">
                <a:latin typeface="맑은 고딕" pitchFamily="50" charset="-127"/>
                <a:ea typeface="맑은 고딕" pitchFamily="50" charset="-127"/>
              </a:rPr>
              <a:t>2~3</a:t>
            </a:r>
            <a:r>
              <a:rPr lang="ko-KR" altLang="en-US" sz="1100" kern="1200" dirty="0" smtClean="0">
                <a:latin typeface="맑은 고딕" pitchFamily="50" charset="-127"/>
                <a:ea typeface="맑은 고딕" pitchFamily="50" charset="-127"/>
              </a:rPr>
              <a:t>년</a:t>
            </a:r>
            <a:endParaRPr lang="ko-KR" altLang="en-US" sz="1100" kern="12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5" name="다이어그램 24"/>
          <p:cNvGraphicFramePr/>
          <p:nvPr/>
        </p:nvGraphicFramePr>
        <p:xfrm>
          <a:off x="1823407" y="1736865"/>
          <a:ext cx="5540347" cy="3757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80921" y="2027188"/>
            <a:ext cx="8941699" cy="1258178"/>
            <a:chOff x="202301" y="1630679"/>
            <a:chExt cx="8522599" cy="4616371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202301" y="1630680"/>
              <a:ext cx="8522599" cy="4616291"/>
            </a:xfrm>
            <a:prstGeom prst="roundRect">
              <a:avLst>
                <a:gd name="adj" fmla="val 3218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모서리가 둥근 직사각형 4"/>
            <p:cNvSpPr/>
            <p:nvPr/>
          </p:nvSpPr>
          <p:spPr>
            <a:xfrm>
              <a:off x="202302" y="1630679"/>
              <a:ext cx="863827" cy="46163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국내외</a:t>
              </a:r>
              <a:r>
                <a:rPr lang="en-US" altLang="ko-KR" sz="1600" kern="1200" dirty="0" smtClean="0"/>
                <a:t/>
              </a:r>
              <a:br>
                <a:rPr lang="en-US" altLang="ko-KR" sz="1600" kern="1200" dirty="0" smtClean="0"/>
              </a:br>
              <a:r>
                <a:rPr lang="ko-KR" altLang="en-US" sz="1600" kern="1200" dirty="0" smtClean="0"/>
                <a:t>환경</a:t>
              </a:r>
              <a:r>
                <a:rPr lang="en-US" altLang="ko-KR" sz="1600" kern="1200" dirty="0" smtClean="0"/>
                <a:t/>
              </a:r>
              <a:br>
                <a:rPr lang="en-US" altLang="ko-KR" sz="1600" kern="1200" dirty="0" smtClean="0"/>
              </a:br>
              <a:r>
                <a:rPr lang="ko-KR" altLang="en-US" sz="1600" kern="1200" dirty="0" smtClean="0"/>
                <a:t>변화</a:t>
              </a:r>
              <a:endParaRPr lang="ko-KR" altLang="en-US" sz="1600" kern="1200" dirty="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80920" y="3393394"/>
            <a:ext cx="8941699" cy="2044454"/>
            <a:chOff x="202301" y="1630679"/>
            <a:chExt cx="8522599" cy="4616371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202301" y="1630680"/>
              <a:ext cx="8522599" cy="4616291"/>
            </a:xfrm>
            <a:prstGeom prst="roundRect">
              <a:avLst>
                <a:gd name="adj" fmla="val 3218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모서리가 둥근 직사각형 4"/>
            <p:cNvSpPr/>
            <p:nvPr/>
          </p:nvSpPr>
          <p:spPr>
            <a:xfrm>
              <a:off x="202302" y="1630679"/>
              <a:ext cx="686434" cy="46163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600" kern="1200" dirty="0" smtClean="0"/>
                <a:t>대응</a:t>
              </a:r>
              <a:r>
                <a:rPr lang="en-US" altLang="ko-KR" sz="1600" kern="1200" dirty="0" smtClean="0"/>
                <a:t/>
              </a:r>
              <a:br>
                <a:rPr lang="en-US" altLang="ko-KR" sz="1600" kern="1200" dirty="0" smtClean="0"/>
              </a:br>
              <a:r>
                <a:rPr lang="ko-KR" altLang="en-US" sz="1600" kern="1200" dirty="0" smtClean="0"/>
                <a:t>방안</a:t>
              </a:r>
              <a:endParaRPr lang="ko-KR" altLang="en-US" sz="1600" kern="1200" dirty="0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V. </a:t>
            </a:r>
            <a:r>
              <a:rPr lang="ko-KR" altLang="en-US" dirty="0" smtClean="0"/>
              <a:t>차년도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연구계획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환경 변화 및 대응</a:t>
            </a:r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825387" y="919205"/>
          <a:ext cx="8092063" cy="5072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49</a:t>
            </a:fld>
            <a:endParaRPr lang="en-US" altLang="ko-KR" dirty="0"/>
          </a:p>
        </p:txBody>
      </p:sp>
      <p:sp>
        <p:nvSpPr>
          <p:cNvPr id="6" name="직사각형 5"/>
          <p:cNvSpPr/>
          <p:nvPr/>
        </p:nvSpPr>
        <p:spPr>
          <a:xfrm>
            <a:off x="2879387" y="5538587"/>
            <a:ext cx="61458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latinLnBrk="0"/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주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차세대 </a:t>
            </a:r>
            <a:r>
              <a:rPr lang="en-US" altLang="ko-KR" sz="1200" dirty="0" err="1" smtClean="0">
                <a:latin typeface="맑은 고딕" pitchFamily="50" charset="-127"/>
                <a:ea typeface="맑은 고딕" pitchFamily="50" charset="-127"/>
              </a:rPr>
              <a:t>DTV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핵심기술 개발 사업 연계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 err="1" smtClean="0">
                <a:latin typeface="맑은 고딕" pitchFamily="50" charset="-127"/>
                <a:ea typeface="맑은 고딕" pitchFamily="50" charset="-127"/>
              </a:rPr>
              <a:t>지경부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73050" indent="-273050" latinLnBrk="0"/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200" dirty="0" err="1" smtClean="0">
                <a:latin typeface="맑은 고딕" pitchFamily="50" charset="-127"/>
                <a:ea typeface="맑은 고딕" pitchFamily="50" charset="-127"/>
              </a:rPr>
              <a:t>iKlax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와 협력하여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MPEG IM AF(Interactive Music Application Format)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표준화 선도</a:t>
            </a:r>
          </a:p>
          <a:p>
            <a:pPr marL="273050" indent="-273050" latinLnBrk="0"/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인도 시장 개척 가능성 타진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한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인도 경제협력 로드쇼 참가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 bwMode="auto"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ko-KR" dirty="0" smtClean="0"/>
              <a:t>V. </a:t>
            </a:r>
            <a:r>
              <a:rPr lang="ko-KR" altLang="en-US" dirty="0" smtClean="0"/>
              <a:t>차년도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연구계획 </a:t>
            </a:r>
            <a:r>
              <a:rPr lang="en-US" altLang="ko-KR" dirty="0" smtClean="0"/>
              <a:t>– </a:t>
            </a:r>
            <a:r>
              <a:rPr lang="ko-KR" altLang="en-US" cap="all" dirty="0" smtClean="0"/>
              <a:t>주요 사업비 구성</a:t>
            </a:r>
          </a:p>
        </p:txBody>
      </p:sp>
      <p:graphicFrame>
        <p:nvGraphicFramePr>
          <p:cNvPr id="58483" name="Group 115"/>
          <p:cNvGraphicFramePr>
            <a:graphicFrameLocks noGrp="1"/>
          </p:cNvGraphicFramePr>
          <p:nvPr/>
        </p:nvGraphicFramePr>
        <p:xfrm>
          <a:off x="209549" y="1205815"/>
          <a:ext cx="8612717" cy="4508078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301831"/>
                <a:gridCol w="746975"/>
                <a:gridCol w="746975"/>
                <a:gridCol w="4816936"/>
              </a:tblGrid>
              <a:tr h="5937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주요비목</a:t>
                      </a:r>
                      <a:endParaRPr kumimoji="1" lang="ko-KR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비율</a:t>
                      </a:r>
                      <a:endParaRPr kumimoji="1" lang="ko-KR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주요내역</a:t>
                      </a:r>
                      <a:endParaRPr kumimoji="1" lang="ko-KR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374650"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인건비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438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47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 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(8.32 M/Y)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직접비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339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36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6275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가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연구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장비 및 재료비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241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26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  <a:defRPr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Workstation, </a:t>
                      </a:r>
                      <a:r>
                        <a:rPr kumimoji="1" lang="en-US" altLang="ko-KR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Protools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시험용 </a:t>
                      </a:r>
                      <a:r>
                        <a:rPr kumimoji="1" lang="ko-KR" altLang="en-US" sz="1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저장매체 등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328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나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연구활동비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39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MIDEM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전시회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ICASSP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학회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 참가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전문가 활용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다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연구수당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59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3.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위탁연구개발비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70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국내위탁 연구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건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3562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4.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간접비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93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1676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인력지원비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52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  <a:defRPr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간접경비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1676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나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연구지원비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연구실안전관리비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연구개발준비금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1676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성과활용지원비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과학문화활동비</a:t>
                      </a: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지적재산권출원등록비</a:t>
                      </a: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총액</a:t>
                      </a:r>
                      <a:endParaRPr kumimoji="1" lang="ko-KR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940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r>
                        <a:rPr kumimoji="1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kumimoji="1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0000"/>
                        </a:buClr>
                        <a:buSzTx/>
                        <a:buFont typeface="굴림체" pitchFamily="49" charset="-127"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  <p:sp>
        <p:nvSpPr>
          <p:cNvPr id="70741" name="Text Box 306"/>
          <p:cNvSpPr txBox="1">
            <a:spLocks noChangeArrowheads="1"/>
          </p:cNvSpPr>
          <p:nvPr/>
        </p:nvSpPr>
        <p:spPr bwMode="auto">
          <a:xfrm>
            <a:off x="7770192" y="912657"/>
            <a:ext cx="118974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spcAft>
                <a:spcPct val="20000"/>
              </a:spcAft>
              <a:buClr>
                <a:srgbClr val="800080"/>
              </a:buClr>
              <a:buSzPct val="110000"/>
            </a:pPr>
            <a:r>
              <a:rPr lang="en-US" altLang="ko-KR" sz="12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단위</a:t>
            </a:r>
            <a:r>
              <a: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백만원</a:t>
            </a:r>
            <a:r>
              <a: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 </a:t>
            </a:r>
          </a:p>
        </p:txBody>
      </p:sp>
      <p:sp>
        <p:nvSpPr>
          <p:cNvPr id="70742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C6E2C03-D2A8-41EB-84F0-6E608494F351}" type="slidenum">
              <a:rPr lang="en-US" altLang="ko-KR" smtClean="0"/>
              <a:pPr/>
              <a:t>50</a:t>
            </a:fld>
            <a:endParaRPr lang="en-US" altLang="ko-K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" y="2784806"/>
            <a:ext cx="8540750" cy="109728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4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Demonstration</a:t>
            </a:r>
            <a:endParaRPr lang="ko-KR" alt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51</a:t>
            </a:fld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DEMO – </a:t>
            </a:r>
            <a:r>
              <a:rPr lang="ko-KR" altLang="en-US" dirty="0" err="1" smtClean="0"/>
              <a:t>음원</a:t>
            </a:r>
            <a:r>
              <a:rPr lang="ko-KR" altLang="en-US" dirty="0" smtClean="0"/>
              <a:t> 분리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" y="1000125"/>
            <a:ext cx="8540750" cy="543667"/>
          </a:xfrm>
        </p:spPr>
        <p:txBody>
          <a:bodyPr/>
          <a:lstStyle/>
          <a:p>
            <a:r>
              <a:rPr lang="en-US" altLang="ko-KR" dirty="0" smtClean="0"/>
              <a:t>Configuration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148513" y="6390063"/>
            <a:ext cx="576263" cy="304800"/>
          </a:xfrm>
        </p:spPr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52</a:t>
            </a:fld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716477" y="1563255"/>
          <a:ext cx="7828711" cy="3566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28507"/>
                <a:gridCol w="1189529"/>
                <a:gridCol w="2532807"/>
                <a:gridCol w="825959"/>
                <a:gridCol w="2151909"/>
              </a:tblGrid>
              <a:tr h="4005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Item</a:t>
                      </a:r>
                      <a:endParaRPr lang="ko-KR" altLang="en-US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분리 객체 개수</a:t>
                      </a:r>
                      <a:endParaRPr lang="ko-KR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분리된 주요 </a:t>
                      </a:r>
                      <a:r>
                        <a:rPr lang="ko-KR" altLang="en-US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음원</a:t>
                      </a:r>
                      <a:endParaRPr lang="ko-KR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길이</a:t>
                      </a:r>
                      <a:endParaRPr lang="ko-KR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비고</a:t>
                      </a:r>
                      <a:endParaRPr lang="ko-KR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</a:tr>
              <a:tr h="4578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사랑했어요</a:t>
                      </a:r>
                      <a:r>
                        <a:rPr lang="en-US" altLang="ko-KR" sz="1400" dirty="0" smtClean="0"/>
                        <a:t/>
                      </a:r>
                      <a:br>
                        <a:rPr lang="en-US" altLang="ko-KR" sz="1400" dirty="0" smtClean="0"/>
                      </a:b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김현식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메인 보컬</a:t>
                      </a:r>
                      <a:r>
                        <a:rPr lang="en-US" altLang="ko-KR" sz="1400" dirty="0" smtClean="0"/>
                        <a:t>, 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타악기</a:t>
                      </a:r>
                      <a:r>
                        <a:rPr lang="en-US" altLang="ko-KR" sz="1400" dirty="0" smtClean="0"/>
                        <a:t>, 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나머지 화성악기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전곡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음원</a:t>
                      </a:r>
                      <a:r>
                        <a:rPr lang="ko-KR" altLang="en-US" sz="1400" dirty="0" smtClean="0"/>
                        <a:t> 별 원본이 없는 </a:t>
                      </a:r>
                      <a:r>
                        <a:rPr lang="en-US" altLang="ko-KR" sz="1400" dirty="0" smtClean="0"/>
                        <a:t>Real-world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데이터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4578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지난 날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유재하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메인 보컬</a:t>
                      </a:r>
                      <a:r>
                        <a:rPr lang="en-US" altLang="ko-KR" sz="1400" dirty="0" smtClean="0"/>
                        <a:t>, 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타악기</a:t>
                      </a:r>
                      <a:r>
                        <a:rPr lang="en-US" altLang="ko-KR" sz="1400" dirty="0" smtClean="0"/>
                        <a:t>, 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나머지 화성악기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전곡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 smtClean="0"/>
                        <a:t>음원</a:t>
                      </a:r>
                      <a:r>
                        <a:rPr lang="ko-KR" altLang="en-US" sz="1400" dirty="0" smtClean="0"/>
                        <a:t> 별 원본이 없는 </a:t>
                      </a:r>
                      <a:r>
                        <a:rPr lang="en-US" altLang="ko-KR" sz="1400" dirty="0" smtClean="0"/>
                        <a:t>Real-world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데이터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4578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이별의 </a:t>
                      </a:r>
                      <a:r>
                        <a:rPr lang="en-US" altLang="ko-KR" sz="1400" dirty="0" smtClean="0"/>
                        <a:t/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반대말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err="1" smtClean="0"/>
                        <a:t>다비치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메인 보컬</a:t>
                      </a:r>
                      <a:r>
                        <a:rPr lang="en-US" altLang="ko-KR" sz="1400" dirty="0" smtClean="0"/>
                        <a:t>, 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타악기</a:t>
                      </a:r>
                      <a:r>
                        <a:rPr lang="en-US" altLang="ko-KR" sz="1400" dirty="0" smtClean="0"/>
                        <a:t>, 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나머지 화성악기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10</a:t>
                      </a:r>
                      <a:r>
                        <a:rPr lang="ko-KR" altLang="en-US" sz="1400" dirty="0" smtClean="0"/>
                        <a:t>초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 smtClean="0"/>
                        <a:t>음원</a:t>
                      </a:r>
                      <a:r>
                        <a:rPr lang="ko-KR" altLang="en-US" sz="1400" dirty="0" smtClean="0"/>
                        <a:t> 별 원본이 있는</a:t>
                      </a:r>
                      <a:r>
                        <a:rPr lang="en-US" altLang="ko-KR" sz="1400" dirty="0" smtClean="0"/>
                        <a:t/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실험 데이터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4578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그런거니</a:t>
                      </a:r>
                      <a:endParaRPr lang="en-US" altLang="ko-KR" sz="1400" dirty="0" smtClean="0"/>
                    </a:p>
                    <a:p>
                      <a:pPr algn="ctr" latinLnBrk="1"/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err="1" smtClean="0"/>
                        <a:t>다비치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메인 보컬</a:t>
                      </a:r>
                      <a:r>
                        <a:rPr lang="en-US" altLang="ko-KR" sz="1400" dirty="0" smtClean="0"/>
                        <a:t>, 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타악기</a:t>
                      </a:r>
                      <a:r>
                        <a:rPr lang="en-US" altLang="ko-KR" sz="1400" dirty="0" smtClean="0"/>
                        <a:t>, </a:t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나머지 화성악기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10</a:t>
                      </a:r>
                      <a:r>
                        <a:rPr lang="ko-KR" altLang="en-US" sz="1400" dirty="0" smtClean="0"/>
                        <a:t>초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 smtClean="0"/>
                        <a:t>음원</a:t>
                      </a:r>
                      <a:r>
                        <a:rPr lang="ko-KR" altLang="en-US" sz="1400" dirty="0" smtClean="0"/>
                        <a:t> 별 원본이 있는</a:t>
                      </a:r>
                      <a:r>
                        <a:rPr lang="en-US" altLang="ko-KR" sz="1400" dirty="0" smtClean="0"/>
                        <a:t/>
                      </a:r>
                      <a:br>
                        <a:rPr lang="en-US" altLang="ko-KR" sz="1400" dirty="0" smtClean="0"/>
                      </a:br>
                      <a:r>
                        <a:rPr lang="ko-KR" altLang="en-US" sz="1400" dirty="0" smtClean="0"/>
                        <a:t>실험 데이터</a:t>
                      </a:r>
                      <a:endParaRPr lang="ko-KR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DEMO – </a:t>
            </a:r>
            <a:r>
              <a:rPr lang="ko-KR" altLang="en-US" dirty="0" err="1" smtClean="0"/>
              <a:t>다객체</a:t>
            </a:r>
            <a:r>
              <a:rPr lang="ko-KR" altLang="en-US" dirty="0" smtClean="0"/>
              <a:t> 오디오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425" y="1000125"/>
            <a:ext cx="8540750" cy="543667"/>
          </a:xfrm>
        </p:spPr>
        <p:txBody>
          <a:bodyPr/>
          <a:lstStyle/>
          <a:p>
            <a:r>
              <a:rPr lang="en-US" altLang="ko-KR" dirty="0" smtClean="0"/>
              <a:t>Configuration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148513" y="6390063"/>
            <a:ext cx="576263" cy="304800"/>
          </a:xfrm>
        </p:spPr>
        <p:txBody>
          <a:bodyPr/>
          <a:lstStyle/>
          <a:p>
            <a:pPr>
              <a:defRPr/>
            </a:pPr>
            <a:fld id="{F13EB51E-651E-47CE-90CD-AE6EE6113594}" type="slidenum">
              <a:rPr lang="en-US" altLang="ko-KR" smtClean="0"/>
              <a:pPr>
                <a:defRPr/>
              </a:pPr>
              <a:t>53</a:t>
            </a:fld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716477" y="1563255"/>
          <a:ext cx="7536873" cy="1381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6703"/>
                <a:gridCol w="938151"/>
                <a:gridCol w="3455718"/>
                <a:gridCol w="1876301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Item</a:t>
                      </a:r>
                      <a:endParaRPr lang="ko-KR" altLang="en-US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# of object</a:t>
                      </a:r>
                      <a:endParaRPr lang="ko-KR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Bitrates </a:t>
                      </a:r>
                      <a:endParaRPr lang="ko-KR" alt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Music 2.0</a:t>
                      </a:r>
                    </a:p>
                    <a:p>
                      <a:pPr algn="ctr" latinLnBrk="1"/>
                      <a:r>
                        <a:rPr lang="en-US" altLang="ko-KR" sz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</a:t>
                      </a:r>
                      <a:r>
                        <a:rPr lang="ko-KR" altLang="en-US" sz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비교대상</a:t>
                      </a:r>
                      <a:r>
                        <a:rPr lang="en-US" altLang="ko-KR" sz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ko-KR" altLang="en-US" dirty="0">
                        <a:solidFill>
                          <a:schemeClr val="bg1">
                            <a:lumMod val="6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Kpop1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 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34.21 (PAOC) + 160 (AAC)</a:t>
                      </a:r>
                      <a:r>
                        <a:rPr lang="en-US" altLang="ko-KR" sz="1400" baseline="0" dirty="0" smtClean="0"/>
                        <a:t> =194.21 kbps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160(AAC)*5 = 800 kbps</a:t>
                      </a:r>
                      <a:endParaRPr lang="ko-KR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Kpop3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37.72 (PAOC) + 160 (AAC) =197.72 kbps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160(AAC)*5 = 800 kbps</a:t>
                      </a:r>
                      <a:endParaRPr lang="ko-KR" altLang="en-US" sz="12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391862" y="3498821"/>
            <a:ext cx="2352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latin typeface="Times New Roman" pitchFamily="18" charset="0"/>
                <a:cs typeface="Times New Roman" pitchFamily="18" charset="0"/>
              </a:rPr>
              <a:t>Very Low Storage/Transmission</a:t>
            </a:r>
            <a:endParaRPr lang="ko-KR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오른쪽 화살표 5"/>
          <p:cNvSpPr/>
          <p:nvPr/>
        </p:nvSpPr>
        <p:spPr>
          <a:xfrm>
            <a:off x="5699901" y="4017700"/>
            <a:ext cx="357190" cy="71438"/>
          </a:xfrm>
          <a:prstGeom prst="rightArrow">
            <a:avLst/>
          </a:prstGeom>
          <a:ln w="38100"/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>
            <a:off x="5699901" y="4351077"/>
            <a:ext cx="357190" cy="71438"/>
          </a:xfrm>
          <a:prstGeom prst="rightArrow">
            <a:avLst/>
          </a:prstGeom>
          <a:ln w="38100"/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>
            <a:off x="5699901" y="4684454"/>
            <a:ext cx="357190" cy="71438"/>
          </a:xfrm>
          <a:prstGeom prst="rightArrow">
            <a:avLst/>
          </a:prstGeom>
          <a:ln w="38100"/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5699901" y="5017832"/>
            <a:ext cx="357190" cy="71438"/>
          </a:xfrm>
          <a:prstGeom prst="rightArrow">
            <a:avLst/>
          </a:prstGeom>
          <a:ln w="38100"/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/>
          <p:cNvGrpSpPr/>
          <p:nvPr/>
        </p:nvGrpSpPr>
        <p:grpSpPr>
          <a:xfrm flipH="1">
            <a:off x="2604571" y="3889875"/>
            <a:ext cx="142876" cy="214314"/>
            <a:chOff x="4214810" y="1643050"/>
            <a:chExt cx="285752" cy="357190"/>
          </a:xfrm>
        </p:grpSpPr>
        <p:sp>
          <p:nvSpPr>
            <p:cNvPr id="11" name="타원 10"/>
            <p:cNvSpPr/>
            <p:nvPr/>
          </p:nvSpPr>
          <p:spPr>
            <a:xfrm>
              <a:off x="4214810" y="1643050"/>
              <a:ext cx="7143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4214810" y="1714488"/>
              <a:ext cx="285752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354261" y="1722045"/>
              <a:ext cx="142876" cy="214314"/>
            </a:xfrm>
            <a:prstGeom prst="ellipse">
              <a:avLst/>
            </a:prstGeom>
            <a:blipFill>
              <a:blip r:embed="rId2" cstate="print"/>
              <a:tile tx="0" ty="0" sx="100000" sy="100000" flip="none" algn="tl"/>
            </a:blip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/>
          <p:cNvGrpSpPr/>
          <p:nvPr/>
        </p:nvGrpSpPr>
        <p:grpSpPr>
          <a:xfrm flipH="1">
            <a:off x="2604571" y="4171122"/>
            <a:ext cx="142876" cy="214314"/>
            <a:chOff x="4214810" y="1643050"/>
            <a:chExt cx="285752" cy="357190"/>
          </a:xfrm>
        </p:grpSpPr>
        <p:sp>
          <p:nvSpPr>
            <p:cNvPr id="15" name="타원 14"/>
            <p:cNvSpPr/>
            <p:nvPr/>
          </p:nvSpPr>
          <p:spPr>
            <a:xfrm>
              <a:off x="4214810" y="1643050"/>
              <a:ext cx="7143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>
            <a:xfrm>
              <a:off x="4214810" y="1714488"/>
              <a:ext cx="285752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>
              <a:off x="4354261" y="1722045"/>
              <a:ext cx="142876" cy="214314"/>
            </a:xfrm>
            <a:prstGeom prst="ellipse">
              <a:avLst/>
            </a:prstGeom>
            <a:blipFill>
              <a:blip r:embed="rId2" cstate="print"/>
              <a:tile tx="0" ty="0" sx="100000" sy="100000" flip="none" algn="tl"/>
            </a:blip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 flipH="1">
            <a:off x="2604571" y="4460682"/>
            <a:ext cx="142876" cy="214314"/>
            <a:chOff x="4214810" y="1643050"/>
            <a:chExt cx="285752" cy="357190"/>
          </a:xfrm>
        </p:grpSpPr>
        <p:sp>
          <p:nvSpPr>
            <p:cNvPr id="19" name="타원 18"/>
            <p:cNvSpPr/>
            <p:nvPr/>
          </p:nvSpPr>
          <p:spPr>
            <a:xfrm>
              <a:off x="4214810" y="1643050"/>
              <a:ext cx="7143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4214810" y="1714488"/>
              <a:ext cx="285752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4354261" y="1722045"/>
              <a:ext cx="142876" cy="214314"/>
            </a:xfrm>
            <a:prstGeom prst="ellipse">
              <a:avLst/>
            </a:prstGeom>
            <a:blipFill>
              <a:blip r:embed="rId2" cstate="print"/>
              <a:tile tx="0" ty="0" sx="100000" sy="100000" flip="none" algn="tl"/>
            </a:blip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/>
          <p:cNvGrpSpPr/>
          <p:nvPr/>
        </p:nvGrpSpPr>
        <p:grpSpPr>
          <a:xfrm flipH="1">
            <a:off x="2604571" y="4725302"/>
            <a:ext cx="142876" cy="214314"/>
            <a:chOff x="4214810" y="1643050"/>
            <a:chExt cx="285752" cy="357190"/>
          </a:xfrm>
        </p:grpSpPr>
        <p:sp>
          <p:nvSpPr>
            <p:cNvPr id="23" name="타원 22"/>
            <p:cNvSpPr/>
            <p:nvPr/>
          </p:nvSpPr>
          <p:spPr>
            <a:xfrm>
              <a:off x="4214810" y="1643050"/>
              <a:ext cx="7143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4214810" y="1714488"/>
              <a:ext cx="285752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354261" y="1722045"/>
              <a:ext cx="142876" cy="214314"/>
            </a:xfrm>
            <a:prstGeom prst="ellipse">
              <a:avLst/>
            </a:prstGeom>
            <a:blipFill>
              <a:blip r:embed="rId2" cstate="print"/>
              <a:tile tx="0" ty="0" sx="100000" sy="100000" flip="none" algn="tl"/>
            </a:blip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6" name="직선 연결선 25"/>
          <p:cNvCxnSpPr/>
          <p:nvPr/>
        </p:nvCxnSpPr>
        <p:spPr>
          <a:xfrm flipH="1">
            <a:off x="2770118" y="4002523"/>
            <a:ext cx="2143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2770118" y="4282628"/>
            <a:ext cx="2143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2770118" y="4571046"/>
            <a:ext cx="2143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2770118" y="4834525"/>
            <a:ext cx="2143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오각형 29"/>
          <p:cNvSpPr/>
          <p:nvPr/>
        </p:nvSpPr>
        <p:spPr>
          <a:xfrm flipH="1">
            <a:off x="4735011" y="3867204"/>
            <a:ext cx="1071570" cy="1428760"/>
          </a:xfrm>
          <a:prstGeom prst="homePlate">
            <a:avLst/>
          </a:prstGeom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PAOC</a:t>
            </a:r>
          </a:p>
          <a:p>
            <a:pPr algn="ctr"/>
            <a:r>
              <a:rPr lang="en-US" altLang="ko-KR" sz="1000" b="1" dirty="0" smtClean="0"/>
              <a:t>Decoding</a:t>
            </a:r>
            <a:endParaRPr lang="ko-KR" altLang="en-US" sz="1050" b="1" dirty="0"/>
          </a:p>
        </p:txBody>
      </p:sp>
      <p:sp>
        <p:nvSpPr>
          <p:cNvPr id="31" name="오각형 30"/>
          <p:cNvSpPr/>
          <p:nvPr/>
        </p:nvSpPr>
        <p:spPr>
          <a:xfrm>
            <a:off x="2949061" y="3867204"/>
            <a:ext cx="1071570" cy="1428760"/>
          </a:xfrm>
          <a:prstGeom prst="homePlate">
            <a:avLst/>
          </a:prstGeom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000" b="1" dirty="0" smtClean="0">
                <a:solidFill>
                  <a:prstClr val="white"/>
                </a:solidFill>
              </a:rPr>
              <a:t>PAOC</a:t>
            </a:r>
          </a:p>
          <a:p>
            <a:pPr lvl="0" algn="ctr"/>
            <a:r>
              <a:rPr lang="en-US" altLang="ko-KR" sz="1000" b="1" dirty="0" smtClean="0">
                <a:solidFill>
                  <a:prstClr val="white"/>
                </a:solidFill>
              </a:rPr>
              <a:t>Encoding</a:t>
            </a:r>
            <a:endParaRPr lang="ko-KR" altLang="en-US" b="1" dirty="0"/>
          </a:p>
        </p:txBody>
      </p:sp>
      <p:sp>
        <p:nvSpPr>
          <p:cNvPr id="32" name="아래쪽 화살표 31"/>
          <p:cNvSpPr/>
          <p:nvPr/>
        </p:nvSpPr>
        <p:spPr>
          <a:xfrm flipH="1" flipV="1">
            <a:off x="4178621" y="4595942"/>
            <a:ext cx="428628" cy="721937"/>
          </a:xfrm>
          <a:prstGeom prst="downArrow">
            <a:avLst/>
          </a:prstGeom>
          <a:effectLst>
            <a:softEdge rad="31750"/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아래쪽 화살표 33"/>
          <p:cNvSpPr/>
          <p:nvPr/>
        </p:nvSpPr>
        <p:spPr>
          <a:xfrm flipH="1">
            <a:off x="4178621" y="3821106"/>
            <a:ext cx="428628" cy="721937"/>
          </a:xfrm>
          <a:prstGeom prst="downArrow">
            <a:avLst/>
          </a:prstGeom>
          <a:effectLst>
            <a:softEdge rad="31750"/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 flipH="1">
            <a:off x="6005655" y="3867204"/>
            <a:ext cx="714380" cy="1428760"/>
          </a:xfrm>
          <a:prstGeom prst="rect">
            <a:avLst/>
          </a:prstGeom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/>
              <a:t>MIXER</a:t>
            </a:r>
            <a:endParaRPr lang="ko-KR" altLang="en-US" sz="1000" b="1" dirty="0"/>
          </a:p>
        </p:txBody>
      </p:sp>
      <p:sp>
        <p:nvSpPr>
          <p:cNvPr id="36" name="직사각형 35"/>
          <p:cNvSpPr/>
          <p:nvPr/>
        </p:nvSpPr>
        <p:spPr>
          <a:xfrm flipH="1">
            <a:off x="6484284" y="4724460"/>
            <a:ext cx="71438" cy="428628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/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 flipH="1">
            <a:off x="6341408" y="4724460"/>
            <a:ext cx="71438" cy="428628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/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 flipH="1">
            <a:off x="6198532" y="4724460"/>
            <a:ext cx="71438" cy="428628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/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Picture 15" descr="C:\Documents and Settings\user\Local Settings\Temporary Internet Files\Content.IE5\A442K8FD\MCj0441506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6469159" y="5022912"/>
            <a:ext cx="108000" cy="108000"/>
          </a:xfrm>
          <a:prstGeom prst="rect">
            <a:avLst/>
          </a:prstGeom>
          <a:noFill/>
        </p:spPr>
      </p:pic>
      <p:pic>
        <p:nvPicPr>
          <p:cNvPr id="40" name="Picture 15" descr="C:\Documents and Settings\user\Local Settings\Temporary Internet Files\Content.IE5\A442K8FD\MCj0441506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6326284" y="4765735"/>
            <a:ext cx="108000" cy="108000"/>
          </a:xfrm>
          <a:prstGeom prst="rect">
            <a:avLst/>
          </a:prstGeom>
          <a:noFill/>
        </p:spPr>
      </p:pic>
      <p:pic>
        <p:nvPicPr>
          <p:cNvPr id="41" name="Picture 15" descr="C:\Documents and Settings\user\Local Settings\Temporary Internet Files\Content.IE5\A442K8FD\MCj0441506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6177059" y="4837124"/>
            <a:ext cx="108000" cy="108000"/>
          </a:xfrm>
          <a:prstGeom prst="rect">
            <a:avLst/>
          </a:prstGeom>
          <a:noFill/>
        </p:spPr>
      </p:pic>
      <p:sp>
        <p:nvSpPr>
          <p:cNvPr id="42" name="직사각형 41"/>
          <p:cNvSpPr/>
          <p:nvPr/>
        </p:nvSpPr>
        <p:spPr>
          <a:xfrm flipH="1">
            <a:off x="3976181" y="4559359"/>
            <a:ext cx="811218" cy="45719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Sound"/>
          <p:cNvSpPr>
            <a:spLocks noEditPoints="1" noChangeArrowheads="1"/>
          </p:cNvSpPr>
          <p:nvPr/>
        </p:nvSpPr>
        <p:spPr bwMode="auto">
          <a:xfrm>
            <a:off x="6754325" y="4015255"/>
            <a:ext cx="214314" cy="307977"/>
          </a:xfrm>
          <a:custGeom>
            <a:avLst/>
            <a:gdLst>
              <a:gd name="T0" fmla="*/ 11164 w 21600"/>
              <a:gd name="T1" fmla="*/ 21159 h 21600"/>
              <a:gd name="T2" fmla="*/ 11164 w 21600"/>
              <a:gd name="T3" fmla="*/ 0 h 21600"/>
              <a:gd name="T4" fmla="*/ 0 w 21600"/>
              <a:gd name="T5" fmla="*/ 10800 h 21600"/>
              <a:gd name="T6" fmla="*/ 21600 w 21600"/>
              <a:gd name="T7" fmla="*/ 10800 h 21600"/>
              <a:gd name="T8" fmla="*/ 761 w 21600"/>
              <a:gd name="T9" fmla="*/ 22454 h 21600"/>
              <a:gd name="T10" fmla="*/ 21069 w 21600"/>
              <a:gd name="T11" fmla="*/ 28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ln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4" name="Sound"/>
          <p:cNvSpPr>
            <a:spLocks noEditPoints="1" noChangeArrowheads="1"/>
          </p:cNvSpPr>
          <p:nvPr/>
        </p:nvSpPr>
        <p:spPr bwMode="auto">
          <a:xfrm>
            <a:off x="6749563" y="4783198"/>
            <a:ext cx="214314" cy="307977"/>
          </a:xfrm>
          <a:custGeom>
            <a:avLst/>
            <a:gdLst>
              <a:gd name="T0" fmla="*/ 11164 w 21600"/>
              <a:gd name="T1" fmla="*/ 21159 h 21600"/>
              <a:gd name="T2" fmla="*/ 11164 w 21600"/>
              <a:gd name="T3" fmla="*/ 0 h 21600"/>
              <a:gd name="T4" fmla="*/ 0 w 21600"/>
              <a:gd name="T5" fmla="*/ 10800 h 21600"/>
              <a:gd name="T6" fmla="*/ 21600 w 21600"/>
              <a:gd name="T7" fmla="*/ 10800 h 21600"/>
              <a:gd name="T8" fmla="*/ 761 w 21600"/>
              <a:gd name="T9" fmla="*/ 22454 h 21600"/>
              <a:gd name="T10" fmla="*/ 21069 w 21600"/>
              <a:gd name="T11" fmla="*/ 28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ln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1945219" y="3882050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Object 1</a:t>
            </a:r>
            <a:endParaRPr lang="ko-KR" altLang="en-US" sz="1100" dirty="0"/>
          </a:p>
        </p:txBody>
      </p:sp>
      <p:sp>
        <p:nvSpPr>
          <p:cNvPr id="50" name="TextBox 49"/>
          <p:cNvSpPr txBox="1"/>
          <p:nvPr/>
        </p:nvSpPr>
        <p:spPr>
          <a:xfrm>
            <a:off x="1945219" y="4171614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Object 2</a:t>
            </a:r>
            <a:endParaRPr lang="ko-KR" altLang="en-US" sz="1100" dirty="0"/>
          </a:p>
        </p:txBody>
      </p:sp>
      <p:sp>
        <p:nvSpPr>
          <p:cNvPr id="51" name="TextBox 50"/>
          <p:cNvSpPr txBox="1"/>
          <p:nvPr/>
        </p:nvSpPr>
        <p:spPr>
          <a:xfrm>
            <a:off x="1945219" y="4444552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Object 3</a:t>
            </a:r>
            <a:endParaRPr lang="ko-KR" altLang="en-US" sz="1100" dirty="0"/>
          </a:p>
        </p:txBody>
      </p:sp>
      <p:sp>
        <p:nvSpPr>
          <p:cNvPr id="52" name="TextBox 51"/>
          <p:cNvSpPr txBox="1"/>
          <p:nvPr/>
        </p:nvSpPr>
        <p:spPr>
          <a:xfrm>
            <a:off x="1945219" y="4684238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Object 4</a:t>
            </a:r>
            <a:endParaRPr lang="ko-KR" altLang="en-US" sz="1100" dirty="0"/>
          </a:p>
        </p:txBody>
      </p:sp>
      <p:grpSp>
        <p:nvGrpSpPr>
          <p:cNvPr id="45" name="그룹 52"/>
          <p:cNvGrpSpPr/>
          <p:nvPr/>
        </p:nvGrpSpPr>
        <p:grpSpPr>
          <a:xfrm flipH="1">
            <a:off x="2607337" y="4977458"/>
            <a:ext cx="142876" cy="214314"/>
            <a:chOff x="4214810" y="1643050"/>
            <a:chExt cx="285752" cy="357190"/>
          </a:xfrm>
        </p:grpSpPr>
        <p:sp>
          <p:nvSpPr>
            <p:cNvPr id="54" name="타원 53"/>
            <p:cNvSpPr/>
            <p:nvPr/>
          </p:nvSpPr>
          <p:spPr>
            <a:xfrm>
              <a:off x="4214810" y="1643050"/>
              <a:ext cx="71438" cy="35719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/>
            <p:cNvSpPr/>
            <p:nvPr/>
          </p:nvSpPr>
          <p:spPr>
            <a:xfrm>
              <a:off x="4214810" y="1714488"/>
              <a:ext cx="285752" cy="2143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54261" y="1722045"/>
              <a:ext cx="142876" cy="214314"/>
            </a:xfrm>
            <a:prstGeom prst="ellipse">
              <a:avLst/>
            </a:prstGeom>
            <a:blipFill>
              <a:blip r:embed="rId2" cstate="print"/>
              <a:tile tx="0" ty="0" sx="100000" sy="100000" flip="none" algn="tl"/>
            </a:blip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7" name="직선 연결선 56"/>
          <p:cNvCxnSpPr/>
          <p:nvPr/>
        </p:nvCxnSpPr>
        <p:spPr>
          <a:xfrm flipH="1">
            <a:off x="2772884" y="5086681"/>
            <a:ext cx="2143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945219" y="4940552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Object 5</a:t>
            </a:r>
            <a:endParaRPr lang="ko-KR" alt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6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ko-KR" sz="2400" dirty="0" smtClean="0"/>
              <a:t>DEMO – </a:t>
            </a:r>
            <a:r>
              <a:rPr lang="ko-KR" altLang="en-US" sz="2400" dirty="0" err="1" smtClean="0"/>
              <a:t>프로토타입</a:t>
            </a:r>
            <a:r>
              <a:rPr lang="ko-KR" altLang="en-US" sz="2400" dirty="0" smtClean="0"/>
              <a:t> 재생 단말</a:t>
            </a:r>
            <a:endParaRPr lang="ko-KR" altLang="en-US" sz="2400" cap="all" dirty="0" smtClean="0"/>
          </a:p>
        </p:txBody>
      </p:sp>
      <p:sp>
        <p:nvSpPr>
          <p:cNvPr id="67587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D3654E3-9AB3-4460-B829-A0766F238CEF}" type="slidenum">
              <a:rPr lang="en-US" altLang="ko-KR" smtClean="0"/>
              <a:pPr/>
              <a:t>54</a:t>
            </a:fld>
            <a:endParaRPr lang="en-US" altLang="ko-KR" smtClean="0"/>
          </a:p>
        </p:txBody>
      </p:sp>
      <p:sp>
        <p:nvSpPr>
          <p:cNvPr id="67597" name="내용 개체 틀 5"/>
          <p:cNvSpPr>
            <a:spLocks noGrp="1"/>
          </p:cNvSpPr>
          <p:nvPr>
            <p:ph idx="1"/>
          </p:nvPr>
        </p:nvSpPr>
        <p:spPr>
          <a:xfrm>
            <a:off x="470263" y="966647"/>
            <a:ext cx="8163832" cy="3993969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2000" dirty="0" smtClean="0"/>
              <a:t>음악 분위기 제어 기능</a:t>
            </a:r>
            <a:endParaRPr lang="en-US" altLang="ko-KR" sz="2000" dirty="0" smtClean="0"/>
          </a:p>
          <a:p>
            <a:pPr lvl="1" latinLnBrk="0"/>
            <a:r>
              <a:rPr lang="ko-KR" altLang="en-US" sz="1800" dirty="0" smtClean="0"/>
              <a:t>단말 제공 분위기 설정 선택</a:t>
            </a:r>
            <a:r>
              <a:rPr lang="en-US" altLang="ko-KR" sz="1800" dirty="0" smtClean="0"/>
              <a:t>(Mood Filter)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- </a:t>
            </a:r>
            <a:r>
              <a:rPr lang="ko-KR" altLang="en-US" sz="1800" dirty="0" smtClean="0"/>
              <a:t>일반 사용자용 재생 단말</a:t>
            </a:r>
            <a:endParaRPr lang="en-US" altLang="ko-KR" sz="1800" dirty="0" smtClean="0"/>
          </a:p>
          <a:p>
            <a:pPr lvl="1" latinLnBrk="0"/>
            <a:r>
              <a:rPr lang="ko-KR" altLang="en-US" sz="1800" dirty="0" smtClean="0"/>
              <a:t>랜덤 설정 제어</a:t>
            </a:r>
            <a:r>
              <a:rPr lang="en-US" altLang="ko-KR" sz="1800" dirty="0" smtClean="0"/>
              <a:t>(Track Shake)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- </a:t>
            </a:r>
            <a:r>
              <a:rPr lang="ko-KR" altLang="en-US" sz="1800" dirty="0" smtClean="0"/>
              <a:t>간단한 </a:t>
            </a:r>
            <a:r>
              <a:rPr lang="en-US" altLang="ko-KR" sz="1800" dirty="0" smtClean="0"/>
              <a:t>UI(Shake)</a:t>
            </a:r>
            <a:r>
              <a:rPr lang="ko-KR" altLang="en-US" sz="1800" dirty="0" smtClean="0"/>
              <a:t>에 의한 임의 설정 제공</a:t>
            </a:r>
            <a:endParaRPr lang="en-US" altLang="ko-KR" sz="1800" dirty="0" smtClean="0"/>
          </a:p>
          <a:p>
            <a:pPr latinLnBrk="0"/>
            <a:r>
              <a:rPr lang="ko-KR" altLang="en-US" sz="2000" dirty="0" smtClean="0"/>
              <a:t>이용자 트랙 녹음 기능</a:t>
            </a:r>
            <a:endParaRPr lang="en-US" altLang="ko-KR" sz="2000" dirty="0" smtClean="0"/>
          </a:p>
          <a:p>
            <a:pPr lvl="1" latinLnBrk="0"/>
            <a:r>
              <a:rPr lang="ko-KR" altLang="en-US" sz="1800" dirty="0" smtClean="0"/>
              <a:t>고급 사용자용 재생 단말에 구현</a:t>
            </a:r>
            <a:endParaRPr lang="en-US" altLang="ko-KR" sz="1800" dirty="0" smtClean="0"/>
          </a:p>
          <a:p>
            <a:pPr lvl="1" latinLnBrk="0"/>
            <a:r>
              <a:rPr lang="ko-KR" altLang="en-US" sz="1800" dirty="0" smtClean="0"/>
              <a:t>사용자 설정으로 청취하면서 사용자 연주를 녹음</a:t>
            </a:r>
            <a:endParaRPr lang="en-US" altLang="ko-KR" sz="1800" dirty="0" smtClean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854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2" name="그룹 21"/>
          <p:cNvGrpSpPr>
            <a:grpSpLocks/>
          </p:cNvGrpSpPr>
          <p:nvPr/>
        </p:nvGrpSpPr>
        <p:grpSpPr bwMode="auto">
          <a:xfrm>
            <a:off x="612387" y="3431766"/>
            <a:ext cx="3775602" cy="2636525"/>
            <a:chOff x="2740896" y="3375481"/>
            <a:chExt cx="2423240" cy="1967489"/>
          </a:xfrm>
        </p:grpSpPr>
        <p:pic>
          <p:nvPicPr>
            <p:cNvPr id="10" name="Picture 3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740896" y="3377380"/>
              <a:ext cx="950433" cy="1042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3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740897" y="4407220"/>
              <a:ext cx="953574" cy="93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3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694011" y="3375481"/>
              <a:ext cx="1470125" cy="1233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3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92320" y="4350780"/>
              <a:ext cx="1414285" cy="975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4" name="Picture 36" descr="C:\DOCUME~1\user\LOCALS~1\Temp\UNI000012d82988.g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93646" y="3381899"/>
            <a:ext cx="3876776" cy="2653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over">
      <a:majorFont>
        <a:latin typeface="HY헤드라인M"/>
        <a:ea typeface="HY헤드라인M"/>
        <a:cs typeface=""/>
      </a:majorFont>
      <a:minorFont>
        <a:latin typeface="Arial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82800" numCol="1" anchor="t" anchorCtr="0" compatLnSpc="1">
        <a:prstTxWarp prst="textNoShape">
          <a:avLst/>
        </a:prstTxWarp>
        <a:spAutoFit/>
      </a:bodyPr>
      <a:lstStyle>
        <a:defPPr marL="914400" marR="0" indent="0" algn="l" defTabSz="914400" rtl="0" eaLnBrk="1" fontAlgn="base" latinLnBrk="1" hangingPunct="1">
          <a:lnSpc>
            <a:spcPct val="100000"/>
          </a:lnSpc>
          <a:spcBef>
            <a:spcPct val="25000"/>
          </a:spcBef>
          <a:spcAft>
            <a:spcPct val="0"/>
          </a:spcAft>
          <a:buClrTx/>
          <a:buSzTx/>
          <a:buFontTx/>
          <a:buChar char="•"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  <a:ea typeface="HY견고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82800" numCol="1" anchor="t" anchorCtr="0" compatLnSpc="1">
        <a:prstTxWarp prst="textNoShape">
          <a:avLst/>
        </a:prstTxWarp>
        <a:spAutoFit/>
      </a:bodyPr>
      <a:lstStyle>
        <a:defPPr marL="914400" marR="0" indent="0" algn="l" defTabSz="914400" rtl="0" eaLnBrk="1" fontAlgn="base" latinLnBrk="1" hangingPunct="1">
          <a:lnSpc>
            <a:spcPct val="100000"/>
          </a:lnSpc>
          <a:spcBef>
            <a:spcPct val="25000"/>
          </a:spcBef>
          <a:spcAft>
            <a:spcPct val="0"/>
          </a:spcAft>
          <a:buClrTx/>
          <a:buSzTx/>
          <a:buFontTx/>
          <a:buChar char="•"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  <a:ea typeface="HY견고딕" pitchFamily="18" charset="-127"/>
          </a:defRPr>
        </a:defPPr>
      </a:lstStyle>
    </a:lnDef>
  </a:objectDefaults>
  <a:extraClrSchemeLst>
    <a:extraClrScheme>
      <a:clrScheme name="cover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ver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ver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ver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ver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ver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ver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19020</TotalTime>
  <Words>6496</Words>
  <Application>Microsoft Office PowerPoint</Application>
  <PresentationFormat>화면 슬라이드 쇼(4:3)</PresentationFormat>
  <Paragraphs>1637</Paragraphs>
  <Slides>54</Slides>
  <Notes>40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55" baseType="lpstr">
      <vt:lpstr>cover</vt:lpstr>
      <vt:lpstr>이용자 창조형 음악 콘텐츠 서비스 기술 개발</vt:lpstr>
      <vt:lpstr>목차</vt:lpstr>
      <vt:lpstr>목차</vt:lpstr>
      <vt:lpstr>I. 과제 개요 </vt:lpstr>
      <vt:lpstr>I. 과제 개요 – 필요성</vt:lpstr>
      <vt:lpstr>I. 과제 개요 – 연구목표 및 내용</vt:lpstr>
      <vt:lpstr>I. 과제 개요 – 추진일정 (총년도)</vt:lpstr>
      <vt:lpstr>I. 과제 개요 – 추진일정 (당해년도)</vt:lpstr>
      <vt:lpstr>목차</vt:lpstr>
      <vt:lpstr>II. 연구 목표 달성도 – 음원 분리 (1/4)</vt:lpstr>
      <vt:lpstr>II. 연구 목표 달성도 – 음원 분리 (2/4)</vt:lpstr>
      <vt:lpstr>II. 연구목표 달성도 – 음원 분리 (3/4)</vt:lpstr>
      <vt:lpstr>II. 연구목표 달성도 – 음원 분리 (4/4)</vt:lpstr>
      <vt:lpstr>II. 연구목표 달성도 – 다객체 부호화 (1/5)</vt:lpstr>
      <vt:lpstr>II. 연구목표 달성도 – 다객체 부호화 (2/5)</vt:lpstr>
      <vt:lpstr>II. 연구목표 달성도 – 다객체 부호화 (3/5)</vt:lpstr>
      <vt:lpstr>II. 연구목표 달성도 – 다객체 부호화 (4/5)</vt:lpstr>
      <vt:lpstr>II. 연구목표 달성도 – 다객체 부호화 (5/5)</vt:lpstr>
      <vt:lpstr>II. 연구목표 달성도 – 분위기 제어 (1/2)</vt:lpstr>
      <vt:lpstr>II. 연구목표 달성도 – 분위기 제어 (2/2)</vt:lpstr>
      <vt:lpstr>II. 연구목표 달성도  – 프로토타입 재생 단말 (1/2)</vt:lpstr>
      <vt:lpstr>II. 연구목표 달성도  – 프로토타입 재생 단말 (2/2)</vt:lpstr>
      <vt:lpstr>II. 연구목표 달성도  – 분위기 제어 &amp; 프로토타입 재생 단말 </vt:lpstr>
      <vt:lpstr>II. 연구목표 달성도  – 계획 대비 목표 달성도 (요약)</vt:lpstr>
      <vt:lpstr>목차</vt:lpstr>
      <vt:lpstr>III. 연구 수행방법 - 계획 대비 일정(WBS)</vt:lpstr>
      <vt:lpstr>III. 연구 수행방법 - 역할분담 및 인력참여(1/3)</vt:lpstr>
      <vt:lpstr>III. 연구 수행방법 - 역할분담 및 인력참여(2/3)</vt:lpstr>
      <vt:lpstr>III. 연구 수행방법 - 역할분담 및 인력참여(3/3)</vt:lpstr>
      <vt:lpstr>III. 연구 수행방법 – 기자재 활용</vt:lpstr>
      <vt:lpstr>목차</vt:lpstr>
      <vt:lpstr>IV. 연구수행 결과물 – 음원 분리 (1/2)</vt:lpstr>
      <vt:lpstr>IV. 연구수행 결과물 – 음원 분리 (2/2)</vt:lpstr>
      <vt:lpstr>IV. 연구수행 결과물 – 다객체 부호화 (1/2)</vt:lpstr>
      <vt:lpstr>IV. 연구수행 결과물 – 다객체 부호화 (2/2)</vt:lpstr>
      <vt:lpstr>IV. 연구수행 결과물  – 프로토타입 재생 단말 (1/2)</vt:lpstr>
      <vt:lpstr>IV. 연구수행 결과물  – 프로토타입 재생 단말 (2/2)</vt:lpstr>
      <vt:lpstr>IV. 연구수행 결과물 - 정량적 성과물 </vt:lpstr>
      <vt:lpstr>목차</vt:lpstr>
      <vt:lpstr>V. 차년도 연구계획 - 과제 개요</vt:lpstr>
      <vt:lpstr>V. 차년도 연구계획 - 연구목표 및 내용</vt:lpstr>
      <vt:lpstr>V. 차년도 연구계획 – 수행 일정</vt:lpstr>
      <vt:lpstr>V. 차년도 연구계획 – 수행 체계 및 방법</vt:lpstr>
      <vt:lpstr>V. 차년도 연구계획 – 추진 전략</vt:lpstr>
      <vt:lpstr>V. 차년도 연구계획 – 주요 마일스톤</vt:lpstr>
      <vt:lpstr>V. 차년도 연구계획 – 평가항목 및 평가방법</vt:lpstr>
      <vt:lpstr>V. 차년도 연구계획 – 예상 결과물의 우수성</vt:lpstr>
      <vt:lpstr>V. 차년도 연구계획 – 예상 결과물 활용 전략</vt:lpstr>
      <vt:lpstr>V. 차년도 연구계획 – 환경 변화 및 대응</vt:lpstr>
      <vt:lpstr>V. 차년도 연구계획 – 주요 사업비 구성</vt:lpstr>
      <vt:lpstr>슬라이드 51</vt:lpstr>
      <vt:lpstr>DEMO – 음원 분리</vt:lpstr>
      <vt:lpstr>DEMO – 다객체 오디오 </vt:lpstr>
      <vt:lpstr>DEMO – 프로토타입 재생 단말</vt:lpstr>
    </vt:vector>
  </TitlesOfParts>
  <Company>ETRI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신규과제선정평가-이용자창조형음악콘텐츠서비스기술개발</dc:title>
  <dc:creator>김민제</dc:creator>
  <cp:lastModifiedBy>김민제</cp:lastModifiedBy>
  <cp:revision>2204</cp:revision>
  <dcterms:created xsi:type="dcterms:W3CDTF">2005-05-17T23:54:18Z</dcterms:created>
  <dcterms:modified xsi:type="dcterms:W3CDTF">2010-03-03T06:46:40Z</dcterms:modified>
</cp:coreProperties>
</file>